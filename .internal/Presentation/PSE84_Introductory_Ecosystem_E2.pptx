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heme/theme2.xml" ContentType="application/vnd.openxmlformats-officedocument.theme+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heme/theme3.xml" ContentType="application/vnd.openxmlformats-officedocument.theme+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notesSlides/notesSlide1.xml" ContentType="application/vnd.openxmlformats-officedocument.presentationml.notesSlide+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notesSlides/notesSlide2.xml" ContentType="application/vnd.openxmlformats-officedocument.presentationml.notesSlide+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8" r:id="rId4"/>
  </p:sldMasterIdLst>
  <p:notesMasterIdLst>
    <p:notesMasterId r:id="rId62"/>
  </p:notesMasterIdLst>
  <p:handoutMasterIdLst>
    <p:handoutMasterId r:id="rId63"/>
  </p:handoutMasterIdLst>
  <p:sldIdLst>
    <p:sldId id="2147480829" r:id="rId5"/>
    <p:sldId id="2147480883" r:id="rId6"/>
    <p:sldId id="2147480884" r:id="rId7"/>
    <p:sldId id="2147480831" r:id="rId8"/>
    <p:sldId id="2147480832" r:id="rId9"/>
    <p:sldId id="2147480833" r:id="rId10"/>
    <p:sldId id="2147480834" r:id="rId11"/>
    <p:sldId id="2147480835" r:id="rId12"/>
    <p:sldId id="2147480836" r:id="rId13"/>
    <p:sldId id="2147480837" r:id="rId14"/>
    <p:sldId id="2147480838" r:id="rId15"/>
    <p:sldId id="2147480839" r:id="rId16"/>
    <p:sldId id="2147480840" r:id="rId17"/>
    <p:sldId id="2147480841" r:id="rId18"/>
    <p:sldId id="2147480842" r:id="rId19"/>
    <p:sldId id="2147480843" r:id="rId20"/>
    <p:sldId id="2147480844" r:id="rId21"/>
    <p:sldId id="2147480845" r:id="rId22"/>
    <p:sldId id="2147480846" r:id="rId23"/>
    <p:sldId id="2147480847" r:id="rId24"/>
    <p:sldId id="2147480848" r:id="rId25"/>
    <p:sldId id="2147480849" r:id="rId26"/>
    <p:sldId id="2147480850" r:id="rId27"/>
    <p:sldId id="2147480851" r:id="rId28"/>
    <p:sldId id="2147480852" r:id="rId29"/>
    <p:sldId id="2147480853" r:id="rId30"/>
    <p:sldId id="2147480854" r:id="rId31"/>
    <p:sldId id="2147480855" r:id="rId32"/>
    <p:sldId id="2147480856" r:id="rId33"/>
    <p:sldId id="2147480857" r:id="rId34"/>
    <p:sldId id="2147480858" r:id="rId35"/>
    <p:sldId id="2147480859" r:id="rId36"/>
    <p:sldId id="2147480860" r:id="rId37"/>
    <p:sldId id="2147480861" r:id="rId38"/>
    <p:sldId id="2147480862" r:id="rId39"/>
    <p:sldId id="2147480863" r:id="rId40"/>
    <p:sldId id="2147480864" r:id="rId41"/>
    <p:sldId id="2147480865" r:id="rId42"/>
    <p:sldId id="2147480866" r:id="rId43"/>
    <p:sldId id="2147480867" r:id="rId44"/>
    <p:sldId id="2147480868" r:id="rId45"/>
    <p:sldId id="2147480869" r:id="rId46"/>
    <p:sldId id="2147480870" r:id="rId47"/>
    <p:sldId id="2147480871" r:id="rId48"/>
    <p:sldId id="2147480872" r:id="rId49"/>
    <p:sldId id="2147480885" r:id="rId50"/>
    <p:sldId id="2147481290" r:id="rId51"/>
    <p:sldId id="2147480874" r:id="rId52"/>
    <p:sldId id="2147481291" r:id="rId53"/>
    <p:sldId id="2147480886" r:id="rId54"/>
    <p:sldId id="2147480877" r:id="rId55"/>
    <p:sldId id="2147480878" r:id="rId56"/>
    <p:sldId id="2147480879" r:id="rId57"/>
    <p:sldId id="2147480880" r:id="rId58"/>
    <p:sldId id="2147481292" r:id="rId59"/>
    <p:sldId id="757" r:id="rId60"/>
    <p:sldId id="2076137485" r:id="rId61"/>
  </p:sldIdLst>
  <p:sldSz cx="12192000" cy="6858000"/>
  <p:notesSz cx="7104063" cy="10234613"/>
  <p:custDataLst>
    <p:tags r:id="rId64"/>
  </p:custDataLst>
  <p:defaultTex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97BE8DE0-E017-4CD1-8FDC-3D4D936CF34F}">
          <p14:sldIdLst>
            <p14:sldId id="2147480829"/>
            <p14:sldId id="2147480883"/>
          </p14:sldIdLst>
        </p14:section>
        <p14:section name="Development ecosystem for PSOC™ Edge E84" id="{D0FA37C3-5BCD-425B-B0FA-02891AA91C69}">
          <p14:sldIdLst>
            <p14:sldId id="2147480884"/>
            <p14:sldId id="2147480831"/>
            <p14:sldId id="2147480832"/>
            <p14:sldId id="2147480833"/>
            <p14:sldId id="2147480834"/>
            <p14:sldId id="2147480835"/>
            <p14:sldId id="2147480836"/>
            <p14:sldId id="2147480837"/>
            <p14:sldId id="2147480838"/>
            <p14:sldId id="2147480839"/>
            <p14:sldId id="2147480840"/>
            <p14:sldId id="2147480841"/>
            <p14:sldId id="2147480842"/>
            <p14:sldId id="2147480843"/>
            <p14:sldId id="2147480844"/>
            <p14:sldId id="2147480845"/>
            <p14:sldId id="2147480846"/>
            <p14:sldId id="2147480847"/>
            <p14:sldId id="2147480848"/>
            <p14:sldId id="2147480849"/>
            <p14:sldId id="2147480850"/>
            <p14:sldId id="2147480851"/>
            <p14:sldId id="2147480852"/>
            <p14:sldId id="2147480853"/>
            <p14:sldId id="2147480854"/>
            <p14:sldId id="2147480855"/>
            <p14:sldId id="2147480856"/>
            <p14:sldId id="2147480857"/>
            <p14:sldId id="2147480858"/>
            <p14:sldId id="2147480859"/>
            <p14:sldId id="2147480860"/>
            <p14:sldId id="2147480861"/>
            <p14:sldId id="2147480862"/>
            <p14:sldId id="2147480863"/>
            <p14:sldId id="2147480864"/>
            <p14:sldId id="2147480865"/>
            <p14:sldId id="2147480866"/>
            <p14:sldId id="2147480867"/>
            <p14:sldId id="2147480868"/>
            <p14:sldId id="2147480869"/>
            <p14:sldId id="2147480870"/>
            <p14:sldId id="2147480871"/>
            <p14:sldId id="2147480872"/>
          </p14:sldIdLst>
        </p14:section>
        <p14:section name="Code Example #1: Hello World + Blinky" id="{2F5D96C3-A57F-41F2-AACC-DD3CCBCF3AB9}">
          <p14:sldIdLst>
            <p14:sldId id="2147480885"/>
            <p14:sldId id="2147481290"/>
            <p14:sldId id="2147480874"/>
            <p14:sldId id="2147481291"/>
          </p14:sldIdLst>
        </p14:section>
        <p14:section name="Code Example #2: IPC Semaphores using PDL API" id="{757160CD-BA91-4288-8893-17463BB41B5E}">
          <p14:sldIdLst>
            <p14:sldId id="2147480886"/>
            <p14:sldId id="2147480877"/>
            <p14:sldId id="2147480878"/>
            <p14:sldId id="2147480879"/>
            <p14:sldId id="2147480880"/>
            <p14:sldId id="2147481292"/>
            <p14:sldId id="757"/>
            <p14:sldId id="2076137485"/>
          </p14:sldIdLst>
        </p14:section>
      </p14:sectionLst>
    </p:ex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187" userDrawn="1">
          <p15:clr>
            <a:srgbClr val="A4A3A4"/>
          </p15:clr>
        </p15:guide>
        <p15:guide id="2" orient="horz" pos="638" userDrawn="1">
          <p15:clr>
            <a:srgbClr val="A4A3A4"/>
          </p15:clr>
        </p15:guide>
        <p15:guide id="3" orient="horz" pos="453" userDrawn="1">
          <p15:clr>
            <a:srgbClr val="A4A3A4"/>
          </p15:clr>
        </p15:guide>
        <p15:guide id="4" orient="horz" pos="6262" userDrawn="1">
          <p15:clr>
            <a:srgbClr val="A4A3A4"/>
          </p15:clr>
        </p15:guide>
        <p15:guide id="5" pos="4189" userDrawn="1">
          <p15:clr>
            <a:srgbClr val="A4A3A4"/>
          </p15:clr>
        </p15:guide>
        <p15:guide id="6" pos="286" userDrawn="1">
          <p15:clr>
            <a:srgbClr val="A4A3A4"/>
          </p15:clr>
        </p15:guide>
        <p15:guide id="7" pos="831" userDrawn="1">
          <p15:clr>
            <a:srgbClr val="A4A3A4"/>
          </p15:clr>
        </p15:guide>
        <p15:guide id="8" pos="387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F0"/>
    <a:srgbClr val="FDC7A1"/>
    <a:srgbClr val="CD5C12"/>
    <a:srgbClr val="FFFFFF"/>
    <a:srgbClr val="EFF3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012ECD-51FC-41F1-AA8D-1B2483CD663E}">
  <a:tblStyle styleId="{21E4AEA4-8DFA-4A89-87EB-49C32662AFE0}" styleName="Medium Style 2 - Accent 2">
    <a:wholeTbl>
      <a:tcTxStyle>
        <a:fontRef idx="minor">
          <a:prstClr val="black"/>
        </a:fontRef>
        <a:schemeClr val="dk1"/>
      </a:tcTxStyle>
      <a:tcStyle>
        <a:tcBdr>
          <a:left>
            <a:ln w="9525" cmpd="sng">
              <a:solidFill>
                <a:schemeClr val="lt1"/>
              </a:solidFill>
            </a:ln>
          </a:left>
          <a:right>
            <a:ln w="9525" cmpd="sng">
              <a:solidFill>
                <a:srgbClr val="FFFFFF"/>
              </a:solidFill>
            </a:ln>
          </a:right>
          <a:top>
            <a:ln w="9525" cmpd="sng">
              <a:solidFill>
                <a:srgbClr val="FFFFFF"/>
              </a:solidFill>
            </a:ln>
          </a:top>
          <a:bottom>
            <a:ln w="9525" cmpd="sng">
              <a:solidFill>
                <a:srgbClr val="FFFFFF"/>
              </a:solidFill>
            </a:ln>
          </a:bottom>
          <a:insideH>
            <a:ln w="9525" cmpd="sng">
              <a:solidFill>
                <a:srgbClr val="FFFFFF"/>
              </a:solidFill>
            </a:ln>
          </a:insideH>
          <a:insideV>
            <a:ln w="9525" cmpd="sng">
              <a:solidFill>
                <a:srgbClr val="FFFFFF"/>
              </a:solidFill>
            </a:ln>
          </a:insideV>
        </a:tcBdr>
        <a:fill>
          <a:solidFill>
            <a:schemeClr val="lt2"/>
          </a:solidFill>
        </a:fill>
      </a:tcStyle>
    </a:wholeTbl>
    <a:band1H>
      <a:tcStyle>
        <a:tcBdr/>
      </a:tcStyle>
    </a:band1H>
    <a:band2H>
      <a:tcTxStyle>
        <a:fontRef idx="minor">
          <a:prstClr val="white"/>
        </a:fontRef>
        <a:schemeClr val="lt1"/>
      </a:tcTxStyle>
      <a:tcStyle>
        <a:tcBdr/>
        <a:fill>
          <a:solidFill>
            <a:schemeClr val="accent2"/>
          </a:solidFill>
        </a:fill>
      </a:tcStyle>
    </a:band2H>
    <a:band1V>
      <a:tcStyle>
        <a:tcBdr/>
      </a:tcStyle>
    </a:band1V>
    <a:band2V>
      <a:tcTxStyle>
        <a:fontRef idx="minor">
          <a:prstClr val="white"/>
        </a:fontRef>
        <a:schemeClr val="lt1"/>
      </a:tcTxStyle>
      <a:tcStyle>
        <a:tcBdr/>
        <a:fill>
          <a:solidFill>
            <a:schemeClr val="accent2"/>
          </a:solidFill>
        </a:fill>
      </a:tcStyle>
    </a:band2V>
    <a:lastCol>
      <a:tcTxStyle b="on">
        <a:fontRef idx="minor">
          <a:prstClr val="white"/>
        </a:fontRef>
        <a:schemeClr val="lt1"/>
      </a:tcTxStyle>
      <a:tcStyle>
        <a:tcBdr/>
        <a:fill>
          <a:solidFill>
            <a:schemeClr val="accent2"/>
          </a:solidFill>
        </a:fill>
      </a:tcStyle>
    </a:lastCol>
    <a:firstCol>
      <a:tcTxStyle b="on">
        <a:fontRef idx="minor">
          <a:prstClr val="white"/>
        </a:fontRef>
        <a:schemeClr val="lt1"/>
      </a:tcTxStyle>
      <a:tcStyle>
        <a:tcBdr/>
        <a:fill>
          <a:solidFill>
            <a:schemeClr val="accent2"/>
          </a:solidFill>
        </a:fill>
      </a:tcStyle>
    </a:firstCol>
    <a:lastRow>
      <a:tcTxStyle b="on">
        <a:fontRef idx="minor">
          <a:prstClr val="white"/>
        </a:fontRef>
        <a:schemeClr val="lt1"/>
      </a:tcTxStyle>
      <a:tcStyle>
        <a:tcBdr/>
        <a:fill>
          <a:solidFill>
            <a:schemeClr val="accent2"/>
          </a:solidFill>
        </a:fill>
      </a:tcStyle>
    </a:lastRow>
    <a:firstRow>
      <a:tcTxStyle b="on">
        <a:fontRef idx="minor">
          <a:prstClr val="white"/>
        </a:fontRef>
        <a:schemeClr val="lt1"/>
      </a:tcTxStyle>
      <a:tcStyle>
        <a:tcBdr/>
        <a:fill>
          <a:solidFill>
            <a:schemeClr val="accent2"/>
          </a:solid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24" autoAdjust="0"/>
    <p:restoredTop sz="63559" autoAdjust="0"/>
  </p:normalViewPr>
  <p:slideViewPr>
    <p:cSldViewPr snapToObjects="1" showGuides="1">
      <p:cViewPr varScale="1">
        <p:scale>
          <a:sx n="66" d="100"/>
          <a:sy n="66" d="100"/>
        </p:scale>
        <p:origin x="1740" y="78"/>
      </p:cViewPr>
      <p:guideLst>
        <p:guide pos="3840"/>
        <p:guide orient="horz" pos="2160"/>
      </p:guideLst>
    </p:cSldViewPr>
  </p:slideViewPr>
  <p:outlineViewPr>
    <p:cViewPr>
      <p:scale>
        <a:sx n="33" d="100"/>
        <a:sy n="33" d="100"/>
      </p:scale>
      <p:origin x="0" y="-2964"/>
    </p:cViewPr>
  </p:outlineViewPr>
  <p:notesTextViewPr>
    <p:cViewPr>
      <p:scale>
        <a:sx n="3" d="2"/>
        <a:sy n="3" d="2"/>
      </p:scale>
      <p:origin x="0" y="0"/>
    </p:cViewPr>
  </p:notesTextViewPr>
  <p:sorterViewPr>
    <p:cViewPr>
      <p:scale>
        <a:sx n="200" d="100"/>
        <a:sy n="200" d="100"/>
      </p:scale>
      <p:origin x="0" y="0"/>
    </p:cViewPr>
  </p:sorterViewPr>
  <p:notesViewPr>
    <p:cSldViewPr snapToObjects="1" showGuides="1">
      <p:cViewPr varScale="1">
        <p:scale>
          <a:sx n="106" d="100"/>
          <a:sy n="106" d="100"/>
        </p:scale>
        <p:origin x="3240" y="108"/>
      </p:cViewPr>
      <p:guideLst>
        <p:guide orient="horz" pos="187"/>
        <p:guide orient="horz" pos="638"/>
        <p:guide orient="horz" pos="453"/>
        <p:guide orient="horz" pos="6262"/>
        <p:guide pos="4189"/>
        <p:guide pos="286"/>
        <p:guide pos="831"/>
        <p:guide pos="3872"/>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handoutMaster" Target="handoutMasters/handoutMaster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8" Type="http://schemas.openxmlformats.org/officeDocument/2006/relationships/tags" Target="../tags/tag210.xml"/><Relationship Id="rId3" Type="http://schemas.openxmlformats.org/officeDocument/2006/relationships/tags" Target="../tags/tag205.xml"/><Relationship Id="rId7" Type="http://schemas.openxmlformats.org/officeDocument/2006/relationships/tags" Target="../tags/tag209.xml"/><Relationship Id="rId12" Type="http://schemas.openxmlformats.org/officeDocument/2006/relationships/image" Target="../media/image5.png"/><Relationship Id="rId2" Type="http://schemas.openxmlformats.org/officeDocument/2006/relationships/tags" Target="../tags/tag204.xml"/><Relationship Id="rId1" Type="http://schemas.openxmlformats.org/officeDocument/2006/relationships/theme" Target="../theme/theme3.xml"/><Relationship Id="rId6" Type="http://schemas.openxmlformats.org/officeDocument/2006/relationships/tags" Target="../tags/tag208.xml"/><Relationship Id="rId11" Type="http://schemas.openxmlformats.org/officeDocument/2006/relationships/tags" Target="../tags/tag213.xml"/><Relationship Id="rId5" Type="http://schemas.openxmlformats.org/officeDocument/2006/relationships/tags" Target="../tags/tag207.xml"/><Relationship Id="rId10" Type="http://schemas.openxmlformats.org/officeDocument/2006/relationships/tags" Target="../tags/tag212.xml"/><Relationship Id="rId4" Type="http://schemas.openxmlformats.org/officeDocument/2006/relationships/tags" Target="../tags/tag206.xml"/><Relationship Id="rId9" Type="http://schemas.openxmlformats.org/officeDocument/2006/relationships/tags" Target="../tags/tag2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Header Placeholder" hidden="1"/>
          <p:cNvSpPr>
            <a:spLocks noGrp="1" noChangeArrowheads="1"/>
          </p:cNvSpPr>
          <p:nvPr>
            <p:ph type="hdr" sz="quarter"/>
            <p:custDataLst>
              <p:tags r:id="rId2"/>
            </p:custDataLst>
          </p:nvPr>
        </p:nvSpPr>
        <p:spPr bwMode="auto">
          <a:xfrm>
            <a:off x="7104063" y="0"/>
            <a:ext cx="0" cy="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defTabSz="955819">
              <a:defRPr sz="1200">
                <a:latin typeface="Tahoma" pitchFamily="34" charset="0"/>
              </a:defRPr>
            </a:lvl1pPr>
          </a:lstStyle>
          <a:p>
            <a:endParaRPr lang="en-US" sz="100" dirty="0">
              <a:noFill/>
              <a:latin typeface="Arial" panose="020B0604020202020204" pitchFamily="34" charset="0"/>
              <a:cs typeface="Arial" panose="020B0604020202020204" pitchFamily="34" charset="0"/>
            </a:endParaRPr>
          </a:p>
        </p:txBody>
      </p:sp>
      <p:sp>
        <p:nvSpPr>
          <p:cNvPr id="7" name="Footer Placeholder" hidden="1"/>
          <p:cNvSpPr>
            <a:spLocks noGrp="1"/>
          </p:cNvSpPr>
          <p:nvPr>
            <p:ph type="ftr" sz="quarter" idx="2"/>
            <p:custDataLst>
              <p:tags r:id="rId3"/>
            </p:custDataLst>
          </p:nvPr>
        </p:nvSpPr>
        <p:spPr>
          <a:xfrm>
            <a:off x="7104063" y="10234613"/>
            <a:ext cx="0" cy="0"/>
          </a:xfrm>
          <a:prstGeom prst="rect">
            <a:avLst/>
          </a:prstGeom>
        </p:spPr>
        <p:txBody>
          <a:bodyPr vert="horz" lIns="91440" tIns="45720" rIns="91440" bIns="45720" rtlCol="0" anchor="ctr"/>
          <a:lstStyle>
            <a:lvl1pPr algn="l">
              <a:defRPr sz="1200"/>
            </a:lvl1pPr>
          </a:lstStyle>
          <a:p>
            <a:pPr algn="ctr"/>
            <a:r>
              <a:rPr lang="en-US" sz="100" dirty="0">
                <a:noFill/>
                <a:latin typeface="Arial" panose="020B0604020202020204" pitchFamily="34" charset="0"/>
                <a:ea typeface="Verdana" pitchFamily="34" charset="0"/>
                <a:cs typeface="Arial" panose="020B0604020202020204" pitchFamily="34" charset="0"/>
              </a:rPr>
              <a:t>Copyright © Infineon Technologies AG 2020. All rights reserved.</a:t>
            </a:r>
          </a:p>
          <a:p>
            <a:pPr algn="ctr"/>
            <a:r>
              <a:rPr lang="en-US" sz="100" b="1" dirty="0">
                <a:noFill/>
                <a:latin typeface="Arial" panose="020B0604020202020204" pitchFamily="34" charset="0"/>
                <a:ea typeface="Verdana" pitchFamily="34" charset="0"/>
                <a:cs typeface="Arial" panose="020B0604020202020204" pitchFamily="34" charset="0"/>
              </a:rPr>
              <a:t>public</a:t>
            </a:r>
          </a:p>
        </p:txBody>
      </p:sp>
      <p:sp>
        <p:nvSpPr>
          <p:cNvPr id="9" name="Date Placeholder" hidden="1"/>
          <p:cNvSpPr>
            <a:spLocks noGrp="1"/>
          </p:cNvSpPr>
          <p:nvPr>
            <p:ph type="dt" sz="quarter" idx="1"/>
            <p:custDataLst>
              <p:tags r:id="rId4"/>
            </p:custDataLst>
          </p:nvPr>
        </p:nvSpPr>
        <p:spPr>
          <a:xfrm>
            <a:off x="7104063" y="10234613"/>
            <a:ext cx="0" cy="0"/>
          </a:xfrm>
          <a:prstGeom prst="rect">
            <a:avLst/>
          </a:prstGeom>
        </p:spPr>
        <p:txBody>
          <a:bodyPr vert="horz" lIns="91440" tIns="45720" rIns="91440" bIns="45720" rtlCol="0" anchor="ctr"/>
          <a:lstStyle>
            <a:lvl1pPr algn="r">
              <a:defRPr sz="1200"/>
            </a:lvl1pPr>
          </a:lstStyle>
          <a:p>
            <a:pPr algn="l"/>
            <a:fld id="{A8F4C974-FF7A-4D7E-875F-E87C01A76215}" type="datetime7">
              <a:rPr lang="en-US" sz="100" smtClean="0">
                <a:noFill/>
                <a:latin typeface="Arial" panose="020B0604020202020204" pitchFamily="34" charset="0"/>
                <a:ea typeface="Verdana" pitchFamily="34" charset="0"/>
                <a:cs typeface="Arial" panose="020B0604020202020204" pitchFamily="34" charset="0"/>
              </a:rPr>
              <a:t>Dec-25</a:t>
            </a:fld>
            <a:endParaRPr lang="en-US" sz="100" dirty="0">
              <a:noFill/>
              <a:latin typeface="Arial" panose="020B0604020202020204" pitchFamily="34" charset="0"/>
              <a:ea typeface="Verdana" pitchFamily="34" charset="0"/>
              <a:cs typeface="Arial" panose="020B0604020202020204" pitchFamily="34" charset="0"/>
            </a:endParaRPr>
          </a:p>
        </p:txBody>
      </p:sp>
      <p:sp>
        <p:nvSpPr>
          <p:cNvPr id="10" name="Slide Number Placeholder"/>
          <p:cNvSpPr>
            <a:spLocks noGrp="1"/>
          </p:cNvSpPr>
          <p:nvPr>
            <p:ph type="sldNum" sz="quarter" idx="3"/>
          </p:nvPr>
        </p:nvSpPr>
        <p:spPr>
          <a:xfrm>
            <a:off x="6001946" y="9833798"/>
            <a:ext cx="612411" cy="288000"/>
          </a:xfrm>
          <a:prstGeom prst="rect">
            <a:avLst/>
          </a:prstGeom>
        </p:spPr>
        <p:txBody>
          <a:bodyPr vert="horz" lIns="0" tIns="0" rIns="0" bIns="0" rtlCol="0" anchor="ctr"/>
          <a:lstStyle>
            <a:lvl1pPr algn="r">
              <a:defRPr sz="1200"/>
            </a:lvl1pPr>
          </a:lstStyle>
          <a:p>
            <a:fld id="{4F5EA4BF-E9AE-43AF-B3B0-E8B2B4D213BF}" type="slidenum">
              <a:rPr lang="en-US" sz="800">
                <a:solidFill>
                  <a:srgbClr val="928285"/>
                </a:solidFill>
                <a:latin typeface="Arial" panose="020B0604020202020204" pitchFamily="34" charset="0"/>
                <a:ea typeface="Verdana" pitchFamily="34" charset="0"/>
                <a:cs typeface="Arial" panose="020B0604020202020204" pitchFamily="34" charset="0"/>
              </a:rPr>
              <a:pPr/>
              <a:t>‹#›</a:t>
            </a:fld>
            <a:endParaRPr lang="en-US" sz="80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2" name="empower_document_placeholder" hidden="1">
            <a:extLst>
              <a:ext uri="{FF2B5EF4-FFF2-40B4-BE49-F238E27FC236}">
                <a16:creationId xmlns:a16="http://schemas.microsoft.com/office/drawing/2014/main" id="{AB77BC53-8E05-4977-B193-6A6AD69A870A}"/>
              </a:ext>
            </a:extLst>
          </p:cNvPr>
          <p:cNvSpPr txBox="1"/>
          <p:nvPr userDrawn="1">
            <p:custDataLst>
              <p:tags r:id="rId5"/>
            </p:custDataLst>
          </p:nvPr>
        </p:nvSpPr>
        <p:spPr bwMode="auto">
          <a:xfrm>
            <a:off x="489638" y="426585"/>
            <a:ext cx="2593739"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[Owner:   Doc ID:   Vers.: ]</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3" name="empower_proprietary_placeholder" hidden="1">
            <a:extLst>
              <a:ext uri="{FF2B5EF4-FFF2-40B4-BE49-F238E27FC236}">
                <a16:creationId xmlns:a16="http://schemas.microsoft.com/office/drawing/2014/main" id="{8A3F532B-9233-4B6C-A1AE-20F78C1A46B8}"/>
              </a:ext>
            </a:extLst>
          </p:cNvPr>
          <p:cNvSpPr txBox="1"/>
          <p:nvPr userDrawn="1">
            <p:custDataLst>
              <p:tags r:id="rId6"/>
            </p:custDataLst>
          </p:nvPr>
        </p:nvSpPr>
        <p:spPr bwMode="auto">
          <a:xfrm>
            <a:off x="5641705" y="9545798"/>
            <a:ext cx="972652"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Infineon Proprietary</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4" name="empower_draft_placeholder" hidden="1">
            <a:extLst>
              <a:ext uri="{FF2B5EF4-FFF2-40B4-BE49-F238E27FC236}">
                <a16:creationId xmlns:a16="http://schemas.microsoft.com/office/drawing/2014/main" id="{707F235E-2AB2-45AA-AAE4-3CA5D9E6B283}"/>
              </a:ext>
            </a:extLst>
          </p:cNvPr>
          <p:cNvSpPr txBox="1"/>
          <p:nvPr userDrawn="1">
            <p:custDataLst>
              <p:tags r:id="rId7"/>
            </p:custDataLst>
          </p:nvPr>
        </p:nvSpPr>
        <p:spPr bwMode="auto">
          <a:xfrm>
            <a:off x="489638" y="9545798"/>
            <a:ext cx="360604"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 DRAFT -</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5" name="empower_footer_placeholder">
            <a:extLst>
              <a:ext uri="{FF2B5EF4-FFF2-40B4-BE49-F238E27FC236}">
                <a16:creationId xmlns:a16="http://schemas.microsoft.com/office/drawing/2014/main" id="{5B6337D7-EF4A-437B-98C9-7A76CBDDE797}"/>
              </a:ext>
            </a:extLst>
          </p:cNvPr>
          <p:cNvSpPr txBox="1"/>
          <p:nvPr userDrawn="1">
            <p:custDataLst>
              <p:tags r:id="rId8"/>
            </p:custDataLst>
          </p:nvPr>
        </p:nvSpPr>
        <p:spPr bwMode="auto">
          <a:xfrm>
            <a:off x="2002823" y="9833798"/>
            <a:ext cx="309842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a:solidFill>
                  <a:srgbClr val="928285"/>
                </a:solidFill>
                <a:latin typeface="Arial" panose="020B0604020202020204" pitchFamily="34" charset="0"/>
                <a:ea typeface="Verdana" pitchFamily="34" charset="0"/>
                <a:cs typeface="Arial" panose="020B0604020202020204" pitchFamily="34" charset="0"/>
              </a:rPr>
              <a:t>Copyright © Infineon Technologies AG 2025. All rights reserved.</a:t>
            </a:r>
            <a:endParaRPr lang="en-US"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16" name="empower_classification_attention_placeholder" hidden="1">
            <a:extLst>
              <a:ext uri="{FF2B5EF4-FFF2-40B4-BE49-F238E27FC236}">
                <a16:creationId xmlns:a16="http://schemas.microsoft.com/office/drawing/2014/main" id="{07AA87B6-2D72-4228-A7D0-DDCA437050BF}"/>
              </a:ext>
            </a:extLst>
          </p:cNvPr>
          <p:cNvSpPr txBox="1"/>
          <p:nvPr userDrawn="1">
            <p:custDataLst>
              <p:tags r:id="rId9"/>
            </p:custDataLst>
          </p:nvPr>
        </p:nvSpPr>
        <p:spPr bwMode="auto">
          <a:xfrm>
            <a:off x="3065779" y="426585"/>
            <a:ext cx="972507"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public</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6" name="empower_classification_placeholder">
            <a:extLst>
              <a:ext uri="{FF2B5EF4-FFF2-40B4-BE49-F238E27FC236}">
                <a16:creationId xmlns:a16="http://schemas.microsoft.com/office/drawing/2014/main" id="{162FD7ED-CC36-4F26-ADD4-95B9EFF2AE3D}"/>
              </a:ext>
            </a:extLst>
          </p:cNvPr>
          <p:cNvSpPr txBox="1"/>
          <p:nvPr userDrawn="1">
            <p:custDataLst>
              <p:tags r:id="rId10"/>
            </p:custDataLst>
          </p:nvPr>
        </p:nvSpPr>
        <p:spPr bwMode="auto">
          <a:xfrm>
            <a:off x="3064382" y="426585"/>
            <a:ext cx="973904"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928285"/>
                </a:solidFill>
                <a:latin typeface="Arial" panose="020B0604020202020204" pitchFamily="34" charset="0"/>
                <a:ea typeface="Verdana" pitchFamily="34" charset="0"/>
                <a:cs typeface="Arial" panose="020B0604020202020204" pitchFamily="34" charset="0"/>
              </a:rPr>
              <a:t>public</a:t>
            </a:r>
            <a:endParaRPr lang="de-DE" sz="800" b="1"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14" name="empower_date_placeholder">
            <a:extLst>
              <a:ext uri="{FF2B5EF4-FFF2-40B4-BE49-F238E27FC236}">
                <a16:creationId xmlns:a16="http://schemas.microsoft.com/office/drawing/2014/main" id="{17C46F5C-5E8F-4CC2-80E6-B88261E13B5B}"/>
              </a:ext>
            </a:extLst>
          </p:cNvPr>
          <p:cNvSpPr txBox="1"/>
          <p:nvPr userDrawn="1">
            <p:custDataLst>
              <p:tags r:id="rId11"/>
            </p:custDataLst>
          </p:nvPr>
        </p:nvSpPr>
        <p:spPr bwMode="auto">
          <a:xfrm>
            <a:off x="489637" y="9833798"/>
            <a:ext cx="612411"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11 Nov 2025</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pic>
        <p:nvPicPr>
          <p:cNvPr id="26" name="Logo"/>
          <p:cNvPicPr>
            <a:picLocks noChangeAspect="1" noChangeArrowheads="1"/>
          </p:cNvPicPr>
          <p:nvPr/>
        </p:nvPicPr>
        <p:blipFill>
          <a:blip r:embed="rId12" cstate="print"/>
          <a:srcRect/>
          <a:stretch>
            <a:fillRect/>
          </a:stretch>
        </p:blipFill>
        <p:spPr bwMode="auto">
          <a:xfrm>
            <a:off x="5660867" y="295163"/>
            <a:ext cx="881477" cy="419422"/>
          </a:xfrm>
          <a:prstGeom prst="rect">
            <a:avLst/>
          </a:prstGeom>
          <a:noFill/>
          <a:ln w="9525">
            <a:noFill/>
            <a:miter lim="800000"/>
            <a:headEnd/>
            <a:tailEnd/>
          </a:ln>
          <a:effectLst/>
        </p:spPr>
      </p:pic>
    </p:spTree>
    <p:extLst>
      <p:ext uri="{BB962C8B-B14F-4D97-AF65-F5344CB8AC3E}">
        <p14:creationId xmlns:p14="http://schemas.microsoft.com/office/powerpoint/2010/main" val="3594286928"/>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8" Type="http://schemas.openxmlformats.org/officeDocument/2006/relationships/tags" Target="../tags/tag200.xml"/><Relationship Id="rId3" Type="http://schemas.openxmlformats.org/officeDocument/2006/relationships/tags" Target="../tags/tag195.xml"/><Relationship Id="rId7" Type="http://schemas.openxmlformats.org/officeDocument/2006/relationships/tags" Target="../tags/tag199.xml"/><Relationship Id="rId12" Type="http://schemas.openxmlformats.org/officeDocument/2006/relationships/image" Target="../media/image5.png"/><Relationship Id="rId2" Type="http://schemas.openxmlformats.org/officeDocument/2006/relationships/tags" Target="../tags/tag194.xml"/><Relationship Id="rId1" Type="http://schemas.openxmlformats.org/officeDocument/2006/relationships/theme" Target="../theme/theme2.xml"/><Relationship Id="rId6" Type="http://schemas.openxmlformats.org/officeDocument/2006/relationships/tags" Target="../tags/tag198.xml"/><Relationship Id="rId11" Type="http://schemas.openxmlformats.org/officeDocument/2006/relationships/tags" Target="../tags/tag203.xml"/><Relationship Id="rId5" Type="http://schemas.openxmlformats.org/officeDocument/2006/relationships/tags" Target="../tags/tag197.xml"/><Relationship Id="rId10" Type="http://schemas.openxmlformats.org/officeDocument/2006/relationships/tags" Target="../tags/tag202.xml"/><Relationship Id="rId4" Type="http://schemas.openxmlformats.org/officeDocument/2006/relationships/tags" Target="../tags/tag196.xml"/><Relationship Id="rId9" Type="http://schemas.openxmlformats.org/officeDocument/2006/relationships/tags" Target="../tags/tag20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6" name="Slide"/>
          <p:cNvSpPr>
            <a:spLocks noGrp="1" noRot="1" noChangeAspect="1" noChangeArrowheads="1" noTextEdit="1"/>
          </p:cNvSpPr>
          <p:nvPr>
            <p:ph type="sldImg" idx="2"/>
          </p:nvPr>
        </p:nvSpPr>
        <p:spPr bwMode="auto">
          <a:xfrm>
            <a:off x="455613" y="1012825"/>
            <a:ext cx="6192837" cy="3482975"/>
          </a:xfrm>
          <a:prstGeom prst="rect">
            <a:avLst/>
          </a:prstGeom>
          <a:noFill/>
          <a:ln w="9525">
            <a:solidFill>
              <a:srgbClr val="000000"/>
            </a:solidFill>
            <a:miter lim="800000"/>
            <a:headEnd/>
            <a:tailEnd/>
          </a:ln>
          <a:effectLst/>
        </p:spPr>
      </p:sp>
      <p:sp>
        <p:nvSpPr>
          <p:cNvPr id="84997" name="Notes"/>
          <p:cNvSpPr>
            <a:spLocks noGrp="1" noChangeArrowheads="1"/>
          </p:cNvSpPr>
          <p:nvPr>
            <p:ph type="body" sz="quarter" idx="3"/>
          </p:nvPr>
        </p:nvSpPr>
        <p:spPr bwMode="auto">
          <a:xfrm>
            <a:off x="453610" y="4757266"/>
            <a:ext cx="6196122" cy="478323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dirty="0"/>
              <a:t>Enter Notes</a:t>
            </a:r>
          </a:p>
        </p:txBody>
      </p:sp>
      <p:sp>
        <p:nvSpPr>
          <p:cNvPr id="28" name="Header Placeholder" hidden="1"/>
          <p:cNvSpPr>
            <a:spLocks noGrp="1" noChangeArrowheads="1"/>
          </p:cNvSpPr>
          <p:nvPr>
            <p:ph type="hdr" sz="quarter"/>
            <p:custDataLst>
              <p:tags r:id="rId2"/>
            </p:custDataLst>
          </p:nvPr>
        </p:nvSpPr>
        <p:spPr bwMode="auto">
          <a:xfrm>
            <a:off x="7104063" y="0"/>
            <a:ext cx="0" cy="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defTabSz="955819">
              <a:defRPr sz="100">
                <a:noFill/>
                <a:latin typeface="Arial" panose="020B0604020202020204" pitchFamily="34" charset="0"/>
                <a:cs typeface="Arial" panose="020B0604020202020204" pitchFamily="34" charset="0"/>
              </a:defRPr>
            </a:lvl1pPr>
          </a:lstStyle>
          <a:p>
            <a:endParaRPr lang="en-US" sz="100" dirty="0"/>
          </a:p>
        </p:txBody>
      </p:sp>
      <p:sp>
        <p:nvSpPr>
          <p:cNvPr id="10" name="Footer Placeholder" hidden="1"/>
          <p:cNvSpPr>
            <a:spLocks noGrp="1"/>
          </p:cNvSpPr>
          <p:nvPr>
            <p:ph type="ftr" sz="quarter" idx="4"/>
            <p:custDataLst>
              <p:tags r:id="rId3"/>
            </p:custDataLst>
          </p:nvPr>
        </p:nvSpPr>
        <p:spPr>
          <a:xfrm>
            <a:off x="7104063" y="10234613"/>
            <a:ext cx="0" cy="0"/>
          </a:xfrm>
          <a:prstGeom prst="rect">
            <a:avLst/>
          </a:prstGeom>
        </p:spPr>
        <p:txBody>
          <a:bodyPr vert="horz" lIns="91440" tIns="45720" rIns="91440" bIns="45720" rtlCol="0" anchor="ctr"/>
          <a:lstStyle>
            <a:lvl1pPr algn="ctr">
              <a:defRPr sz="100">
                <a:noFill/>
                <a:latin typeface="Verdana" pitchFamily="34" charset="0"/>
                <a:ea typeface="Verdana" pitchFamily="34" charset="0"/>
                <a:cs typeface="Verdana" pitchFamily="34" charset="0"/>
              </a:defRPr>
            </a:lvl1p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11" name="Date Placeholder" hidden="1"/>
          <p:cNvSpPr>
            <a:spLocks noGrp="1"/>
          </p:cNvSpPr>
          <p:nvPr>
            <p:ph type="dt" idx="1"/>
            <p:custDataLst>
              <p:tags r:id="rId4"/>
            </p:custDataLst>
          </p:nvPr>
        </p:nvSpPr>
        <p:spPr>
          <a:xfrm>
            <a:off x="7104063" y="10234613"/>
            <a:ext cx="0" cy="0"/>
          </a:xfrm>
          <a:prstGeom prst="rect">
            <a:avLst/>
          </a:prstGeom>
        </p:spPr>
        <p:txBody>
          <a:bodyPr vert="horz" lIns="91440" tIns="45720" rIns="91440" bIns="45720" rtlCol="0" anchor="ctr"/>
          <a:lstStyle>
            <a:lvl1pPr algn="l">
              <a:defRPr sz="100">
                <a:noFill/>
                <a:latin typeface="Arial" panose="020B0604020202020204" pitchFamily="34" charset="0"/>
                <a:ea typeface="Verdana" pitchFamily="34" charset="0"/>
                <a:cs typeface="Arial" panose="020B0604020202020204" pitchFamily="34" charset="0"/>
              </a:defRPr>
            </a:lvl1pPr>
          </a:lstStyle>
          <a:p>
            <a:fld id="{7934E32A-B485-42C1-9192-CCC268DBD90E}" type="datetime7">
              <a:rPr lang="en-US" smtClean="0"/>
              <a:t>Dec-25</a:t>
            </a:fld>
            <a:endParaRPr lang="en-US" dirty="0"/>
          </a:p>
        </p:txBody>
      </p:sp>
      <p:sp>
        <p:nvSpPr>
          <p:cNvPr id="12" name="Slide Number Placeholder"/>
          <p:cNvSpPr>
            <a:spLocks noGrp="1"/>
          </p:cNvSpPr>
          <p:nvPr>
            <p:ph type="sldNum" sz="quarter" idx="5"/>
          </p:nvPr>
        </p:nvSpPr>
        <p:spPr>
          <a:xfrm>
            <a:off x="6037322" y="9833798"/>
            <a:ext cx="612411" cy="288000"/>
          </a:xfrm>
          <a:prstGeom prst="rect">
            <a:avLst/>
          </a:prstGeom>
        </p:spPr>
        <p:txBody>
          <a:bodyPr vert="horz" lIns="0" tIns="0" rIns="0" bIns="0" rtlCol="0" anchor="ctr"/>
          <a:lstStyle>
            <a:lvl1pPr algn="r">
              <a:defRPr sz="800">
                <a:solidFill>
                  <a:srgbClr val="928285"/>
                </a:solidFill>
                <a:latin typeface="Verdana" pitchFamily="34" charset="0"/>
                <a:ea typeface="Verdana" pitchFamily="34" charset="0"/>
                <a:cs typeface="Verdana" pitchFamily="34" charset="0"/>
              </a:defRPr>
            </a:lvl1pPr>
          </a:lstStyle>
          <a:p>
            <a:fld id="{4165D906-55BD-49C5-997D-27A40DB53D15}" type="slidenum">
              <a:rPr lang="en-US">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sp>
        <p:nvSpPr>
          <p:cNvPr id="2" name="empower_document_placeholder" hidden="1">
            <a:extLst>
              <a:ext uri="{FF2B5EF4-FFF2-40B4-BE49-F238E27FC236}">
                <a16:creationId xmlns:a16="http://schemas.microsoft.com/office/drawing/2014/main" id="{E8AE2277-2635-47CE-8461-F921E010AD66}"/>
              </a:ext>
            </a:extLst>
          </p:cNvPr>
          <p:cNvSpPr txBox="1"/>
          <p:nvPr userDrawn="1">
            <p:custDataLst>
              <p:tags r:id="rId5"/>
            </p:custDataLst>
          </p:nvPr>
        </p:nvSpPr>
        <p:spPr bwMode="auto">
          <a:xfrm>
            <a:off x="453610" y="426585"/>
            <a:ext cx="2593739"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[Owner:   Doc ID:   Vers.: ]</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3" name="empower_proprietary_placeholder" hidden="1">
            <a:extLst>
              <a:ext uri="{FF2B5EF4-FFF2-40B4-BE49-F238E27FC236}">
                <a16:creationId xmlns:a16="http://schemas.microsoft.com/office/drawing/2014/main" id="{1ED6373F-3656-4DFD-9B9C-BC0ABABA2CBF}"/>
              </a:ext>
            </a:extLst>
          </p:cNvPr>
          <p:cNvSpPr txBox="1"/>
          <p:nvPr userDrawn="1">
            <p:custDataLst>
              <p:tags r:id="rId6"/>
            </p:custDataLst>
          </p:nvPr>
        </p:nvSpPr>
        <p:spPr bwMode="auto">
          <a:xfrm>
            <a:off x="5677080" y="9545798"/>
            <a:ext cx="972652"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Infineon Proprietary</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4" name="empower_draft_placeholder" hidden="1">
            <a:extLst>
              <a:ext uri="{FF2B5EF4-FFF2-40B4-BE49-F238E27FC236}">
                <a16:creationId xmlns:a16="http://schemas.microsoft.com/office/drawing/2014/main" id="{3D3123B4-E08C-4CCD-9703-AD1F689F1FB7}"/>
              </a:ext>
            </a:extLst>
          </p:cNvPr>
          <p:cNvSpPr txBox="1"/>
          <p:nvPr userDrawn="1">
            <p:custDataLst>
              <p:tags r:id="rId7"/>
            </p:custDataLst>
          </p:nvPr>
        </p:nvSpPr>
        <p:spPr bwMode="auto">
          <a:xfrm>
            <a:off x="453610" y="9545798"/>
            <a:ext cx="360604"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 DRAFT -</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5" name="empower_footer_placeholder">
            <a:extLst>
              <a:ext uri="{FF2B5EF4-FFF2-40B4-BE49-F238E27FC236}">
                <a16:creationId xmlns:a16="http://schemas.microsoft.com/office/drawing/2014/main" id="{7E51E007-F5B3-45C7-900F-9B0FFE9F37F6}"/>
              </a:ext>
            </a:extLst>
          </p:cNvPr>
          <p:cNvSpPr txBox="1"/>
          <p:nvPr userDrawn="1">
            <p:custDataLst>
              <p:tags r:id="rId8"/>
            </p:custDataLst>
          </p:nvPr>
        </p:nvSpPr>
        <p:spPr bwMode="auto">
          <a:xfrm>
            <a:off x="2002823" y="9833798"/>
            <a:ext cx="309842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a:solidFill>
                  <a:srgbClr val="928285"/>
                </a:solidFill>
                <a:latin typeface="Arial" panose="020B0604020202020204" pitchFamily="34" charset="0"/>
                <a:ea typeface="Verdana" pitchFamily="34" charset="0"/>
                <a:cs typeface="Arial" panose="020B0604020202020204" pitchFamily="34" charset="0"/>
              </a:rPr>
              <a:t>Copyright © Infineon Technologies AG 2025. All rights reserved.</a:t>
            </a:r>
            <a:endParaRPr lang="en-US"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6" name="empower_classification_attention_placeholder" hidden="1">
            <a:extLst>
              <a:ext uri="{FF2B5EF4-FFF2-40B4-BE49-F238E27FC236}">
                <a16:creationId xmlns:a16="http://schemas.microsoft.com/office/drawing/2014/main" id="{CD1E0C77-9862-4B96-A3C1-8F3320EB5330}"/>
              </a:ext>
            </a:extLst>
          </p:cNvPr>
          <p:cNvSpPr txBox="1"/>
          <p:nvPr userDrawn="1">
            <p:custDataLst>
              <p:tags r:id="rId9"/>
            </p:custDataLst>
          </p:nvPr>
        </p:nvSpPr>
        <p:spPr bwMode="auto">
          <a:xfrm>
            <a:off x="3065779" y="426585"/>
            <a:ext cx="972507"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public</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7" name="empower_classification_placeholder">
            <a:extLst>
              <a:ext uri="{FF2B5EF4-FFF2-40B4-BE49-F238E27FC236}">
                <a16:creationId xmlns:a16="http://schemas.microsoft.com/office/drawing/2014/main" id="{9F464BB7-63C3-4B8A-A50E-5FC32FA6A18F}"/>
              </a:ext>
            </a:extLst>
          </p:cNvPr>
          <p:cNvSpPr txBox="1"/>
          <p:nvPr userDrawn="1">
            <p:custDataLst>
              <p:tags r:id="rId10"/>
            </p:custDataLst>
          </p:nvPr>
        </p:nvSpPr>
        <p:spPr bwMode="auto">
          <a:xfrm>
            <a:off x="3064382" y="426585"/>
            <a:ext cx="973904"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928285"/>
                </a:solidFill>
                <a:latin typeface="Arial" panose="020B0604020202020204" pitchFamily="34" charset="0"/>
                <a:ea typeface="Verdana" pitchFamily="34" charset="0"/>
                <a:cs typeface="Arial" panose="020B0604020202020204" pitchFamily="34" charset="0"/>
              </a:rPr>
              <a:t>public</a:t>
            </a:r>
            <a:endParaRPr lang="de-DE" sz="800" b="1"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8" name="empower_date_placeholder">
            <a:extLst>
              <a:ext uri="{FF2B5EF4-FFF2-40B4-BE49-F238E27FC236}">
                <a16:creationId xmlns:a16="http://schemas.microsoft.com/office/drawing/2014/main" id="{7E930412-6BBA-43BF-B0D5-11DDE46E471E}"/>
              </a:ext>
            </a:extLst>
          </p:cNvPr>
          <p:cNvSpPr txBox="1"/>
          <p:nvPr userDrawn="1">
            <p:custDataLst>
              <p:tags r:id="rId11"/>
            </p:custDataLst>
          </p:nvPr>
        </p:nvSpPr>
        <p:spPr bwMode="auto">
          <a:xfrm>
            <a:off x="453610" y="9833798"/>
            <a:ext cx="612411"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11 Nov 2025</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pic>
        <p:nvPicPr>
          <p:cNvPr id="32" name="Logo"/>
          <p:cNvPicPr>
            <a:picLocks noChangeAspect="1" noChangeArrowheads="1"/>
          </p:cNvPicPr>
          <p:nvPr/>
        </p:nvPicPr>
        <p:blipFill>
          <a:blip r:embed="rId12" cstate="print"/>
          <a:srcRect/>
          <a:stretch>
            <a:fillRect/>
          </a:stretch>
        </p:blipFill>
        <p:spPr bwMode="auto">
          <a:xfrm>
            <a:off x="5660867" y="295163"/>
            <a:ext cx="881477" cy="419422"/>
          </a:xfrm>
          <a:prstGeom prst="rect">
            <a:avLst/>
          </a:prstGeom>
          <a:noFill/>
          <a:ln w="9525">
            <a:noFill/>
            <a:miter lim="800000"/>
            <a:headEnd/>
            <a:tailEnd/>
          </a:ln>
          <a:effectLst/>
        </p:spPr>
      </p:pic>
    </p:spTree>
    <p:extLst>
      <p:ext uri="{BB962C8B-B14F-4D97-AF65-F5344CB8AC3E}">
        <p14:creationId xmlns:p14="http://schemas.microsoft.com/office/powerpoint/2010/main" val="123004185"/>
      </p:ext>
    </p:extLst>
  </p:cSld>
  <p:clrMap bg1="lt1" tx1="dk1" bg2="lt2" tx2="dk2" accent1="accent1" accent2="accent2" accent3="accent3" accent4="accent4" accent5="accent5" accent6="accent6" hlink="hlink" folHlink="folHlink"/>
  <p:hf/>
  <p:notesStyle>
    <a:lvl1pPr algn="l"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30000"/>
      </a:spcBef>
      <a:spcAft>
        <a:spcPct val="0"/>
      </a:spcAft>
      <a:defRPr sz="1600" kern="1200">
        <a:solidFill>
          <a:srgbClr val="00214A"/>
        </a:solidFill>
        <a:latin typeface="Verdana" pitchFamily="34" charset="0"/>
        <a:ea typeface="+mn-ea"/>
        <a:cs typeface="+mn-cs"/>
      </a:defRPr>
    </a:lvl2pPr>
    <a:lvl3pPr marL="1219170" algn="l" rtl="0" fontAlgn="base">
      <a:spcBef>
        <a:spcPct val="30000"/>
      </a:spcBef>
      <a:spcAft>
        <a:spcPct val="0"/>
      </a:spcAft>
      <a:defRPr sz="1600" kern="1200">
        <a:solidFill>
          <a:srgbClr val="00214A"/>
        </a:solidFill>
        <a:latin typeface="Verdana" pitchFamily="34" charset="0"/>
        <a:ea typeface="+mn-ea"/>
        <a:cs typeface="+mn-cs"/>
      </a:defRPr>
    </a:lvl3pPr>
    <a:lvl4pPr marL="1828754" algn="l" rtl="0" fontAlgn="base">
      <a:spcBef>
        <a:spcPct val="30000"/>
      </a:spcBef>
      <a:spcAft>
        <a:spcPct val="0"/>
      </a:spcAft>
      <a:defRPr sz="1600" kern="1200">
        <a:solidFill>
          <a:srgbClr val="00214A"/>
        </a:solidFill>
        <a:latin typeface="Verdana" pitchFamily="34" charset="0"/>
        <a:ea typeface="+mn-ea"/>
        <a:cs typeface="+mn-cs"/>
      </a:defRPr>
    </a:lvl4pPr>
    <a:lvl5pPr marL="2438339" algn="l" rtl="0" fontAlgn="base">
      <a:spcBef>
        <a:spcPct val="30000"/>
      </a:spcBef>
      <a:spcAft>
        <a:spcPct val="0"/>
      </a:spcAft>
      <a:defRPr sz="1600" kern="1200">
        <a:solidFill>
          <a:srgbClr val="00214A"/>
        </a:solidFill>
        <a:latin typeface="Verdana"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Hello attendees, a warm welcome to all of you. This presentation provides an overview of the development ecosystem and resources available for PSOC™ Edge E84.</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It also explains how to get started on PSOC™ Edge E84 through code examples at the end of the presentation.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Let’s get started!</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D610C3EC-8897-4A61-8514-DCC69BBB3EE8}"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6632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training will first explore the ecosystem available for the PSOC™ Edge. After touring the ecosystem, we will experience firsthand several aspects of it as we write our first code example, utilizing the classic 'Hello World' with Blinky in one application. Finally, we will approach a code example that highlights the basic interaction between the PSOC™ Edge's dual cores, the Cortex®-M33 and Cortex®-M55.</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public</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fld id="{7934E32A-B485-42C1-9192-CCC268DBD90E}" type="datetime7">
              <a:rPr lang="en-US" smtClean="0"/>
              <a:t>Dec-25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0330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PSOC™ Edge Development Ecosystem provides developers with intuitive, end-to-end workflows and resources that accelerate development by putting reference materials at their fingertips, offering easy-to-use and feature-rich configurator tools, as well as middleware, that abstract low-level MCU details. This allows developers to focus on getting their applications to market quickly. In addition, the ecosystem enables developers to integrate their favorite IDE, provide real-time control with supported RTOS environments like Zephyr and </a:t>
            </a:r>
            <a:r>
              <a:rPr lang="en-US" dirty="0" err="1"/>
              <a:t>FreeRTOS</a:t>
            </a:r>
            <a:r>
              <a:rPr lang="en-US" dirty="0"/>
              <a:t>, implement advanced Edge ML models, and industry-leading security measures. Further, the ecosystem offers flexible options that fit a team's workflow, allowing for seamless integration and development.</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public</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fld id="{7934E32A-B485-42C1-9192-CCC268DBD90E}" type="datetime7">
              <a:rPr lang="en-US" smtClean="0"/>
              <a:t>Dec-25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6182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IN" dirty="0"/>
              <a:t>Here is the list of PSOC™ Edge E84 resources. Resources play a vital role in the success of any product.</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I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dirty="0"/>
              <a:t>[Press Enter for animation] </a:t>
            </a:r>
            <a:r>
              <a:rPr lang="en-IN" sz="1200" b="0" dirty="0"/>
              <a:t>PSOC™ Edge E84 MCU product page for </a:t>
            </a:r>
            <a:r>
              <a:rPr lang="en-IN" sz="1200" b="0" i="0" u="none" strike="noStrike" kern="1200" baseline="0" dirty="0">
                <a:solidFill>
                  <a:schemeClr val="tx1"/>
                </a:solidFill>
                <a:latin typeface="Arial" panose="020B0604020202020204" pitchFamily="34" charset="0"/>
                <a:ea typeface="+mn-ea"/>
                <a:cs typeface="Arial" panose="020B0604020202020204" pitchFamily="34" charset="0"/>
              </a:rPr>
              <a:t>PSOC™ Edge E84 MCU related documents and the </a:t>
            </a:r>
            <a:r>
              <a:rPr lang="en-US" dirty="0"/>
              <a:t>PSOC™ </a:t>
            </a:r>
            <a:r>
              <a:rPr lang="en-IN" sz="1200" b="0" i="0" u="none" strike="noStrike" kern="1200" baseline="0" dirty="0">
                <a:solidFill>
                  <a:schemeClr val="tx1"/>
                </a:solidFill>
                <a:latin typeface="Arial" panose="020B0604020202020204" pitchFamily="34" charset="0"/>
                <a:ea typeface="+mn-ea"/>
                <a:cs typeface="Arial" panose="020B0604020202020204" pitchFamily="34" charset="0"/>
              </a:rPr>
              <a:t>Developers Journey</a:t>
            </a:r>
            <a:endParaRPr lang="en-IN" sz="1200" b="0"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lang="en-IN" sz="1200" b="0"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dirty="0"/>
              <a:t>[Press Enter for animation] </a:t>
            </a:r>
            <a:r>
              <a:rPr lang="en-IN" sz="1200" b="0" i="0" u="none" strike="noStrike" kern="1200" baseline="0" dirty="0">
                <a:solidFill>
                  <a:schemeClr val="tx1"/>
                </a:solidFill>
                <a:latin typeface="Arial" panose="020B0604020202020204" pitchFamily="34" charset="0"/>
                <a:ea typeface="+mn-ea"/>
                <a:cs typeface="Arial" panose="020B0604020202020204" pitchFamily="34" charset="0"/>
              </a:rPr>
              <a:t>PSOC™ Edge E84 MCU </a:t>
            </a:r>
            <a:r>
              <a:rPr lang="en-GB" b="0" dirty="0"/>
              <a:t>d</a:t>
            </a:r>
            <a:r>
              <a:rPr lang="en-GB" dirty="0"/>
              <a:t>atasheets that describe and provide electrical specifications for each device family</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sz="1200" b="1"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dirty="0"/>
              <a:t>[Press Enter for animation] Technical</a:t>
            </a:r>
            <a:r>
              <a:rPr lang="en-GB" dirty="0"/>
              <a:t> reference manuals (TRMs) provide detailed descriptions of the architecture and registers in each device family.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b="0"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dirty="0"/>
              <a:t>[Press Enter for animation] </a:t>
            </a:r>
            <a:r>
              <a:rPr lang="en-GB" dirty="0"/>
              <a:t>Application notes and Code examples cover a broad range of topics, from basic to advanced. You can browse our collection of application notes and code examples</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08881FA0-515F-4122-844C-8C35E7170143}"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7943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panose="020B0604020202020204" pitchFamily="34" charset="0"/>
                <a:ea typeface="+mn-ea"/>
                <a:cs typeface="Arial" panose="020B0604020202020204" pitchFamily="34" charset="0"/>
              </a:rPr>
              <a:t>For Firmware or application development, development tools are necessary.</a:t>
            </a:r>
          </a:p>
          <a:p>
            <a:endParaRPr lang="en-US" sz="1200" b="0" i="0" kern="1200" dirty="0">
              <a:solidFill>
                <a:schemeClr val="tx1"/>
              </a:solidFill>
              <a:effectLst/>
              <a:latin typeface="Arial" panose="020B0604020202020204" pitchFamily="34" charset="0"/>
              <a:ea typeface="+mn-ea"/>
              <a:cs typeface="Arial" panose="020B0604020202020204" pitchFamily="34" charset="0"/>
            </a:endParaRPr>
          </a:p>
          <a:p>
            <a:r>
              <a:rPr lang="en-US" sz="1200" b="0" i="0" kern="1200" dirty="0">
                <a:solidFill>
                  <a:schemeClr val="tx1"/>
                </a:solidFill>
                <a:effectLst/>
                <a:latin typeface="Arial" panose="020B0604020202020204" pitchFamily="34" charset="0"/>
                <a:ea typeface="+mn-ea"/>
                <a:cs typeface="Arial" panose="020B0604020202020204" pitchFamily="34" charset="0"/>
              </a:rPr>
              <a:t>ModusToolbox™ Software is a modern, extensible development environment supporting a wide range of Infineon MCUs, including PSOC™ Edge E84.</a:t>
            </a:r>
          </a:p>
          <a:p>
            <a:endParaRPr lang="en-US" sz="1200" b="0" i="0" kern="1200" dirty="0">
              <a:solidFill>
                <a:schemeClr val="tx1"/>
              </a:solidFill>
              <a:effectLst/>
              <a:latin typeface="Arial" panose="020B0604020202020204" pitchFamily="34" charset="0"/>
              <a:ea typeface="+mn-ea"/>
              <a:cs typeface="Arial" panose="020B0604020202020204" pitchFamily="34" charset="0"/>
            </a:endParaRPr>
          </a:p>
          <a:p>
            <a:r>
              <a:rPr lang="en-US" dirty="0"/>
              <a:t>The </a:t>
            </a:r>
            <a:r>
              <a:rPr lang="en-US" dirty="0" err="1"/>
              <a:t>ModusToolbox</a:t>
            </a:r>
            <a:r>
              <a:rPr lang="en-US" dirty="0"/>
              <a:t>™ tools package includes tools and configurators for creating and managing your application, as well as configuring your device. With </a:t>
            </a:r>
            <a:r>
              <a:rPr lang="en-US" dirty="0" err="1"/>
              <a:t>ModusToolbox</a:t>
            </a:r>
            <a:r>
              <a:rPr lang="en-US" dirty="0"/>
              <a:t>, you can choose your preferred compiler, IDE, RTOS, and ecosystem while maintaining usability, and easily create applications that leverage our industry-leading CAPSENSE™ (Human-Machine Interface), AIROC™ Wi-Fi and Bluetooth®, security, and various other features.</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It also provides the Make build system infrastructure allowing you to control the build flow and build your application across platforms.</a:t>
            </a:r>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0DA07B6B-2C78-44BC-B297-C840B774EBA0}"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77949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ModusToolbox</a:t>
            </a:r>
            <a:r>
              <a:rPr lang="en-US" dirty="0"/>
              <a:t>™ software supports 3rd-party IDEs like </a:t>
            </a:r>
          </a:p>
          <a:p>
            <a:endParaRPr lang="en-US" b="0" dirty="0"/>
          </a:p>
          <a:p>
            <a:r>
              <a:rPr lang="en-GB" b="0" dirty="0"/>
              <a:t>[Press Enter for animation] </a:t>
            </a:r>
            <a:r>
              <a:rPr lang="en-US" dirty="0"/>
              <a:t>Eclipse IDE</a:t>
            </a:r>
          </a:p>
          <a:p>
            <a:endParaRPr lang="en-US" dirty="0"/>
          </a:p>
          <a:p>
            <a:r>
              <a:rPr lang="en-GB" b="0" dirty="0"/>
              <a:t>[Press Enter for animation] </a:t>
            </a:r>
            <a:r>
              <a:rPr lang="en-US" dirty="0"/>
              <a:t>Visual Studio Code, Arm® MDK (</a:t>
            </a:r>
            <a:r>
              <a:rPr lang="en-US" dirty="0" err="1"/>
              <a:t>μVision</a:t>
            </a:r>
            <a:r>
              <a:rPr lang="en-US" dirty="0"/>
              <a:t>), and IAR Embedded Workbench. The tools package includes Eclipse IDE for your convenience.</a:t>
            </a:r>
          </a:p>
          <a:p>
            <a:endParaRPr lang="en-US" dirty="0"/>
          </a:p>
          <a:p>
            <a:r>
              <a:rPr lang="en-GB" b="0" dirty="0"/>
              <a:t>[Press Enter for animation] </a:t>
            </a:r>
            <a:r>
              <a:rPr lang="en-US" dirty="0"/>
              <a:t>Additionally, a command line interface is also available for developers who prefer working without a graphical interface.</a:t>
            </a:r>
          </a:p>
          <a:p>
            <a:endParaRPr lang="en-US" dirty="0"/>
          </a:p>
          <a:p>
            <a:r>
              <a:rPr lang="en-GB" b="0" dirty="0"/>
              <a:t>[Press Enter for animation] While the Eclipse IDE for </a:t>
            </a:r>
            <a:r>
              <a:rPr lang="en-GB" b="0" dirty="0" err="1"/>
              <a:t>ModusToolbox</a:t>
            </a:r>
            <a:r>
              <a:rPr lang="en-GB" b="0" dirty="0"/>
              <a:t>™ provides a downloadable binary after the build process</a:t>
            </a:r>
          </a:p>
          <a:p>
            <a:endParaRPr lang="en-GB" b="0" dirty="0"/>
          </a:p>
          <a:p>
            <a:r>
              <a:rPr lang="en-GB" b="0" dirty="0"/>
              <a:t>[Press Enter for animation] IDEs </a:t>
            </a:r>
            <a:r>
              <a:rPr lang="en-GB" b="0" dirty="0" err="1"/>
              <a:t>sucah</a:t>
            </a:r>
            <a:r>
              <a:rPr lang="en-GB" b="0" dirty="0"/>
              <a:t> as IAR Workbench and </a:t>
            </a:r>
            <a:r>
              <a:rPr lang="en-US" dirty="0" err="1"/>
              <a:t>μVision</a:t>
            </a:r>
            <a:r>
              <a:rPr lang="en-US" dirty="0"/>
              <a:t> will require an additional step.</a:t>
            </a:r>
          </a:p>
          <a:p>
            <a:endParaRPr lang="en-US" dirty="0"/>
          </a:p>
          <a:p>
            <a:r>
              <a:rPr lang="en-US" dirty="0"/>
              <a:t>In the next section of this video walk through tools like Project Creator, Library Manager, and a few of the configurators available in ModusToolbox™ for PSOC™ Edge Development.</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80F89330-3EBF-4746-B0DD-6F53889724B0}"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6</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41721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Zephyr and ModusToolbox™ are two different ecosystems and development environments that include support for Infineon devices.</a:t>
            </a:r>
          </a:p>
          <a:p>
            <a:endParaRPr lang="en-US" dirty="0"/>
          </a:p>
          <a:p>
            <a:r>
              <a:rPr lang="en-US" dirty="0"/>
              <a:t>ModusToolbox™ is a targeted ecosystem focused specifically on Infineon devices and the differentiation that can be achieved, while Zephyr is a community‑driven ecosystem with support for a wide range of devices and silicon companies. As such, much of the support in Zephyr focuses on device capabilities that are common across the broader market.</a:t>
            </a:r>
          </a:p>
          <a:p>
            <a:endParaRPr lang="en-US" dirty="0"/>
          </a:p>
          <a:p>
            <a:r>
              <a:rPr lang="en-US" dirty="0"/>
              <a:t>ModusToolbox™ includes support for development within an IDE, including Eclipse, VS Code, and third‑party IDEs like IAR and Keil. Zephyr development is targeted at command‑line users, with some community support for working in VS Code.</a:t>
            </a:r>
          </a:p>
          <a:p>
            <a:endParaRPr lang="en-US" dirty="0"/>
          </a:p>
          <a:p>
            <a:r>
              <a:rPr lang="en-US" dirty="0"/>
              <a:t>Regarding toolchains, ModusToolbox™ includes support for GCC, IAR, and Arm compilers and is implemented using a make‑based build system, while Zephyr primarily uses GCC with a west‑based build system. There is growing community support for additional toolchains.</a:t>
            </a:r>
          </a:p>
          <a:p>
            <a:endParaRPr lang="en-US" dirty="0"/>
          </a:p>
          <a:p>
            <a:r>
              <a:rPr lang="en-US" dirty="0"/>
              <a:t>ModusToolbox™ is enabled via graphical device‑configuration tools that auto‑generate code. Zephyr does not have standard graphical code‑generation tools. However, traction is increasing for vendor‑specific code‑generation tools to produce Zephyr‑compatible </a:t>
            </a:r>
            <a:r>
              <a:rPr lang="en-US" dirty="0" err="1"/>
              <a:t>devicetree</a:t>
            </a:r>
            <a:r>
              <a:rPr lang="en-US" dirty="0"/>
              <a:t> files and related code. This is a planned roadmap item for the ModusToolbox™ Device Configurator.</a:t>
            </a:r>
          </a:p>
          <a:p>
            <a:endParaRPr lang="en-US" dirty="0"/>
          </a:p>
          <a:p>
            <a:r>
              <a:rPr lang="en-US" dirty="0"/>
              <a:t>Both ModusToolbox™ and Zephyr rely on the underlying low‑level drivers that are developed and maintained by Infineon. ModusToolbox™ builds on top of this with middleware portability APIs, middleware libraries, and Infineon‑specific code examples, with content coming from Infineon and partners. Zephyr utilizes standardized Zephyr driver APIs, a common set of sample applications, and middleware modules from the Zephyr ecosystem, including assets contributed by the community.</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public</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fld id="{7934E32A-B485-42C1-9192-CCC268DBD90E}" type="datetime7">
              <a:rPr lang="en-US" smtClean="0"/>
              <a:t>Dec-25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62393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with ModusToolbox™ 3.6, integration with DEEPCRAFT™ Studio has been expanded.</a:t>
            </a:r>
          </a:p>
          <a:p>
            <a:endParaRPr lang="en-US" dirty="0"/>
          </a:p>
          <a:p>
            <a:r>
              <a:rPr lang="en-US" dirty="0"/>
              <a:t>DEEPCRAFT™ can be installed directly through the ModusToolbox™ Setup program.</a:t>
            </a:r>
          </a:p>
          <a:p>
            <a:endParaRPr lang="en-US" dirty="0"/>
          </a:p>
          <a:p>
            <a:r>
              <a:rPr lang="en-US" dirty="0"/>
              <a:t>ModusToolbox™ provides code examples in Project Creator that align with DEEPCRAFT™ Studio Accelerator projects for IMU, vibration, and microphone use cases. Additional </a:t>
            </a:r>
            <a:r>
              <a:rPr lang="en-US" dirty="0" err="1"/>
              <a:t>ModusToolbox</a:t>
            </a:r>
            <a:r>
              <a:rPr lang="en-US" dirty="0"/>
              <a:t>™ code examples are available to facilitate the collection of data into Studio using the Graph UX workflows.</a:t>
            </a:r>
          </a:p>
          <a:p>
            <a:endParaRPr lang="en-US" dirty="0"/>
          </a:p>
          <a:p>
            <a:r>
              <a:rPr lang="en-US" dirty="0"/>
              <a:t>The DEEPCRAFT™ Model Converter is supported via dedicated profiling examples that let you evaluate the impact of different conversion options.</a:t>
            </a:r>
          </a:p>
          <a:p>
            <a:endParaRPr lang="en-US" dirty="0"/>
          </a:p>
          <a:p>
            <a:r>
              <a:rPr lang="en-US" dirty="0"/>
              <a:t>You can create </a:t>
            </a:r>
            <a:r>
              <a:rPr lang="en-US" dirty="0" err="1"/>
              <a:t>ModusToolbox</a:t>
            </a:r>
            <a:r>
              <a:rPr lang="en-US" dirty="0"/>
              <a:t>™ projects directly within DEEPCRAFT™ Studio, or associate a Studio project with an existing </a:t>
            </a:r>
            <a:r>
              <a:rPr lang="en-US" dirty="0" err="1"/>
              <a:t>ModusToolbox</a:t>
            </a:r>
            <a:r>
              <a:rPr lang="en-US" dirty="0"/>
              <a:t>™ application—simplifying updates to generated models and source code within the embedded project.</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public</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fld id="{7934E32A-B485-42C1-9192-CCC268DBD90E}" type="datetime7">
              <a:rPr lang="en-US" smtClean="0"/>
              <a:t>Dec-25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8</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99125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ModusToolbox</a:t>
            </a:r>
            <a:r>
              <a:rPr lang="en-US" dirty="0"/>
              <a:t>™ Setup program is the recommended tool for installation of </a:t>
            </a:r>
            <a:r>
              <a:rPr lang="en-US" dirty="0" err="1"/>
              <a:t>ModusToolbox</a:t>
            </a:r>
            <a:r>
              <a:rPr lang="en-US" dirty="0"/>
              <a:t>™ packages.  </a:t>
            </a:r>
          </a:p>
          <a:p>
            <a:endParaRPr lang="en-US" dirty="0"/>
          </a:p>
          <a:p>
            <a:r>
              <a:rPr lang="en-US" dirty="0"/>
              <a:t>This tool can be used to update to the latest releases and can resolve dependencies to ensure that the user has the correct applications installed on their development machine.</a:t>
            </a:r>
          </a:p>
          <a:p>
            <a:endParaRPr lang="en-US" dirty="0"/>
          </a:p>
          <a:p>
            <a:r>
              <a:rPr lang="en-US" dirty="0"/>
              <a:t>This includes installing and managing the version of DEEPCRAFT™ Studio, Model Converter, and supported Audio Enhancement packages.</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public</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fld id="{7934E32A-B485-42C1-9192-CCC268DBD90E}" type="datetime7">
              <a:rPr lang="en-US" smtClean="0"/>
              <a:t>Dec-25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9</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21696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create a new DEEPCRAFT™ Studio project, you can also create an associated </a:t>
            </a:r>
            <a:r>
              <a:rPr lang="en-US" dirty="0" err="1"/>
              <a:t>ModusToolbox</a:t>
            </a:r>
            <a:r>
              <a:rPr lang="en-US" dirty="0"/>
              <a:t>™ code example directly from Studio.</a:t>
            </a:r>
          </a:p>
          <a:p>
            <a:endParaRPr lang="en-US" dirty="0"/>
          </a:p>
          <a:p>
            <a:r>
              <a:rPr lang="en-US" dirty="0"/>
              <a:t>Studio Accelerator projects align with the corresponding </a:t>
            </a:r>
            <a:r>
              <a:rPr lang="en-US" dirty="0" err="1"/>
              <a:t>ModusToolbox</a:t>
            </a:r>
            <a:r>
              <a:rPr lang="en-US" dirty="0"/>
              <a:t>™ code examples to speed development for IMU/vibration and microphone use cases.</a:t>
            </a:r>
          </a:p>
          <a:p>
            <a:endParaRPr lang="en-US" dirty="0"/>
          </a:p>
          <a:p>
            <a:r>
              <a:rPr lang="en-US" dirty="0"/>
              <a:t>Using these accelerator projects, you can update and regenerate models directly into the </a:t>
            </a:r>
            <a:r>
              <a:rPr lang="en-US" dirty="0" err="1"/>
              <a:t>ModusToolbox</a:t>
            </a:r>
            <a:r>
              <a:rPr lang="en-US" dirty="0"/>
              <a:t>™ code example.</a:t>
            </a:r>
          </a:p>
          <a:p>
            <a:endParaRPr lang="en-US" dirty="0"/>
          </a:p>
          <a:p>
            <a:r>
              <a:rPr lang="en-US" dirty="0"/>
              <a:t>When working with DEEPCRAFT™ Ready Models, dedicated “Deploy” code examples let you evaluate each model’s performance on the target hardware.</a:t>
            </a:r>
          </a:p>
          <a:p>
            <a:endParaRPr lang="en-US" dirty="0"/>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public</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fld id="{7934E32A-B485-42C1-9192-CCC268DBD90E}" type="datetime7">
              <a:rPr lang="en-US" smtClean="0"/>
              <a:t>Dec-25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10</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29777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generating device‑optimized code in DEEPCRAFT™ Studio, select the associated ModusToolbox™ project in the code‑generation dialog so the sources are updated directly within your embedded PSOC™ project.</a:t>
            </a:r>
          </a:p>
          <a:p>
            <a:endParaRPr lang="en-US" dirty="0"/>
          </a:p>
          <a:p>
            <a:r>
              <a:rPr lang="en-US" dirty="0"/>
              <a:t>Details of the association between DEEPCRAFT™ Studio and </a:t>
            </a:r>
            <a:r>
              <a:rPr lang="en-US" dirty="0" err="1"/>
              <a:t>ModusToolbox</a:t>
            </a:r>
            <a:r>
              <a:rPr lang="en-US" dirty="0"/>
              <a:t>™ are saved in the </a:t>
            </a:r>
            <a:r>
              <a:rPr lang="en-US" dirty="0" err="1"/>
              <a:t>ModusToolbox</a:t>
            </a:r>
            <a:r>
              <a:rPr lang="en-US" dirty="0"/>
              <a:t>™ project folder structure, allowing the Studio project to be referenced and opened directly from </a:t>
            </a:r>
            <a:r>
              <a:rPr lang="en-US" dirty="0" err="1"/>
              <a:t>ModusToolbox</a:t>
            </a:r>
            <a:r>
              <a:rPr lang="en-US" dirty="0"/>
              <a:t>™.</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public</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fld id="{7934E32A-B485-42C1-9192-CCC268DBD90E}" type="datetime7">
              <a:rPr lang="en-US" smtClean="0"/>
              <a:t>Dec-25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4860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seen an overview of the ecosystem for PSOC™ Edge, it is time to dive into some demonstrations. The tools utilized in this presentation are </a:t>
            </a:r>
          </a:p>
          <a:p>
            <a:endParaRPr lang="en-US" dirty="0"/>
          </a:p>
          <a:p>
            <a:r>
              <a:rPr lang="en-GB" b="0" dirty="0"/>
              <a:t>[Press Enter for animation] </a:t>
            </a:r>
            <a:r>
              <a:rPr lang="en-US" dirty="0"/>
              <a:t>of course </a:t>
            </a:r>
            <a:r>
              <a:rPr lang="en-US" dirty="0" err="1"/>
              <a:t>ModusToolbox</a:t>
            </a:r>
            <a:r>
              <a:rPr lang="en-US" dirty="0"/>
              <a:t>™ and the Eclipse IDE for </a:t>
            </a:r>
            <a:r>
              <a:rPr lang="en-US" dirty="0" err="1"/>
              <a:t>ModusToolbox</a:t>
            </a:r>
            <a:r>
              <a:rPr lang="en-US" dirty="0"/>
              <a:t>™.</a:t>
            </a:r>
          </a:p>
          <a:p>
            <a:r>
              <a:rPr lang="en-GB" b="0" dirty="0"/>
              <a:t>[Press Enter for animation] The Edge Protect Security Suite</a:t>
            </a:r>
          </a:p>
          <a:p>
            <a:r>
              <a:rPr lang="en-GB" b="0" dirty="0"/>
              <a:t>[Press Enter for animation] The </a:t>
            </a:r>
            <a:r>
              <a:rPr lang="en-GB" b="0" dirty="0" err="1"/>
              <a:t>ModusToolbox</a:t>
            </a:r>
            <a:r>
              <a:rPr lang="en-GB" b="0" dirty="0"/>
              <a:t>™ Programming Tools</a:t>
            </a:r>
          </a:p>
          <a:p>
            <a:r>
              <a:rPr lang="en-GB" b="0" dirty="0"/>
              <a:t>[Press Enter for animation] The Board Support Package, BSP, for the PSE84 EVK</a:t>
            </a:r>
          </a:p>
          <a:p>
            <a:r>
              <a:rPr lang="en-GB" b="0" dirty="0"/>
              <a:t>[Press Enter for animation] A serial terminal emulator such as Terra Term or </a:t>
            </a:r>
            <a:r>
              <a:rPr lang="en-GB" b="0" dirty="0" err="1"/>
              <a:t>PuTTy</a:t>
            </a:r>
            <a:endParaRPr lang="en-GB" b="0" dirty="0"/>
          </a:p>
          <a:p>
            <a:r>
              <a:rPr lang="en-GB" b="0" dirty="0"/>
              <a:t>[Press Enter for animation] And finally, the PSE84 EVK itself.</a:t>
            </a:r>
          </a:p>
          <a:p>
            <a:endParaRPr lang="en-GB" b="0" dirty="0"/>
          </a:p>
          <a:p>
            <a:r>
              <a:rPr lang="en-GB" b="0" dirty="0"/>
              <a:t>In addition to the tools mentioned above, further details about the content in this presentation are leveraged from information in </a:t>
            </a:r>
          </a:p>
          <a:p>
            <a:r>
              <a:rPr lang="en-GB" b="0" dirty="0"/>
              <a:t>[Press Enter for animation] the Application note “Getting started with PSOC™ Edge on ModusToolbox0153 software” and the </a:t>
            </a:r>
            <a:r>
              <a:rPr lang="en-GB" b="0" dirty="0" err="1"/>
              <a:t>ModusToolbox</a:t>
            </a:r>
            <a:r>
              <a:rPr lang="en-GB" b="0" dirty="0"/>
              <a:t>™ DSL, </a:t>
            </a:r>
            <a:r>
              <a:rPr lang="en-GB" b="0" dirty="0" err="1"/>
              <a:t>Devive</a:t>
            </a:r>
            <a:r>
              <a:rPr lang="en-GB" b="0" dirty="0"/>
              <a:t> Support Library , for the PSOC™ Edge.</a:t>
            </a:r>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public</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fld id="{7934E32A-B485-42C1-9192-CCC268DBD90E}" type="datetime7">
              <a:rPr lang="en-US" smtClean="0"/>
              <a:t>Dec-25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248455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First, we have the Project Creator tool.</a:t>
            </a:r>
          </a:p>
          <a:p>
            <a:endParaRPr lang="en-US" dirty="0"/>
          </a:p>
          <a:p>
            <a:r>
              <a:rPr lang="en-US" dirty="0"/>
              <a:t>The Project Creator tool is used to create applications targeting specific Board Support Packages (BSPs) from available code example templates.</a:t>
            </a:r>
          </a:p>
          <a:p>
            <a:r>
              <a:rPr lang="en-US" dirty="0"/>
              <a:t> </a:t>
            </a:r>
          </a:p>
          <a:p>
            <a:r>
              <a:rPr lang="en-US" dirty="0"/>
              <a:t>It is available both as a graphical user interface (GUI) and a command-line interface (CLI) to create applications for use in any software environment as per preference.</a:t>
            </a:r>
          </a:p>
          <a:p>
            <a:endParaRPr lang="en-US" dirty="0"/>
          </a:p>
          <a:p>
            <a:r>
              <a:rPr lang="en-US" dirty="0"/>
              <a:t>To launch Project Creator, </a:t>
            </a:r>
          </a:p>
          <a:p>
            <a:endParaRPr lang="en-US" dirty="0"/>
          </a:p>
          <a:p>
            <a:pPr>
              <a:buFont typeface="Wingdings" panose="05000000000000000000" pitchFamily="2" charset="2"/>
              <a:buNone/>
            </a:pPr>
            <a:r>
              <a:rPr lang="en-US" dirty="0"/>
              <a:t>Open Eclipse IDE for </a:t>
            </a:r>
            <a:r>
              <a:rPr lang="en-US" dirty="0" err="1"/>
              <a:t>ModusToolbox</a:t>
            </a:r>
            <a:r>
              <a:rPr lang="en-US" dirty="0"/>
              <a:t>™</a:t>
            </a:r>
          </a:p>
          <a:p>
            <a:pPr>
              <a:buFont typeface="Wingdings" panose="05000000000000000000" pitchFamily="2" charset="2"/>
              <a:buNone/>
            </a:pPr>
            <a:endParaRPr lang="en-US" dirty="0"/>
          </a:p>
          <a:p>
            <a:pPr>
              <a:buFont typeface="Wingdings" panose="05000000000000000000" pitchFamily="2" charset="2"/>
              <a:buNone/>
            </a:pPr>
            <a:r>
              <a:rPr lang="en-US" b="0" dirty="0"/>
              <a:t>[Press Enter for animation] </a:t>
            </a:r>
            <a:r>
              <a:rPr lang="en-US" dirty="0"/>
              <a:t>Launch Project Creator by clicking New Application in the Quick Panel </a:t>
            </a:r>
          </a:p>
          <a:p>
            <a:pPr>
              <a:buFont typeface="Wingdings" panose="05000000000000000000" pitchFamily="2" charset="2"/>
              <a:buNone/>
            </a:pPr>
            <a:endParaRPr lang="en-US" dirty="0"/>
          </a:p>
          <a:p>
            <a:pPr>
              <a:buFont typeface="Wingdings" panose="05000000000000000000" pitchFamily="2" charset="2"/>
              <a:buNone/>
            </a:pPr>
            <a:r>
              <a:rPr lang="en-US" b="0" dirty="0"/>
              <a:t>[Press Enter for animation] </a:t>
            </a:r>
            <a:r>
              <a:rPr lang="en-US" dirty="0"/>
              <a:t>Project Creator lists all the BSPs you can select from</a:t>
            </a:r>
          </a:p>
          <a:p>
            <a:pPr>
              <a:buFont typeface="Wingdings" panose="05000000000000000000" pitchFamily="2" charset="2"/>
              <a:buNone/>
            </a:pPr>
            <a:r>
              <a:rPr lang="en-US" b="0" dirty="0"/>
              <a:t>[Press Enter for animation] The </a:t>
            </a:r>
            <a:r>
              <a:rPr lang="en-US" dirty="0"/>
              <a:t>PSOC™ Edge E84 MCU development kit is listed as KIT_PSOCE84_EVAL_EPC2 under PSOC™ Edge BSPs. We will be using this in our training, please take note of it.</a:t>
            </a:r>
          </a:p>
          <a:p>
            <a:pPr>
              <a:buFont typeface="Wingdings" panose="05000000000000000000" pitchFamily="2" charset="2"/>
              <a:buNone/>
            </a:pPr>
            <a:endParaRPr lang="en-US" dirty="0"/>
          </a:p>
          <a:p>
            <a:pPr>
              <a:buFont typeface="Wingdings" panose="05000000000000000000" pitchFamily="2" charset="2"/>
              <a:buNone/>
            </a:pPr>
            <a:r>
              <a:rPr lang="en-US" dirty="0"/>
              <a:t>You can also launch the tool standalone by running the executable version of the tool from a command line.</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135D5F8B-8E96-49FF-AACD-3CE23F07B439}"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262333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After creating an application, it will be located in a top-level container, or workspace directory, that contains multiple files, one or more application directories, plus a </a:t>
            </a:r>
            <a:r>
              <a:rPr lang="en-US" dirty="0" err="1"/>
              <a:t>mtb_shared</a:t>
            </a:r>
            <a:r>
              <a:rPr lang="en-US" dirty="0"/>
              <a:t> directory. </a:t>
            </a:r>
          </a:p>
          <a:p>
            <a:endParaRPr lang="en-US" dirty="0"/>
          </a:p>
          <a:p>
            <a:r>
              <a:rPr lang="en-US" dirty="0"/>
              <a:t>A typical PSOC™ edge application contains three projects: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Proj_cm33_s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(s stands for secure),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Proj_cm33_ns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(s stands for non secure) and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proj_cm55</a:t>
            </a:r>
          </a:p>
          <a:p>
            <a:endParaRPr lang="en-US" dirty="0"/>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common.mk : </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This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makefile</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is shared across all projects. It contains variables including: MTB_TYPE, TARGET,TOOLCHAIN, and CONFIG. In this case, we have a multi-project structure for all Explorer MCU applications, hence MTB_TYPE=PROJECT. This file includes a reference to the common_app.mk file</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common_app.mk</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This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makefile</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is shared across the entire application and all its projects. It contains path information to indicate the location of the installation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tools_version</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directory</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Application Level </a:t>
            </a:r>
            <a:r>
              <a:rPr lang="en-US" sz="1200" b="1" i="0" u="none" strike="noStrike" kern="1200" baseline="0" dirty="0" err="1">
                <a:solidFill>
                  <a:schemeClr val="tx1"/>
                </a:solidFill>
                <a:latin typeface="Arial" panose="020B0604020202020204" pitchFamily="34" charset="0"/>
                <a:ea typeface="+mn-ea"/>
                <a:cs typeface="Arial" panose="020B0604020202020204" pitchFamily="34" charset="0"/>
              </a:rPr>
              <a:t>Makefile</a:t>
            </a:r>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An application contains a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Makefile</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which is in the application's root folder. This file contains the set of directives that the make tool uses to compile and link the application project. This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Makefile</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contains the MTB_TYPE variable set to APPLICATION, plus the MTB_PROJECTS variable to specify the included projects. This file also includes the common_app.mk file and the path information to the application.mk file in the installation tools_&lt;version&gt; directory. This is responsible for forwarding build-related requests to the individual core projects and dealing with post-build activities (for example, generating single monolithic HEX files that can be used to program all projects simultaneously) when they are complete.</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err="1">
                <a:solidFill>
                  <a:schemeClr val="tx1"/>
                </a:solidFill>
                <a:latin typeface="Arial" panose="020B0604020202020204" pitchFamily="34" charset="0"/>
                <a:ea typeface="+mn-ea"/>
                <a:cs typeface="Arial" panose="020B0604020202020204" pitchFamily="34" charset="0"/>
              </a:rPr>
              <a:t>bsps</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 folder</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bsps</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folder is common to all projects in a multi-core application. The files provided by the BSP are present here and are listed under TARGET_&lt;</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bsp</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name&gt; sub-folders. All the input files for the device and peripheral configurators are in the config folder inside the BSP. The Generated Source folder in the BSP contains the files that are generated by the configurators and are prefixed with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cycfg</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_. These files contain the design configuration as defined by the BSP. From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ModusToolbox</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3.x or later, you can directly customize configurator files of BSP for your application rather than overriding the default design configurator files with custom design configurator files since BSPs are completely owned by the application.</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BSP folder also contains the linker scripts and the start-up code for the Explorer MCU used on the board.</a:t>
            </a:r>
          </a:p>
          <a:p>
            <a:endParaRPr lang="en-US" sz="1200" b="1"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err="1">
                <a:solidFill>
                  <a:schemeClr val="tx1"/>
                </a:solidFill>
                <a:latin typeface="Arial" panose="020B0604020202020204" pitchFamily="34" charset="0"/>
                <a:ea typeface="+mn-ea"/>
                <a:cs typeface="Arial" panose="020B0604020202020204" pitchFamily="34" charset="0"/>
              </a:rPr>
              <a:t>main.c</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 file</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This is the file containing the source code of the project. Each project has its own source code file. If a project has multiple source code files, they can be grouped under a "source" folder</a:t>
            </a:r>
          </a:p>
          <a:p>
            <a:endParaRPr lang="en-US" sz="1200" b="1"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Project Level </a:t>
            </a:r>
            <a:r>
              <a:rPr lang="en-US" sz="1200" b="1" i="0" u="none" strike="noStrike" kern="1200" baseline="0" dirty="0" err="1">
                <a:solidFill>
                  <a:schemeClr val="tx1"/>
                </a:solidFill>
                <a:latin typeface="Arial" panose="020B0604020202020204" pitchFamily="34" charset="0"/>
                <a:ea typeface="+mn-ea"/>
                <a:cs typeface="Arial" panose="020B0604020202020204" pitchFamily="34" charset="0"/>
              </a:rPr>
              <a:t>Makefile</a:t>
            </a:r>
            <a:endParaRPr lang="en-US" sz="1200" b="1"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This is the project's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Makefile</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It includes numerous variables used for the projects, such as COMPONENTS, CORE, CORE_NAME, and other variables used to specify flags and pre-build and post build commands. This file also includes path information for source code discovery, shared repo location, and path to the</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complier. Plus, it includes the common.mk file from the application and the path information to the start.mk file in the installation tools_ directory</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libs folder</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libs folder also contains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files. In this case, they point to libraries that are included indirectly as a dependency of a BSP or another library. For each indirect dependency, the Library Manager places an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file in this folder. These files have been populated based on the targets available in deps folder. For example using BSP KIT_PSOCE84_EVK populates libs folder with the following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files:cmsis.mtb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core-</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lib.mtb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core-</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make.mtb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mtb-hal-cat1.mtb, mtb-pdl-cat1.mtb, recipe-make-cat1d.mtb The libs folder contains the file mtb.mk, which stores the relative paths of the all the libraries required by the application. The build system uses this file to find all the libraries required by the application. Everything in the libs folder is generated by the Library Manager so you should not manually edit</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anything in that folder</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build folder</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build folder contains all the artifacts resulting from a build of the project. The output files are organized by target BSPs</a:t>
            </a:r>
          </a:p>
          <a:p>
            <a:endParaRPr lang="en-US" sz="1200" b="1"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deps folder</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deps folder contains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files, which provide the locations from which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ModusToolbox</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pulls the libraries that are directly referenced by the application. These files typically each contain the GitHub location of a library. The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files also contain a git Commit Hash or Tag that tells which version of the</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library is to be fetched and a path as to where the library should be stored locally</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For example, Here, retarget-</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io.mtb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points to mtb://retarget-io#latest-v1.X#$$ASSET_REPO$$/retarget-io/latest-v1.X. The variable $$ASSET_REPO$$ points to the root of the shared location which defaults to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mtb_shared</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If the library must be local to the application instead of shared, use $$LOCAL$$ instead</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of $$ASSET_REPO$$.This subdirectory also contains the locking_commit.log file, which keeps track of the version for each dependent library</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err="1">
                <a:solidFill>
                  <a:schemeClr val="tx1"/>
                </a:solidFill>
                <a:latin typeface="Arial" panose="020B0604020202020204" pitchFamily="34" charset="0"/>
                <a:ea typeface="+mn-ea"/>
                <a:cs typeface="Arial" panose="020B0604020202020204" pitchFamily="34" charset="0"/>
              </a:rPr>
              <a:t>mtb_shared</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 folder</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By default, when creating a new application or adding a library to an existing application and specifying it as shared, all libraries are placed in an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mtb_shared</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directory adjacent to the application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directories.The</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mtb_shared</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folder is shared between different applications within a workspace. Different</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applications may use different versions of shared libraries if necessary Each workspace you create with one or more applications will include a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mtb_shared</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directory adjacent to the application directories, and this is where the shared libraries are cloned by default. This location can be modified by specifying the CY_GETLIBS_PATH variable. Duplicate libraries are checked to see if they point to the same commit, and if so, only one copy is kept in the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mtb_shared</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directory. You can regenerate these files using the Library Manager as and when needed</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Similar project structure can be observed in our created hello world project </a:t>
            </a:r>
            <a:endParaRPr lang="en-US" b="1"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2DB2A601-12D2-4AE1-BDDD-99AB8A0D83C6}"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28785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Next we have the Library Manager</a:t>
            </a:r>
          </a:p>
          <a:p>
            <a:endParaRPr lang="en-US" dirty="0"/>
          </a:p>
          <a:p>
            <a:r>
              <a:rPr lang="en-US" dirty="0"/>
              <a:t>The Library Manager provides a GUI to select which Board Support Package (BSP) and version should be used when building a ModusToolbox™ application. </a:t>
            </a:r>
          </a:p>
          <a:p>
            <a:endParaRPr lang="en-US" dirty="0"/>
          </a:p>
          <a:p>
            <a:r>
              <a:rPr lang="en-US" dirty="0"/>
              <a:t>The tool also allows you to add and remove libraries, as well as change their versions for the selected project. This way you can easily manage libraries without having to create a new project.</a:t>
            </a:r>
          </a:p>
          <a:p>
            <a:endParaRPr lang="en-US" dirty="0"/>
          </a:p>
          <a:p>
            <a:r>
              <a:rPr lang="en-US" dirty="0"/>
              <a:t>Launch library manager from windows. Click Browse and point to the application directory. </a:t>
            </a:r>
          </a:p>
          <a:p>
            <a:r>
              <a:rPr lang="en-US" b="0" dirty="0"/>
              <a:t>[Press Enter for animation] The tool will list all the libraries, middleware's and BSP’s added for each project in the application</a:t>
            </a:r>
          </a:p>
          <a:p>
            <a:r>
              <a:rPr lang="en-US" b="0" dirty="0"/>
              <a:t>[Press Enter for animation] Once you click on particular library, Properties tab on the right hand side shows the details of the library like name, version, type etc. Specific versions can be selected using the properties tab</a:t>
            </a:r>
          </a:p>
          <a:p>
            <a:r>
              <a:rPr lang="en-US" b="0" dirty="0"/>
              <a:t>[Press Enter for animation] More BSPs can be added using “Add BSP”, </a:t>
            </a:r>
          </a:p>
          <a:p>
            <a:r>
              <a:rPr lang="en-US" b="0" dirty="0"/>
              <a:t>[Press Enter for animation] More libraries can be added using “Add library” </a:t>
            </a:r>
          </a:p>
          <a:p>
            <a:r>
              <a:rPr lang="en-US" b="0" dirty="0"/>
              <a:t>[Press Enter for animation] Once all the changes are made, click on Update for changes to reflect in your project </a:t>
            </a:r>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C0F8A453-1D65-4F54-B812-FB420469063C}"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108984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Moving on to configurators </a:t>
            </a:r>
          </a:p>
          <a:p>
            <a:endParaRPr lang="en-US" dirty="0"/>
          </a:p>
          <a:p>
            <a:r>
              <a:rPr lang="en-US" dirty="0"/>
              <a:t>Modus Toolbox™ software provides configurators that make it easier to configure a hardware block. Some functionalities include</a:t>
            </a:r>
          </a:p>
          <a:p>
            <a:r>
              <a:rPr lang="en-US" dirty="0"/>
              <a:t>• Setting options and generating code to configure drivers </a:t>
            </a:r>
          </a:p>
          <a:p>
            <a:r>
              <a:rPr lang="en-US" dirty="0"/>
              <a:t>• Setting up connections such as pins and clocks for a peripheral </a:t>
            </a:r>
          </a:p>
          <a:p>
            <a:r>
              <a:rPr lang="en-US" dirty="0"/>
              <a:t>• Setting options and generating code to configure middleware</a:t>
            </a:r>
          </a:p>
          <a:p>
            <a:endParaRPr lang="en-US" dirty="0"/>
          </a:p>
          <a:p>
            <a:r>
              <a:rPr lang="en-US" dirty="0"/>
              <a:t>For PSOC™ Edge E84 MCU applications are supported by many configurators such as Device, ML, USB, QSPI Configurators, etc.</a:t>
            </a:r>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00" dirty="0">
                <a:effectLst/>
                <a:latin typeface="Source Sans Pro" panose="020B0503030403020204" pitchFamily="34" charset="0"/>
                <a:ea typeface="Verdana" panose="020B0604030504040204" pitchFamily="34" charset="0"/>
                <a:cs typeface="Verdana" panose="020B0604030504040204" pitchFamily="34" charset="0"/>
              </a:rPr>
              <a:t>NOTE : Configurators make initial setup easier for hardware accessed using the PDL. The configurators create structures that the PDL requires. You don’t need to know the exact composition of each structure. After you initialize a peripheral with the PDL you can view and modify the object.</a:t>
            </a:r>
            <a:endParaRPr lang="en-US" sz="1200" kern="100" dirty="0">
              <a:effectLst/>
              <a:latin typeface="Verdana" panose="020B0604030504040204" pitchFamily="34" charset="0"/>
              <a:ea typeface="Verdana" panose="020B0604030504040204" pitchFamily="34" charset="0"/>
              <a:cs typeface="Verdana" panose="020B0604030504040204" pitchFamily="34" charset="0"/>
            </a:endParaRPr>
          </a:p>
          <a:p>
            <a:endParaRPr lang="en-US" dirty="0"/>
          </a:p>
          <a:p>
            <a:pPr>
              <a:buFont typeface="Wingdings" panose="05000000000000000000" pitchFamily="2" charset="2"/>
              <a:buChar char="q"/>
            </a:pPr>
            <a:r>
              <a:rPr lang="en-US" b="0" dirty="0"/>
              <a:t>[Press Enter for animation] </a:t>
            </a:r>
            <a:r>
              <a:rPr lang="en-US" b="1" dirty="0"/>
              <a:t>Quick panel list all configurators or Right click on project on select </a:t>
            </a:r>
            <a:r>
              <a:rPr lang="en-US" b="1" dirty="0" err="1"/>
              <a:t>ModusToolbox</a:t>
            </a:r>
            <a:r>
              <a:rPr lang="en-US" b="1" dirty="0"/>
              <a:t>™ </a:t>
            </a:r>
          </a:p>
          <a:p>
            <a:pPr marL="0" indent="0">
              <a:buNone/>
            </a:pPr>
            <a:r>
              <a:rPr lang="en-US" b="1" dirty="0"/>
              <a:t>option for list of configurators </a:t>
            </a:r>
          </a:p>
          <a:p>
            <a:pPr marL="0" indent="0">
              <a:buNone/>
            </a:pPr>
            <a:endParaRPr lang="en-US" b="1" dirty="0"/>
          </a:p>
          <a:p>
            <a:pPr marL="0" indent="0">
              <a:buNone/>
            </a:pPr>
            <a:r>
              <a:rPr lang="en-US" b="1" dirty="0"/>
              <a:t>Let’s look at the configurators in detail </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5C16DC70-1928-40FE-8617-1DA20C6F7A99}"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16</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205573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Device Configurator helps in setting up the system-level functions, pins, and basic peripherals like UART, Timer, PWM, etc. </a:t>
            </a:r>
          </a:p>
          <a:p>
            <a:endParaRPr lang="en-US" dirty="0"/>
          </a:p>
          <a:p>
            <a:r>
              <a:rPr lang="en-US" dirty="0"/>
              <a:t>The Device Configurator GUI contains menus, icons, tabs, and several panes used to configure MCU peripherals. Let’s look at a few important ones.</a:t>
            </a:r>
          </a:p>
          <a:p>
            <a:endParaRPr lang="en-US" dirty="0"/>
          </a:p>
          <a:p>
            <a:r>
              <a:rPr lang="en-US" b="0" dirty="0"/>
              <a:t>[Press Enter for animation]  </a:t>
            </a:r>
            <a:r>
              <a:rPr lang="en-US" dirty="0"/>
              <a:t>Peripherals tab: The Peripherals tab is where you enable various analog, digital, system, and communication peripherals for the device to include in your application.</a:t>
            </a:r>
          </a:p>
          <a:p>
            <a:endParaRPr lang="en-US" dirty="0"/>
          </a:p>
          <a:p>
            <a:r>
              <a:rPr lang="en-US" b="0" dirty="0"/>
              <a:t>[Press Enter for animation] </a:t>
            </a:r>
            <a:r>
              <a:rPr lang="en-US" dirty="0"/>
              <a:t>By selecting the specific peripheral as shown here - “serial communication block (SCB) 2 with UART”, a parameter pane on the right-hand side shows up and contains all the parameters for the enabled resource.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DCD983E1-13C2-45A9-949A-51537C56D7C7}"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12279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endParaRPr lang="en-US" b="0" dirty="0"/>
          </a:p>
          <a:p>
            <a:endParaRPr lang="en-US" b="0" dirty="0"/>
          </a:p>
          <a:p>
            <a:r>
              <a:rPr lang="en-US" b="0" dirty="0"/>
              <a:t>[Press Enter for animation] </a:t>
            </a:r>
            <a:r>
              <a:rPr lang="en-US" dirty="0"/>
              <a:t>The Pins tab is where you configure all the pin-related settings. All available pins are shown in an expandable tree, arranged by port number.</a:t>
            </a:r>
          </a:p>
          <a:p>
            <a:r>
              <a:rPr lang="en-US" b="0" dirty="0"/>
              <a:t>[Press Enter for animation] </a:t>
            </a:r>
            <a:r>
              <a:rPr lang="en-US" dirty="0"/>
              <a:t>The interactive pin package diagram shows the different states of the pins; there is a legend on the diagram. You can enable/disable a pin by double-clicking it in the diagram.</a:t>
            </a:r>
          </a:p>
          <a:p>
            <a:endParaRPr lang="en-US" dirty="0"/>
          </a:p>
          <a:p>
            <a:r>
              <a:rPr lang="en-US" dirty="0"/>
              <a:t>Pin states are shown in different colors: ◼ White – GPIO  ◼ Green – Assigned  ◼ Grey – Power/ground pins ◼ Orange – Fixed function pins ◼ Red – Error state ◼ Semi-transparent – Indicates the hardware resource has been locked.</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23C1C92F-063E-4527-900B-B41E9C1769A4}"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18</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10956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b="0" dirty="0"/>
              <a:t>[Press Enter for animation] </a:t>
            </a:r>
            <a:r>
              <a:rPr lang="en-US" dirty="0"/>
              <a:t>The Analog and Analog-Routing tabs help configure the various analog resources in your application. Enabled resources are indicated in green.</a:t>
            </a:r>
          </a:p>
          <a:p>
            <a:endParaRPr lang="en-US" dirty="0"/>
          </a:p>
          <a:p>
            <a:r>
              <a:rPr lang="en-US" dirty="0"/>
              <a:t>The Analog Routing allows you to manually edit the routing of analog resources in your application. It also provides the ability to lock down all, or some, of the results.</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1F53D827-310F-4380-B976-CD67DD99806C}"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19</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71852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b="0" dirty="0"/>
              <a:t>[Press Enter for animation] </a:t>
            </a:r>
            <a:r>
              <a:rPr lang="en-US" dirty="0"/>
              <a:t>The System tab provides access to system-level functions, such as protection, power management, and debug interfaces.</a:t>
            </a:r>
          </a:p>
          <a:p>
            <a:endParaRPr lang="en-US" dirty="0"/>
          </a:p>
          <a:p>
            <a:r>
              <a:rPr lang="en-US" dirty="0"/>
              <a:t>For a given resource,  you can enable/disable the resource, as well as get an overview of the resources and set key parameters.</a:t>
            </a:r>
          </a:p>
          <a:p>
            <a:endParaRPr lang="en-US" dirty="0"/>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8CAE826C-32BE-4CAB-9110-6E8B05C203A0}"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20</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84978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b="0" dirty="0"/>
              <a:t>[Press Enter for animation] </a:t>
            </a:r>
            <a:r>
              <a:rPr lang="en-US" dirty="0"/>
              <a:t>The Clocks tab provides access to system clock resources.</a:t>
            </a:r>
          </a:p>
          <a:p>
            <a:endParaRPr lang="en-US" dirty="0"/>
          </a:p>
          <a:p>
            <a:r>
              <a:rPr lang="en-US" dirty="0"/>
              <a:t>The interactive clock diagram shows all the system clocks and how they connect to each other. You can enable/disable a clock by double-clicking it in the diagram. Enabled clocks are green, disabled clocks are white, and clocks in error state are red.</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8CAE826C-32BE-4CAB-9110-6E8B05C203A0}"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88037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b="0" dirty="0"/>
              <a:t>[Press Enter for animation] </a:t>
            </a:r>
            <a:r>
              <a:rPr lang="en-US" dirty="0"/>
              <a:t>The Memory tab provided access to the various memory regions to enable, disable, or create additional regions. Some memory regions cannot be modified.</a:t>
            </a:r>
          </a:p>
          <a:p>
            <a:endParaRPr lang="en-US" dirty="0"/>
          </a:p>
          <a:p>
            <a:r>
              <a:rPr lang="en-US" dirty="0"/>
              <a:t>The Memory Regions view shows a detailed view of types of memory allocated and their associated size.</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8CAE826C-32BE-4CAB-9110-6E8B05C203A0}"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71139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b="0" dirty="0"/>
              <a:t>[Press Enter for animation] Continuing on t</a:t>
            </a:r>
            <a:r>
              <a:rPr lang="en-US" dirty="0"/>
              <a:t>he Memory tab we can switch to the Memory Address View which shows the memory map for the various cores and how the IDAU, SAU, and MPC are configured along with the associated regions.</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8CAE826C-32BE-4CAB-9110-6E8B05C203A0}"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1202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b="0" dirty="0"/>
              <a:t>[Press Enter for animation] </a:t>
            </a:r>
            <a:r>
              <a:rPr lang="en-US" dirty="0"/>
              <a:t>In addition to viewing the memory regions and addresses, the Peripheral Address View shows the memory map for the a given core indicating their peripheral regions and associated locations.</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8CAE826C-32BE-4CAB-9110-6E8B05C203A0}"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53970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b="0" dirty="0"/>
              <a:t>[Press Enter for animation] </a:t>
            </a:r>
            <a:r>
              <a:rPr lang="en-US" dirty="0"/>
              <a:t>Finally, the Memory tab’s Read Me tab provides the designer with an overview of the various types of memory and links to various How </a:t>
            </a:r>
            <a:r>
              <a:rPr lang="en-US" dirty="0" err="1"/>
              <a:t>Tos</a:t>
            </a:r>
            <a:r>
              <a:rPr lang="en-US" dirty="0"/>
              <a:t> when configuring and utilizing the various memories provided and supported on PSOC™ Edge.</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8CAE826C-32BE-4CAB-9110-6E8B05C203A0}"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725674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b="0" dirty="0"/>
              <a:t>[Press Enter for animation] </a:t>
            </a:r>
          </a:p>
          <a:p>
            <a:r>
              <a:rPr lang="en-US" dirty="0"/>
              <a:t>The DMA tab lists all the DMA resources in the available to the designer.</a:t>
            </a:r>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a:t>After the various settings and selections are made utilizing the Device Configurator, the configuration information saved in a </a:t>
            </a:r>
            <a:r>
              <a:rPr lang="en-US" b="0" dirty="0" err="1"/>
              <a:t>design.modus</a:t>
            </a:r>
            <a:r>
              <a:rPr lang="en-US" b="0" dirty="0"/>
              <a:t> file, which contains all the required information about the device and the application. When you save changes, the Device Configurator generates/updates firmware in the BSP’s "</a:t>
            </a:r>
            <a:r>
              <a:rPr lang="en-US" b="0" dirty="0" err="1"/>
              <a:t>GeneratedSource</a:t>
            </a:r>
            <a:r>
              <a:rPr lang="en-US" b="0" dirty="0"/>
              <a:t>" folder.</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99B5F25B-F531-4031-A954-A1AC76726BD2}"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26</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96988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Now let’s take a look at the QSPI Configurator.</a:t>
            </a:r>
          </a:p>
          <a:p>
            <a:endParaRPr lang="en-US" dirty="0"/>
          </a:p>
          <a:p>
            <a:r>
              <a:rPr lang="en-US" dirty="0"/>
              <a:t>The Quad Serial Peripheral Interface (QSPI) Configurator helps configure external memories and generate code for easy integration into the application. You can open or create memory configuration files, configure memory slots, and generate code for your application. </a:t>
            </a:r>
          </a:p>
          <a:p>
            <a:endParaRPr lang="en-US" dirty="0"/>
          </a:p>
          <a:p>
            <a:r>
              <a:rPr lang="en-US" dirty="0"/>
              <a:t>The CAT1D category of devices where PSOC™ Edge E84 MCUs fall under, supports extending the default RAM and Flash with external memory chips of the following types: Flash, non-volatile FRAM, or RAM. </a:t>
            </a:r>
          </a:p>
          <a:p>
            <a:endParaRPr lang="en-US" dirty="0"/>
          </a:p>
          <a:p>
            <a:r>
              <a:rPr lang="en-US" dirty="0"/>
              <a:t>The QSPI Configurator holds information for a set of default memory parts. However, if your specific memory part is not present, you can create a new one.</a:t>
            </a:r>
          </a:p>
          <a:p>
            <a:endParaRPr lang="en-US" dirty="0"/>
          </a:p>
          <a:p>
            <a:r>
              <a:rPr lang="en-US" b="0" dirty="0"/>
              <a:t>The QSPI Configurator saves configuration information in a .</a:t>
            </a:r>
            <a:r>
              <a:rPr lang="en-US" b="0" dirty="0" err="1"/>
              <a:t>cyqspi</a:t>
            </a:r>
            <a:r>
              <a:rPr lang="en-US" b="0" dirty="0"/>
              <a:t> file, which contains all the required information about the device and the application. When you save changes, the QSPI Configurator generates/updates firmware in the BSP’s "</a:t>
            </a:r>
            <a:r>
              <a:rPr lang="en-US" b="0" dirty="0" err="1"/>
              <a:t>GeneratedSource</a:t>
            </a:r>
            <a:r>
              <a:rPr lang="en-US" b="0" dirty="0"/>
              <a:t>" folder.</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38AE9D4C-35CD-42B6-958E-4D928C5CE904}"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57655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 – need to leverage overlay)</a:t>
            </a:r>
          </a:p>
          <a:p>
            <a:endParaRPr lang="en-US" dirty="0"/>
          </a:p>
          <a:p>
            <a:r>
              <a:rPr lang="en-US" dirty="0"/>
              <a:t>Moving further, we have the SMART I/O Configurator.</a:t>
            </a:r>
          </a:p>
          <a:p>
            <a:endParaRPr lang="en-US" dirty="0"/>
          </a:p>
          <a:p>
            <a:r>
              <a:rPr lang="en-US" dirty="0"/>
              <a:t>The Smart I/O Configurator is part of a collection of tools included in the ModusToolbox™ software. It provides a GUI to configure the Smart I/O.</a:t>
            </a:r>
          </a:p>
          <a:p>
            <a:endParaRPr lang="en-US" dirty="0"/>
          </a:p>
          <a:p>
            <a:r>
              <a:rPr lang="en-US" dirty="0"/>
              <a:t>The Smart I/O block adds programmable logic to an I/O port.</a:t>
            </a:r>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a:t>[Press Enter for animation] </a:t>
            </a:r>
          </a:p>
          <a:p>
            <a:r>
              <a:rPr lang="en-US" dirty="0"/>
              <a:t>It is positioned in the signal path between the highspeed I/O matrix (HSIOM) and the I/O port. The HSIOM multiplexes the output signals from fixed-function peripherals and the CPU to a specific port pin and vice-versa. The Smart I/O block is placed on this signal path, acting as a bridge that can process signals between port pins and the HSIOM.</a:t>
            </a:r>
          </a:p>
          <a:p>
            <a:endParaRPr lang="en-US" dirty="0"/>
          </a:p>
          <a:p>
            <a:r>
              <a:rPr lang="en-US" dirty="0"/>
              <a:t>There are several areas in the GUI to configure signals: Chip, I/O, Data Unit, and LUT (</a:t>
            </a:r>
            <a:r>
              <a:rPr lang="en-US" sz="1200" b="0" i="0" kern="1200" dirty="0">
                <a:solidFill>
                  <a:schemeClr val="tx1"/>
                </a:solidFill>
                <a:effectLst/>
                <a:latin typeface="Arial" panose="020B0604020202020204" pitchFamily="34" charset="0"/>
                <a:ea typeface="+mn-ea"/>
                <a:cs typeface="Arial" panose="020B0604020202020204" pitchFamily="34" charset="0"/>
              </a:rPr>
              <a:t>Look-Up Table)</a:t>
            </a:r>
            <a:r>
              <a:rPr lang="en-US" dirty="0"/>
              <a:t>. Inputs to the chip from the I/O port can be logically operated upon before being routed to the peripheral blocks or internal connections of the chip. Likewise, outputs from the peripheral blocks or internal connections of the chip can be logically operated upon before being routed to the I/O port.</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8EDDD615-7707-4163-B8F9-2334B1C5759E}"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28</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20742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PSOC™ Edge E84 secured boot process starts with BOOT_ROM. As a root-of-trust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RoT</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it entails the next</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level software authentication through the public key cryptography to ensure that only authorized software is</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loaded and executed on the device.</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Secured enclave boot</a:t>
            </a:r>
          </a:p>
          <a:p>
            <a:endParaRPr lang="en-US" sz="1200" dirty="0"/>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PSOC™ Edge E84 secured enclave is based on the lock-step Cortex® M0+ CPU, coupled with dedicated local</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ROM, SRAM, and islands of replication of hardware cryptographic accelerators. </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secured enclave has exclusive access to the sensitive data on the device. It is isolated from the rest of the system and provides a</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secured environment for secure boot and PSA-compliant cryptographic services. </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APPCPUSS and SYSCPUSS can communicate with the secured enclave through a tightly-controlled IPC mechanism. The secure enclave</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decides what information should be shared in response to an IPC request.</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secured enclave provides multi-stage booting through immutable ROM_BOOT and RRAM_BOOT.</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Together, BOOT_ROM and RRAM_BOOT offer the following functionality:</a:t>
            </a:r>
          </a:p>
          <a:p>
            <a:pPr lvl="1"/>
            <a:r>
              <a:rPr lang="en-US" sz="1600" b="0" i="0" u="none" strike="noStrike" kern="1200" baseline="0" dirty="0">
                <a:solidFill>
                  <a:schemeClr val="tx1"/>
                </a:solidFill>
                <a:latin typeface="Arial" panose="020B0604020202020204" pitchFamily="34" charset="0"/>
                <a:ea typeface="+mn-ea"/>
                <a:cs typeface="Arial" panose="020B0604020202020204" pitchFamily="34" charset="0"/>
              </a:rPr>
              <a:t>• Implements a hardware </a:t>
            </a:r>
            <a:r>
              <a:rPr lang="en-US" sz="1600" b="0" i="0" u="none" strike="noStrike" kern="1200" baseline="0" dirty="0" err="1">
                <a:solidFill>
                  <a:schemeClr val="tx1"/>
                </a:solidFill>
                <a:latin typeface="Arial" panose="020B0604020202020204" pitchFamily="34" charset="0"/>
                <a:ea typeface="+mn-ea"/>
                <a:cs typeface="Arial" panose="020B0604020202020204" pitchFamily="34" charset="0"/>
              </a:rPr>
              <a:t>RoT</a:t>
            </a:r>
            <a:r>
              <a:rPr lang="en-US" sz="1600" b="0" i="0" u="none" strike="noStrike" kern="1200" baseline="0" dirty="0">
                <a:solidFill>
                  <a:schemeClr val="tx1"/>
                </a:solidFill>
                <a:latin typeface="Arial" panose="020B0604020202020204" pitchFamily="34" charset="0"/>
                <a:ea typeface="+mn-ea"/>
                <a:cs typeface="Arial" panose="020B0604020202020204" pitchFamily="34" charset="0"/>
              </a:rPr>
              <a:t> in protection-context 0 and provides an immutable trust anchor based on</a:t>
            </a:r>
          </a:p>
          <a:p>
            <a:pPr lvl="1"/>
            <a:r>
              <a:rPr lang="en-US" sz="1600" b="0" i="0" u="none" strike="noStrike" kern="1200" baseline="0" dirty="0">
                <a:solidFill>
                  <a:schemeClr val="tx1"/>
                </a:solidFill>
                <a:latin typeface="Arial" panose="020B0604020202020204" pitchFamily="34" charset="0"/>
                <a:ea typeface="+mn-ea"/>
                <a:cs typeface="Arial" panose="020B0604020202020204" pitchFamily="34" charset="0"/>
              </a:rPr>
              <a:t>authorization from Infineon</a:t>
            </a:r>
          </a:p>
          <a:p>
            <a:pPr lvl="1"/>
            <a:r>
              <a:rPr lang="en-US" sz="1600" b="0" i="0" u="none" strike="noStrike" kern="1200" baseline="0" dirty="0">
                <a:solidFill>
                  <a:schemeClr val="tx1"/>
                </a:solidFill>
                <a:latin typeface="Arial" panose="020B0604020202020204" pitchFamily="34" charset="0"/>
                <a:ea typeface="+mn-ea"/>
                <a:cs typeface="Arial" panose="020B0604020202020204" pitchFamily="34" charset="0"/>
              </a:rPr>
              <a:t>• Applies the trims and performs authentication of Extended Boot  and launches them on successful</a:t>
            </a:r>
          </a:p>
          <a:p>
            <a:pPr lvl="1"/>
            <a:r>
              <a:rPr lang="en-US" sz="1600" b="0" i="0" u="none" strike="noStrike" kern="1200" baseline="0" dirty="0">
                <a:solidFill>
                  <a:schemeClr val="tx1"/>
                </a:solidFill>
                <a:latin typeface="Arial" panose="020B0604020202020204" pitchFamily="34" charset="0"/>
                <a:ea typeface="+mn-ea"/>
                <a:cs typeface="Arial" panose="020B0604020202020204" pitchFamily="34" charset="0"/>
              </a:rPr>
              <a:t>authentication</a:t>
            </a:r>
          </a:p>
          <a:p>
            <a:pPr lvl="1"/>
            <a:r>
              <a:rPr lang="en-US" sz="1600" b="0" i="0" u="none" strike="noStrike" kern="1200" baseline="0" dirty="0">
                <a:solidFill>
                  <a:schemeClr val="tx1"/>
                </a:solidFill>
                <a:latin typeface="Arial" panose="020B0604020202020204" pitchFamily="34" charset="0"/>
                <a:ea typeface="+mn-ea"/>
                <a:cs typeface="Arial" panose="020B0604020202020204" pitchFamily="34" charset="0"/>
              </a:rPr>
              <a:t>• Authenticates and launches the SE </a:t>
            </a:r>
            <a:r>
              <a:rPr lang="en-US" sz="1600" b="0" i="0" u="none" strike="noStrike" kern="1200" baseline="0" dirty="0" err="1">
                <a:solidFill>
                  <a:schemeClr val="tx1"/>
                </a:solidFill>
                <a:latin typeface="Arial" panose="020B0604020202020204" pitchFamily="34" charset="0"/>
                <a:ea typeface="+mn-ea"/>
                <a:cs typeface="Arial" panose="020B0604020202020204" pitchFamily="34" charset="0"/>
              </a:rPr>
              <a:t>RAMApps</a:t>
            </a:r>
            <a:r>
              <a:rPr lang="en-US" sz="1600" b="0" i="0" u="none" strike="noStrike" kern="1200" baseline="0" dirty="0">
                <a:solidFill>
                  <a:schemeClr val="tx1"/>
                </a:solidFill>
                <a:latin typeface="Arial" panose="020B0604020202020204" pitchFamily="34" charset="0"/>
                <a:ea typeface="+mn-ea"/>
                <a:cs typeface="Arial" panose="020B0604020202020204" pitchFamily="34" charset="0"/>
              </a:rPr>
              <a:t> (Secured Enclave </a:t>
            </a:r>
            <a:r>
              <a:rPr lang="en-US" sz="1600" b="0" i="0" u="none" strike="noStrike" kern="1200" baseline="0" dirty="0" err="1">
                <a:solidFill>
                  <a:schemeClr val="tx1"/>
                </a:solidFill>
                <a:latin typeface="Arial" panose="020B0604020202020204" pitchFamily="34" charset="0"/>
                <a:ea typeface="+mn-ea"/>
                <a:cs typeface="Arial" panose="020B0604020202020204" pitchFamily="34" charset="0"/>
              </a:rPr>
              <a:t>RAMApps</a:t>
            </a:r>
            <a:r>
              <a:rPr lang="en-US" sz="1600" b="0" i="0" u="none" strike="noStrike" kern="1200" baseline="0" dirty="0">
                <a:solidFill>
                  <a:schemeClr val="tx1"/>
                </a:solidFill>
                <a:latin typeface="Arial" panose="020B0604020202020204" pitchFamily="34" charset="0"/>
                <a:ea typeface="+mn-ea"/>
                <a:cs typeface="Arial" panose="020B0604020202020204" pitchFamily="34" charset="0"/>
              </a:rPr>
              <a:t>) and enables the device</a:t>
            </a:r>
          </a:p>
          <a:p>
            <a:pPr lvl="1"/>
            <a:r>
              <a:rPr lang="en-US" sz="1600" b="0" i="0" u="none" strike="noStrike" kern="1200" baseline="0" dirty="0">
                <a:solidFill>
                  <a:schemeClr val="tx1"/>
                </a:solidFill>
                <a:latin typeface="Arial" panose="020B0604020202020204" pitchFamily="34" charset="0"/>
                <a:ea typeface="+mn-ea"/>
                <a:cs typeface="Arial" panose="020B0604020202020204" pitchFamily="34" charset="0"/>
              </a:rPr>
              <a:t>provisioning</a:t>
            </a:r>
          </a:p>
          <a:p>
            <a:pPr lvl="1"/>
            <a:r>
              <a:rPr lang="en-US" sz="1600" b="0" i="0" u="none" strike="noStrike" kern="1200" baseline="0" dirty="0">
                <a:solidFill>
                  <a:schemeClr val="tx1"/>
                </a:solidFill>
                <a:latin typeface="Arial" panose="020B0604020202020204" pitchFamily="34" charset="0"/>
                <a:ea typeface="+mn-ea"/>
                <a:cs typeface="Arial" panose="020B0604020202020204" pitchFamily="34" charset="0"/>
              </a:rPr>
              <a:t>• Facilitates “secured debug” by enforcing access restrictions on the debug access port (SWD/JTAG)</a:t>
            </a:r>
          </a:p>
          <a:p>
            <a:pPr lvl="1"/>
            <a:r>
              <a:rPr lang="en-US" sz="1600" b="0" i="0" u="none" strike="noStrike" kern="1200" baseline="0" dirty="0">
                <a:solidFill>
                  <a:schemeClr val="tx1"/>
                </a:solidFill>
                <a:latin typeface="Arial" panose="020B0604020202020204" pitchFamily="34" charset="0"/>
                <a:ea typeface="+mn-ea"/>
                <a:cs typeface="Arial" panose="020B0604020202020204" pitchFamily="34" charset="0"/>
              </a:rPr>
              <a:t>• Provides PSA-compliant Crypto services for Application CPUs</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p>
          <a:p>
            <a:endParaRPr lang="en-US" sz="1200" b="1"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is the first code executed by the CM33 CPU of PSOC™ Edge E84. The secured enclave boot</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software authenticates the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image on RRAM, and launches it if authentication is successful.</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Devices are shipped out from Infineon in development lifecycles.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In this lifecycles,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is pre-programmed into the device, but not locked down.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stock version of the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offers the serial interface (I2C, SPI,</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UART and USB) capability.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Infineon also releases a version of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without alternate serial interfaces, which reduces the footprint on RRAM.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As long as the device is in development lifecycles,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can be re-programmed via the secured enclave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RAMApps</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provided by Infineon.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gets locked down when device transitions to production lifecycle. Note that since Secured Enclave can only authenticate</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Infineon-signed versions of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it is mandatory to use Infineon-released versions.</a:t>
            </a:r>
            <a:endParaRPr lang="en-US" dirty="0"/>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Extended Boot launches CM33 Secure project present in RRAM from a fixed location, which then configures external QSPI flash in XIP mode and launches CM33 Non-Secure application.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Additionally CM33 Non-Secure application enables CM55 CPU and launches the CM55 application in external flash.</a:t>
            </a:r>
            <a:endParaRPr lang="en-US" dirty="0"/>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3343E869-51C1-487E-A659-DF7459E7FCF9}"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29</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22493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lr>
                <a:srgbClr val="0A8276"/>
              </a:buClr>
              <a:buFont typeface="Wingdings" panose="05000000000000000000" pitchFamily="2" charset="2"/>
              <a:buNone/>
            </a:pPr>
            <a:r>
              <a:rPr lang="en-US" sz="1200" dirty="0"/>
              <a:t>Now that we have an understanding of the application boot process, it is important to understand the lifecycle and provisioning of a device.</a:t>
            </a:r>
          </a:p>
          <a:p>
            <a:pPr>
              <a:buClr>
                <a:srgbClr val="0A8276"/>
              </a:buClr>
              <a:buFont typeface="Wingdings" panose="05000000000000000000" pitchFamily="2" charset="2"/>
              <a:buNone/>
            </a:pPr>
            <a:endParaRPr lang="en-US" sz="1200" dirty="0"/>
          </a:p>
          <a:p>
            <a:pPr>
              <a:buClr>
                <a:srgbClr val="0A8276"/>
              </a:buClr>
              <a:buFont typeface="Wingdings" panose="05000000000000000000" pitchFamily="2" charset="2"/>
              <a:buNone/>
            </a:pPr>
            <a:r>
              <a:rPr lang="en-US" sz="1200" dirty="0"/>
              <a:t>Initially, the device is in the Development stage.</a:t>
            </a:r>
          </a:p>
          <a:p>
            <a:pPr>
              <a:buClr>
                <a:srgbClr val="0A8276"/>
              </a:buClr>
              <a:buFont typeface="Wingdings" panose="05000000000000000000" pitchFamily="2" charset="2"/>
              <a:buNone/>
            </a:pPr>
            <a:endParaRPr lang="en-US" sz="1200" dirty="0"/>
          </a:p>
          <a:p>
            <a:pPr>
              <a:buClr>
                <a:srgbClr val="0A8276"/>
              </a:buClr>
              <a:buFont typeface="Wingdings" panose="05000000000000000000" pitchFamily="2" charset="2"/>
              <a:buNone/>
            </a:pPr>
            <a:r>
              <a:rPr lang="en-US" sz="1200" dirty="0"/>
              <a:t>This phase is marked by the device being shipped from Infineon having been provisioned with the OEM Certificate and policy.</a:t>
            </a:r>
          </a:p>
          <a:p>
            <a:pPr>
              <a:buClr>
                <a:srgbClr val="0A8276"/>
              </a:buClr>
              <a:buFont typeface="Wingdings" panose="05000000000000000000" pitchFamily="2" charset="2"/>
              <a:buNone/>
            </a:pPr>
            <a:endParaRPr lang="en-US" sz="1200" dirty="0"/>
          </a:p>
          <a:p>
            <a:pPr>
              <a:buClr>
                <a:srgbClr val="0A8276"/>
              </a:buClr>
              <a:buFont typeface="Wingdings" panose="05000000000000000000" pitchFamily="2" charset="2"/>
              <a:buNone/>
            </a:pPr>
            <a:r>
              <a:rPr lang="en-US" sz="1200" dirty="0"/>
              <a:t>The OEM can extend the ownership of the device by provisioning the device with OEM certificate.</a:t>
            </a:r>
          </a:p>
          <a:p>
            <a:pPr>
              <a:buClr>
                <a:srgbClr val="0A8276"/>
              </a:buClr>
              <a:buFont typeface="Wingdings" panose="05000000000000000000" pitchFamily="2" charset="2"/>
              <a:buChar char="q"/>
            </a:pPr>
            <a:endParaRPr lang="en-US" sz="1200" dirty="0"/>
          </a:p>
          <a:p>
            <a:pPr>
              <a:buClr>
                <a:srgbClr val="0A8276"/>
              </a:buClr>
              <a:buFont typeface="Wingdings" panose="05000000000000000000" pitchFamily="2" charset="2"/>
              <a:buNone/>
            </a:pPr>
            <a:r>
              <a:rPr lang="en-US" sz="1200" dirty="0"/>
              <a:t>This provisioning process installs the OEM keys; debug, boot, and system configuration policies; as well as the extended boot software</a:t>
            </a:r>
          </a:p>
          <a:p>
            <a:pPr>
              <a:buClr>
                <a:srgbClr val="0A8276"/>
              </a:buClr>
              <a:buFont typeface="Wingdings" panose="05000000000000000000" pitchFamily="2" charset="2"/>
              <a:buNone/>
            </a:pPr>
            <a:endParaRPr lang="en-US" sz="1200" dirty="0"/>
          </a:p>
          <a:p>
            <a:pPr>
              <a:buClr>
                <a:srgbClr val="0A8276"/>
              </a:buClr>
              <a:buFont typeface="Wingdings" panose="05000000000000000000" pitchFamily="2" charset="2"/>
              <a:buNone/>
            </a:pPr>
            <a:r>
              <a:rPr lang="en-US" sz="1200" dirty="0"/>
              <a:t>The development lifecycle is recommended for all development activity until the device is ready for production.</a:t>
            </a:r>
          </a:p>
          <a:p>
            <a:pPr>
              <a:buClr>
                <a:srgbClr val="0A8276"/>
              </a:buClr>
              <a:buFont typeface="Wingdings" panose="05000000000000000000" pitchFamily="2" charset="2"/>
              <a:buNone/>
            </a:pPr>
            <a:endParaRPr lang="en-US" sz="1200" dirty="0"/>
          </a:p>
          <a:p>
            <a:pPr>
              <a:buClr>
                <a:srgbClr val="0A8276"/>
              </a:buClr>
              <a:buFont typeface="Wingdings" panose="05000000000000000000" pitchFamily="2" charset="2"/>
              <a:buNone/>
            </a:pPr>
            <a:r>
              <a:rPr lang="en-US" sz="1200" dirty="0"/>
              <a:t>In this lifecycle, the OEM can enable or disable the secure boot.</a:t>
            </a:r>
          </a:p>
          <a:p>
            <a:pPr>
              <a:buClr>
                <a:srgbClr val="0A8276"/>
              </a:buClr>
              <a:buFont typeface="Wingdings" panose="05000000000000000000" pitchFamily="2" charset="2"/>
              <a:buChar char="q"/>
            </a:pPr>
            <a:endParaRPr lang="en-US" sz="1200" dirty="0"/>
          </a:p>
          <a:p>
            <a:pPr>
              <a:buClr>
                <a:srgbClr val="0A8276"/>
              </a:buClr>
              <a:buFont typeface="Wingdings" panose="05000000000000000000" pitchFamily="2" charset="2"/>
              <a:buNone/>
            </a:pPr>
            <a:r>
              <a:rPr lang="en-US" sz="1200" dirty="0"/>
              <a:t>When a device is ready for production, the OEM can transition the device from “Development” to “Production” by provisioning the device with a OEM “Production certificate”.</a:t>
            </a:r>
          </a:p>
          <a:p>
            <a:pPr>
              <a:buClr>
                <a:srgbClr val="0A8276"/>
              </a:buClr>
              <a:buFont typeface="Wingdings" panose="05000000000000000000" pitchFamily="2" charset="2"/>
              <a:buNone/>
            </a:pPr>
            <a:endParaRPr lang="en-US" sz="1200" dirty="0"/>
          </a:p>
          <a:p>
            <a:pPr>
              <a:buClr>
                <a:srgbClr val="0A8276"/>
              </a:buClr>
              <a:buFont typeface="Wingdings" panose="05000000000000000000" pitchFamily="2" charset="2"/>
              <a:buNone/>
            </a:pPr>
            <a:r>
              <a:rPr lang="en-US" sz="1200" dirty="0"/>
              <a:t>Re-provisioning is possible only if allowed by the policy already installed in the device.</a:t>
            </a:r>
          </a:p>
          <a:p>
            <a:pPr>
              <a:buClr>
                <a:srgbClr val="0A8276"/>
              </a:buClr>
              <a:buFont typeface="Wingdings" panose="05000000000000000000" pitchFamily="2" charset="2"/>
              <a:buNone/>
            </a:pPr>
            <a:endParaRPr lang="en-US" sz="1200" dirty="0"/>
          </a:p>
          <a:p>
            <a:pPr>
              <a:buClr>
                <a:srgbClr val="0A8276"/>
              </a:buClr>
              <a:buFont typeface="Wingdings" panose="05000000000000000000" pitchFamily="2" charset="2"/>
              <a:buNone/>
            </a:pPr>
            <a:r>
              <a:rPr lang="en-US" sz="1200" dirty="0"/>
              <a:t>Secure boot is always enabled in this lifecycle.</a:t>
            </a:r>
          </a:p>
          <a:p>
            <a:pPr marL="0" indent="0">
              <a:buClr>
                <a:srgbClr val="0A8276"/>
              </a:buClr>
              <a:buFont typeface="Arial" panose="020B0604020202020204" pitchFamily="34" charset="0"/>
              <a:buNone/>
            </a:pPr>
            <a:endParaRPr lang="en-US" dirty="0"/>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None/>
              <a:tabLst/>
              <a:defRPr/>
            </a:pPr>
            <a:r>
              <a:rPr lang="en-US" sz="1200" dirty="0"/>
              <a:t>It is important to note, most device assets are “frozen” in the production lifecycle and cannot be changed unless allowed by the re-provisioning policy.</a:t>
            </a:r>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Char char="q"/>
              <a:tabLst/>
              <a:defRPr/>
            </a:pPr>
            <a:endParaRPr lang="en-US" sz="1200" dirty="0"/>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None/>
              <a:tabLst/>
              <a:defRPr/>
            </a:pPr>
            <a:r>
              <a:rPr lang="en-US" sz="1200" dirty="0"/>
              <a:t>Further the OEM Certificate for provisioning is required to be signed by Infineon. The Edge Protect Signing service can be utilized to sign the updated certificate</a:t>
            </a:r>
            <a:r>
              <a:rPr lang="en-US" dirty="0"/>
              <a:t>. </a:t>
            </a:r>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None/>
              <a:tabLst/>
              <a:defRPr/>
            </a:pPr>
            <a:endParaRPr lang="en-US" dirty="0"/>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None/>
              <a:tabLst/>
              <a:defRPr/>
            </a:pPr>
            <a:r>
              <a:rPr lang="en-US" dirty="0"/>
              <a:t>If a device needs to the to the RMA cycle this can be achieve from either Development or Production lifecycles.</a:t>
            </a:r>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None/>
              <a:tabLst/>
              <a:defRPr/>
            </a:pPr>
            <a:endParaRPr lang="en-US" dirty="0"/>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None/>
              <a:tabLst/>
              <a:defRPr/>
            </a:pPr>
            <a:r>
              <a:rPr lang="en-US" dirty="0"/>
              <a:t>The transition of the certificate must be performed by an SE Service application, which is provided by Infineon.</a:t>
            </a:r>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None/>
              <a:tabLst/>
              <a:defRPr/>
            </a:pPr>
            <a:endParaRPr lang="en-US" dirty="0"/>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None/>
              <a:tabLst/>
              <a:defRPr/>
            </a:pPr>
            <a:r>
              <a:rPr lang="en-US" dirty="0"/>
              <a:t>A device in the RMA cycle can be shipped to Infineon for failure analysis.</a:t>
            </a:r>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Char char="q"/>
              <a:tabLst/>
              <a:defRPr/>
            </a:pPr>
            <a:endParaRPr lang="en-US" sz="1200" dirty="0"/>
          </a:p>
          <a:p>
            <a:pPr>
              <a:buClr>
                <a:srgbClr val="0A8276"/>
              </a:buClr>
              <a:buFont typeface="Wingdings" panose="05000000000000000000" pitchFamily="2" charset="2"/>
              <a:buChar char="q"/>
            </a:pPr>
            <a:endParaRPr lang="en-US" dirty="0"/>
          </a:p>
          <a:p>
            <a:endParaRPr lang="en-US" dirty="0"/>
          </a:p>
        </p:txBody>
      </p:sp>
      <p:sp>
        <p:nvSpPr>
          <p:cNvPr id="4" name="Header Placeholder 3"/>
          <p:cNvSpPr>
            <a:spLocks noGrp="1"/>
          </p:cNvSpPr>
          <p:nvPr>
            <p:ph type="hdr" sz="quarter"/>
          </p:nvPr>
        </p:nvSpPr>
        <p:spPr/>
        <p:txBody>
          <a:bodyPr/>
          <a:lstStyle/>
          <a:p>
            <a:pPr marL="0" marR="0" lvl="0" indent="0" algn="l" defTabSz="955819" rtl="0" eaLnBrk="1" fontAlgn="base" latinLnBrk="0" hangingPunct="1">
              <a:lnSpc>
                <a:spcPct val="100000"/>
              </a:lnSpc>
              <a:spcBef>
                <a:spcPct val="0"/>
              </a:spcBef>
              <a:spcAft>
                <a:spcPct val="0"/>
              </a:spcAft>
              <a:buClrTx/>
              <a:buSzTx/>
              <a:buFontTx/>
              <a:buNone/>
              <a:tabLst/>
              <a:defRPr/>
            </a:pPr>
            <a:endParaRPr kumimoji="0" lang="en-US" sz="100" b="0" i="0" u="none" strike="noStrike" kern="1200" cap="none" spc="0" normalizeH="0" baseline="0" noProof="0" dirty="0">
              <a:ln>
                <a:noFill/>
              </a:ln>
              <a:no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Copyright © Infineon Technologies AG 2020. All rights reserved.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1"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public</a:t>
            </a:r>
          </a:p>
        </p:txBody>
      </p:sp>
      <p:sp>
        <p:nvSpPr>
          <p:cNvPr id="6" name="Date Placeholder 5"/>
          <p:cNvSpPr>
            <a:spLocks noGrp="1"/>
          </p:cNvSpPr>
          <p:nvPr>
            <p:ph type="dt"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256CCE82-5A64-46D9-9D1E-096EC9A930DF}" type="datetime1">
              <a:rPr kumimoji="0" lang="en-US" sz="100" b="0" i="0" u="none" strike="noStrike" kern="1200" cap="none" spc="0" normalizeH="0" baseline="0" noProof="0" smtClean="0">
                <a:ln>
                  <a:noFill/>
                </a:ln>
                <a:noFill/>
                <a:effectLst/>
                <a:uLnTx/>
                <a:uFillTx/>
                <a:latin typeface="Arial" panose="020B0604020202020204" pitchFamily="34" charset="0"/>
                <a:ea typeface="Verdana" pitchFamily="34" charset="0"/>
                <a:cs typeface="Arial" panose="020B0604020202020204" pitchFamily="34" charset="0"/>
              </a:rPr>
              <a:t>12/10/2025</a:t>
            </a:fld>
            <a:endPar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endParaRPr>
          </a:p>
        </p:txBody>
      </p:sp>
      <p:sp>
        <p:nvSpPr>
          <p:cNvPr id="7" name="Slide Number Placeholder 6"/>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65D906-55BD-49C5-997D-27A40DB53D15}" type="slidenum">
              <a:rPr kumimoji="0" lang="en-US" sz="800" b="0" i="0" u="none" strike="noStrike" kern="1200" cap="none" spc="0" normalizeH="0" baseline="0" noProof="0" smtClean="0">
                <a:ln>
                  <a:noFill/>
                </a:ln>
                <a:solidFill>
                  <a:srgbClr val="928285"/>
                </a:solidFill>
                <a:effectLst/>
                <a:uLnTx/>
                <a:uFillTx/>
                <a:latin typeface="Arial" panose="020B0604020202020204" pitchFamily="34" charset="0"/>
                <a:ea typeface="Verdana"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sz="800" b="0" i="0" u="none" strike="noStrike" kern="1200" cap="none" spc="0" normalizeH="0" baseline="0" noProof="0" dirty="0">
              <a:ln>
                <a:noFill/>
              </a:ln>
              <a:solidFill>
                <a:srgbClr val="928285"/>
              </a:solidFill>
              <a:effectLst/>
              <a:uLnTx/>
              <a:uFillTx/>
              <a:latin typeface="Arial" panose="020B0604020202020204" pitchFamily="34" charset="0"/>
              <a:ea typeface="Verdana" pitchFamily="34" charset="0"/>
              <a:cs typeface="Arial" panose="020B0604020202020204" pitchFamily="34" charset="0"/>
            </a:endParaRPr>
          </a:p>
        </p:txBody>
      </p:sp>
    </p:spTree>
    <p:extLst>
      <p:ext uri="{BB962C8B-B14F-4D97-AF65-F5344CB8AC3E}">
        <p14:creationId xmlns:p14="http://schemas.microsoft.com/office/powerpoint/2010/main" val="14275099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PSOC™ Edge MCU implements Arm® </a:t>
            </a:r>
            <a:r>
              <a:rPr lang="en-US" dirty="0" err="1"/>
              <a:t>TrustZone</a:t>
            </a:r>
            <a:r>
              <a:rPr lang="en-US" dirty="0"/>
              <a:t> on the Cortex® M33 CPU.</a:t>
            </a:r>
          </a:p>
          <a:p>
            <a:endParaRPr lang="en-US" dirty="0"/>
          </a:p>
          <a:p>
            <a:r>
              <a:rPr lang="en-US" dirty="0"/>
              <a:t>Arm® </a:t>
            </a:r>
            <a:r>
              <a:rPr lang="en-US" dirty="0" err="1"/>
              <a:t>TrustZone</a:t>
            </a:r>
            <a:r>
              <a:rPr lang="en-US" dirty="0"/>
              <a:t> defines security domains, which are software abstractions that group system resources into domains and isolate those resources from other domains.</a:t>
            </a:r>
          </a:p>
          <a:p>
            <a:endParaRPr lang="en-US" dirty="0"/>
          </a:p>
          <a:p>
            <a:r>
              <a:rPr lang="en-US" dirty="0"/>
              <a:t>These secure states are applied on top of the well established operating modes for Arm Cortex® MCUs, handler mode and thread mode.</a:t>
            </a:r>
          </a:p>
          <a:p>
            <a:endParaRPr lang="en-US" dirty="0"/>
          </a:p>
          <a:p>
            <a:r>
              <a:rPr lang="en-US" dirty="0"/>
              <a:t>At Isolation Level 1, there are two domains, the Secure Processing Environment (SPE) and Non-Secure Processing Environment (NSPE). The SPE represents in the Secure CM33 and the NSPE represents both the Non-Secure CM33 and Non-Secure CM55. </a:t>
            </a:r>
          </a:p>
          <a:p>
            <a:endParaRPr lang="en-US" dirty="0"/>
          </a:p>
          <a:p>
            <a:r>
              <a:rPr lang="en-US" dirty="0"/>
              <a:t>At Isolation Level 2, we drill down further into the SPE to isolate the Platform Root Of Trust (</a:t>
            </a:r>
            <a:r>
              <a:rPr lang="en-US" dirty="0" err="1"/>
              <a:t>RoT</a:t>
            </a:r>
            <a:r>
              <a:rPr lang="en-US" dirty="0"/>
              <a:t>) and Application Root of Trust (</a:t>
            </a:r>
            <a:r>
              <a:rPr lang="en-US" dirty="0" err="1"/>
              <a:t>RoT</a:t>
            </a:r>
            <a:r>
              <a:rPr lang="en-US" dirty="0"/>
              <a:t>). </a:t>
            </a:r>
          </a:p>
          <a:p>
            <a:endParaRPr lang="en-US" dirty="0"/>
          </a:p>
          <a:p>
            <a:r>
              <a:rPr lang="en-US" dirty="0"/>
              <a:t>At Isolation Level 3, we isolate all the secure services that are offered as part of the Platform </a:t>
            </a:r>
            <a:r>
              <a:rPr lang="en-US" dirty="0" err="1"/>
              <a:t>RoT</a:t>
            </a:r>
            <a:r>
              <a:rPr lang="en-US" dirty="0"/>
              <a:t> and Application </a:t>
            </a:r>
            <a:r>
              <a:rPr lang="en-US" dirty="0" err="1"/>
              <a:t>RoT</a:t>
            </a:r>
            <a:r>
              <a:rPr lang="en-US" dirty="0"/>
              <a:t>.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739EDB7D-8C77-40C6-88E0-E30217972BEB}"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65262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Device Configurator, resources can be assigned to a security domain in the device configurator to isolate them from one another.</a:t>
            </a:r>
          </a:p>
          <a:p>
            <a:endParaRPr lang="en-US" dirty="0"/>
          </a:p>
          <a:p>
            <a:r>
              <a:rPr lang="en-US" dirty="0"/>
              <a:t>In this example, we can see the peripheral SCB 1 is in the non-secure processing environment.</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2E1C4D55-AF10-4F66-A722-8697E4961800}"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25064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anose="020B0604020202020204" pitchFamily="34" charset="0"/>
                <a:ea typeface="+mn-ea"/>
                <a:cs typeface="Arial" panose="020B0604020202020204" pitchFamily="34" charset="0"/>
              </a:rPr>
              <a:t>To implement Platform Security Architecture (PSA) on PSOC™ Edge, Infineon provides a Trusted Firmware‑M (TF‑M) library that can be added to any existing or new firmware project.</a:t>
            </a:r>
          </a:p>
          <a:p>
            <a:endParaRPr lang="en-US" sz="1200" kern="1200" dirty="0">
              <a:solidFill>
                <a:schemeClr val="tx1"/>
              </a:solidFill>
              <a:effectLst/>
              <a:latin typeface="Arial" panose="020B0604020202020204" pitchFamily="34" charset="0"/>
              <a:ea typeface="+mn-ea"/>
              <a:cs typeface="Arial" panose="020B0604020202020204" pitchFamily="34" charset="0"/>
            </a:endParaRPr>
          </a:p>
          <a:p>
            <a:r>
              <a:rPr lang="en-US" sz="1200" kern="1200" dirty="0">
                <a:solidFill>
                  <a:schemeClr val="tx1"/>
                </a:solidFill>
                <a:effectLst/>
                <a:latin typeface="Arial" panose="020B0604020202020204" pitchFamily="34" charset="0"/>
                <a:ea typeface="+mn-ea"/>
                <a:cs typeface="Arial" panose="020B0604020202020204" pitchFamily="34" charset="0"/>
              </a:rPr>
              <a:t>TF‑M relies on the </a:t>
            </a:r>
            <a:r>
              <a:rPr lang="en-US" sz="1200" kern="1200" dirty="0" err="1">
                <a:solidFill>
                  <a:schemeClr val="tx1"/>
                </a:solidFill>
                <a:effectLst/>
                <a:latin typeface="Arial" panose="020B0604020202020204" pitchFamily="34" charset="0"/>
                <a:ea typeface="+mn-ea"/>
                <a:cs typeface="Arial" panose="020B0604020202020204" pitchFamily="34" charset="0"/>
              </a:rPr>
              <a:t>MCUboot</a:t>
            </a:r>
            <a:r>
              <a:rPr lang="en-US" sz="1200" kern="1200" dirty="0">
                <a:solidFill>
                  <a:schemeClr val="tx1"/>
                </a:solidFill>
                <a:effectLst/>
                <a:latin typeface="Arial" panose="020B0604020202020204" pitchFamily="34" charset="0"/>
                <a:ea typeface="+mn-ea"/>
                <a:cs typeface="Arial" panose="020B0604020202020204" pitchFamily="34" charset="0"/>
              </a:rPr>
              <a:t>‑based Edge Protect Bootloader for secure boot and secure firmware‑update services.</a:t>
            </a:r>
          </a:p>
          <a:p>
            <a:endParaRPr lang="en-US" sz="1200" kern="1200" dirty="0">
              <a:solidFill>
                <a:schemeClr val="tx1"/>
              </a:solidFill>
              <a:effectLst/>
              <a:latin typeface="Arial" panose="020B0604020202020204" pitchFamily="34" charset="0"/>
              <a:ea typeface="+mn-ea"/>
              <a:cs typeface="Arial" panose="020B0604020202020204" pitchFamily="34" charset="0"/>
            </a:endParaRPr>
          </a:p>
          <a:p>
            <a:r>
              <a:rPr lang="en-US" sz="1200" kern="1200" dirty="0">
                <a:solidFill>
                  <a:schemeClr val="tx1"/>
                </a:solidFill>
                <a:effectLst/>
                <a:latin typeface="Arial" panose="020B0604020202020204" pitchFamily="34" charset="0"/>
                <a:ea typeface="+mn-ea"/>
                <a:cs typeface="Arial" panose="020B0604020202020204" pitchFamily="34" charset="0"/>
              </a:rPr>
              <a:t>This implementation enables products and real‑time operating systems utilizing PSOC™ Edge to achieve PSA Certified status.</a:t>
            </a:r>
          </a:p>
          <a:p>
            <a:endParaRPr lang="en-US" sz="1200" kern="1200" dirty="0">
              <a:solidFill>
                <a:schemeClr val="tx1"/>
              </a:solidFill>
              <a:effectLst/>
              <a:latin typeface="Arial" panose="020B0604020202020204" pitchFamily="34" charset="0"/>
              <a:ea typeface="+mn-ea"/>
              <a:cs typeface="Arial" panose="020B0604020202020204" pitchFamily="34" charset="0"/>
            </a:endParaRPr>
          </a:p>
          <a:p>
            <a:r>
              <a:rPr lang="en-US" sz="1200" kern="1200" dirty="0">
                <a:solidFill>
                  <a:schemeClr val="tx1"/>
                </a:solidFill>
                <a:effectLst/>
                <a:latin typeface="Arial" panose="020B0604020202020204" pitchFamily="34" charset="0"/>
                <a:ea typeface="+mn-ea"/>
                <a:cs typeface="Arial" panose="020B0604020202020204" pitchFamily="34" charset="0"/>
              </a:rPr>
              <a:t>TF‑M leverages MCU security features to establish an isolated Secure Processing Environment (SPE), where sensitive information can be processed and stored securely.</a:t>
            </a:r>
          </a:p>
          <a:p>
            <a:endParaRPr lang="en-US" sz="120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dirty="0">
                <a:solidFill>
                  <a:schemeClr val="tx1"/>
                </a:solidFill>
                <a:effectLst/>
                <a:latin typeface="Arial" panose="020B0604020202020204" pitchFamily="34" charset="0"/>
                <a:ea typeface="+mn-ea"/>
                <a:cs typeface="Arial" panose="020B0604020202020204" pitchFamily="34" charset="0"/>
              </a:rPr>
              <a:t>TF‑M includes secure services such as Crypto, Internal Trusted Storage (ITS), Protected Storage (PS), firmware update, attestation, and TF-M platform service (</a:t>
            </a:r>
            <a:r>
              <a:rPr lang="en-US" sz="1200" b="0" i="0" kern="1200" dirty="0">
                <a:solidFill>
                  <a:schemeClr val="tx1"/>
                </a:solidFill>
                <a:effectLst/>
                <a:latin typeface="Arial" panose="020B0604020202020204" pitchFamily="34" charset="0"/>
                <a:ea typeface="+mn-ea"/>
                <a:cs typeface="Arial" panose="020B0604020202020204" pitchFamily="34" charset="0"/>
              </a:rPr>
              <a:t>used for items such as message logging and non-volatile counters</a:t>
            </a:r>
          </a:p>
          <a:p>
            <a:r>
              <a:rPr lang="en-US" sz="1200" kern="1200" dirty="0">
                <a:solidFill>
                  <a:schemeClr val="tx1"/>
                </a:solidFill>
                <a:effectLst/>
                <a:latin typeface="Arial" panose="020B0604020202020204" pitchFamily="34" charset="0"/>
                <a:ea typeface="+mn-ea"/>
                <a:cs typeface="Arial" panose="020B0604020202020204" pitchFamily="34" charset="0"/>
              </a:rPr>
              <a:t>). These services are accessed by the NSPE application via PSA APIs.</a:t>
            </a:r>
          </a:p>
          <a:p>
            <a:endParaRPr lang="en-US" sz="1200" kern="1200" dirty="0">
              <a:solidFill>
                <a:schemeClr val="tx1"/>
              </a:solidFill>
              <a:effectLst/>
              <a:latin typeface="Arial" panose="020B0604020202020204" pitchFamily="34" charset="0"/>
              <a:ea typeface="+mn-ea"/>
              <a:cs typeface="Arial" panose="020B0604020202020204" pitchFamily="34" charset="0"/>
            </a:endParaRPr>
          </a:p>
          <a:p>
            <a:r>
              <a:rPr lang="en-US" sz="1200" kern="1200" dirty="0">
                <a:solidFill>
                  <a:schemeClr val="tx1"/>
                </a:solidFill>
                <a:effectLst/>
                <a:latin typeface="Arial" panose="020B0604020202020204" pitchFamily="34" charset="0"/>
                <a:ea typeface="+mn-ea"/>
                <a:cs typeface="Arial" panose="020B0604020202020204" pitchFamily="34" charset="0"/>
              </a:rPr>
              <a:t>The Edge Protect Configurator provides an easy‑to‑use GUI to update an application’s memory and protection/security configurations, as well as to enable or disable secure services. Developers can choose from predefined TF‑M profiles and isolation levels or create their own user‑defined Application </a:t>
            </a:r>
            <a:r>
              <a:rPr lang="en-US" sz="1200" kern="1200" dirty="0" err="1">
                <a:solidFill>
                  <a:schemeClr val="tx1"/>
                </a:solidFill>
                <a:effectLst/>
                <a:latin typeface="Arial" panose="020B0604020202020204" pitchFamily="34" charset="0"/>
                <a:ea typeface="+mn-ea"/>
                <a:cs typeface="Arial" panose="020B0604020202020204" pitchFamily="34" charset="0"/>
              </a:rPr>
              <a:t>RoT</a:t>
            </a:r>
            <a:r>
              <a:rPr lang="en-US" sz="1200" kern="1200" dirty="0">
                <a:solidFill>
                  <a:schemeClr val="tx1"/>
                </a:solidFill>
                <a:effectLst/>
                <a:latin typeface="Arial" panose="020B0604020202020204" pitchFamily="34" charset="0"/>
                <a:ea typeface="+mn-ea"/>
                <a:cs typeface="Arial" panose="020B0604020202020204" pitchFamily="34" charset="0"/>
              </a:rPr>
              <a:t> partitions.</a:t>
            </a:r>
          </a:p>
          <a:p>
            <a:endParaRPr lang="en-US" dirty="0"/>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5B7323C1-379D-449B-BA8B-6B5859824FAF}"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66448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on from the robust security features of </a:t>
            </a:r>
            <a:r>
              <a:rPr lang="en-US" dirty="0" err="1"/>
              <a:t>PSOC™Edge</a:t>
            </a:r>
            <a:r>
              <a:rPr lang="en-US" dirty="0"/>
              <a:t>, let’s examine the extensive memory resources available to the system developer.</a:t>
            </a:r>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a:t>This </a:t>
            </a:r>
            <a:r>
              <a:rPr lang="en-US" dirty="0"/>
              <a:t>diagram shows the different memories implemented on PSOC™ Edge, but it’s important to highlight the two power domains: PD0 and PD1.</a:t>
            </a:r>
          </a:p>
          <a:p>
            <a:endParaRPr lang="en-US" dirty="0"/>
          </a:p>
          <a:p>
            <a:r>
              <a:rPr lang="en-US" dirty="0"/>
              <a:t>PD0, the always-on low-power domain, provides critical functions that remain operational even when the device is in a low-power state.</a:t>
            </a:r>
          </a:p>
          <a:p>
            <a:endParaRPr lang="en-US" dirty="0"/>
          </a:p>
          <a:p>
            <a:r>
              <a:rPr lang="en-US" dirty="0"/>
              <a:t>PD1, the high-performance domain, provides performance features for demanding applications, such as high-speed data processing and intense computational tasks.</a:t>
            </a:r>
          </a:p>
          <a:p>
            <a:endParaRPr lang="en-US" dirty="0"/>
          </a:p>
          <a:p>
            <a:r>
              <a:rPr lang="en-US" dirty="0"/>
              <a:t>Both power domains are powered by the same internal buck output. This means that both domains operate at the same voltage level, ensuring seamless communication and coordination between them.</a:t>
            </a:r>
          </a:p>
          <a:p>
            <a:endParaRPr lang="en-US" dirty="0"/>
          </a:p>
          <a:p>
            <a:r>
              <a:rPr lang="en-US" dirty="0"/>
              <a:t>However, one of the key benefits of PSOC™ Edge's power domain architecture is its independent control and flexibility. PD1 can be independently switched off without affecting PD0, allowing for significant power savings when high-performance peripherals are not needed. And when those peripherals are required, PD1 can be quickly reactivated to meet the performance demands.</a:t>
            </a:r>
          </a:p>
          <a:p>
            <a:endParaRPr lang="en-US" dirty="0"/>
          </a:p>
          <a:p>
            <a:r>
              <a:rPr lang="en-US" dirty="0"/>
              <a:t>In the same way, it’s important to consider the power domain of each memory, since –just like peripherals-, memories associated with PD1 can also be switched off when not needed. </a:t>
            </a:r>
          </a:p>
          <a:p>
            <a:endParaRPr lang="en-US" dirty="0"/>
          </a:p>
          <a:p>
            <a:r>
              <a:rPr lang="en-US" dirty="0"/>
              <a:t>An example use case is a system which can leverage PD0 to perform low-power activities, such as utilizing the Cortex­® M33 processor and some analog peripherals and to check for a wake word detect while PD1 is completely powered down. Only when activation is detected, would PD1 can get enabled leveraging the M55 processor and U55 NN co-processor in addition to larger memories to perform more computationally-intensive activities.</a:t>
            </a:r>
          </a:p>
          <a:p>
            <a:endParaRPr lang="en-US" dirty="0"/>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E1067919-F3AE-4952-B55B-CBEB47032509}"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98651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Developers should be aware of the linker scripts included in a typical ModusToolbox™ application for PSOC™ Edge.</a:t>
            </a:r>
          </a:p>
          <a:p>
            <a:endParaRPr lang="en-US" dirty="0"/>
          </a:p>
          <a:p>
            <a:r>
              <a:rPr lang="en-US" dirty="0"/>
              <a:t>There are four top‑level linker files in the default project structure.</a:t>
            </a:r>
          </a:p>
          <a:p>
            <a:endParaRPr lang="en-US" dirty="0"/>
          </a:p>
          <a:p>
            <a:r>
              <a:rPr lang="en-US" dirty="0"/>
              <a:t>For the CM33 core, one linker file is used for the bootloader, and separate linker files are used for the CM33 Secure and Non‑secure domains.</a:t>
            </a:r>
          </a:p>
          <a:p>
            <a:endParaRPr lang="en-US" dirty="0"/>
          </a:p>
          <a:p>
            <a:r>
              <a:rPr lang="en-US" dirty="0"/>
              <a:t>For the CM55 core, there is a CM55 linker file.</a:t>
            </a:r>
          </a:p>
          <a:p>
            <a:endParaRPr lang="en-US" dirty="0"/>
          </a:p>
          <a:p>
            <a:r>
              <a:rPr lang="en-US" dirty="0"/>
              <a:t>The example shown uses the GCC toolchain, but equivalent structures and files exist for the other supported toolchains.</a:t>
            </a:r>
          </a:p>
          <a:p>
            <a:endParaRPr lang="en-US" dirty="0"/>
          </a:p>
          <a:p>
            <a:r>
              <a:rPr lang="en-US" dirty="0"/>
              <a:t>Each linker file includes a default template with predefined memory regions that align with content generated by the </a:t>
            </a:r>
            <a:r>
              <a:rPr lang="en-US" dirty="0" err="1"/>
              <a:t>ModusToolbox</a:t>
            </a:r>
            <a:r>
              <a:rPr lang="en-US" dirty="0"/>
              <a:t>™ Device Configurator.</a:t>
            </a:r>
          </a:p>
          <a:p>
            <a:endParaRPr lang="en-US" dirty="0"/>
          </a:p>
          <a:p>
            <a:r>
              <a:rPr lang="en-US" dirty="0"/>
              <a:t>Developers can modify the order, size, and physical location of these predefined regions using the graphical view in the </a:t>
            </a:r>
            <a:r>
              <a:rPr lang="en-US" dirty="0" err="1"/>
              <a:t>ModusToolbox</a:t>
            </a:r>
            <a:r>
              <a:rPr lang="en-US" dirty="0"/>
              <a:t>™ Device Configurator; changes are reflected in the build.</a:t>
            </a:r>
          </a:p>
          <a:p>
            <a:endParaRPr lang="en-US" dirty="0"/>
          </a:p>
          <a:p>
            <a:r>
              <a:rPr lang="en-US" dirty="0"/>
              <a:t>If additional memory regions are required beyond the predefined set, the linker files must be updated accordingly.</a:t>
            </a:r>
          </a:p>
          <a:p>
            <a:endParaRPr lang="en-US" dirty="0"/>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E1067919-F3AE-4952-B55B-CBEB47032509}"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23942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t>The PSOC™ Edge ecosystem provides a rich set of software resources.</a:t>
            </a:r>
          </a:p>
          <a:p>
            <a:endParaRPr lang="en-US" sz="1800" dirty="0"/>
          </a:p>
          <a:p>
            <a:r>
              <a:rPr lang="en-US" sz="1800" dirty="0"/>
              <a:t>[Press Enter for animation] At the application layer, we offer more than 100 code examples and reference designs to help you build applications faster.</a:t>
            </a:r>
          </a:p>
          <a:p>
            <a:endParaRPr lang="en-US" sz="1800" dirty="0"/>
          </a:p>
          <a:p>
            <a:r>
              <a:rPr lang="en-US" sz="1800" dirty="0"/>
              <a:t>[Press Enter for animation] The middleware layer provides an extensive set of libraries for graphics, touch‑sensing, machine learning, USB, and security. You can add these to your application using the Library Manager.</a:t>
            </a:r>
          </a:p>
          <a:p>
            <a:endParaRPr lang="en-US" dirty="0"/>
          </a:p>
          <a:p>
            <a:endParaRPr lang="en-US" dirty="0"/>
          </a:p>
        </p:txBody>
      </p:sp>
      <p:sp>
        <p:nvSpPr>
          <p:cNvPr id="4" name="Slide Number Placeholder 3"/>
          <p:cNvSpPr>
            <a:spLocks noGrp="1"/>
          </p:cNvSpPr>
          <p:nvPr>
            <p:ph type="sldNum" sz="quarter" idx="5"/>
          </p:nvPr>
        </p:nvSpPr>
        <p:spPr/>
        <p:txBody>
          <a:bodyPr/>
          <a:lstStyle/>
          <a:p>
            <a:fld id="{E1BF97BA-8199-46CD-BCC6-AEFD91915EAF}" type="slidenum">
              <a:rPr lang="en-US" smtClean="0"/>
              <a:t>36</a:t>
            </a:fld>
            <a:endParaRPr lang="en-US" dirty="0"/>
          </a:p>
        </p:txBody>
      </p:sp>
    </p:spTree>
    <p:extLst>
      <p:ext uri="{BB962C8B-B14F-4D97-AF65-F5344CB8AC3E}">
        <p14:creationId xmlns:p14="http://schemas.microsoft.com/office/powerpoint/2010/main" val="18709254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US" sz="1800" b="0" dirty="0"/>
              <a:t>Next, let’s examine the Middleware Portability APIs</a:t>
            </a:r>
          </a:p>
          <a:p>
            <a:pPr>
              <a:lnSpc>
                <a:spcPct val="107000"/>
              </a:lnSpc>
              <a:spcAft>
                <a:spcPts val="800"/>
              </a:spcAft>
            </a:pPr>
            <a:endParaRPr lang="en-US" sz="1800" b="0" dirty="0"/>
          </a:p>
          <a:p>
            <a:pPr>
              <a:lnSpc>
                <a:spcPct val="107000"/>
              </a:lnSpc>
              <a:spcAft>
                <a:spcPts val="800"/>
              </a:spcAft>
            </a:pPr>
            <a:r>
              <a:rPr lang="en-US" sz="1800" b="0" dirty="0"/>
              <a:t>[Press Enter for animation] Middleware libraries provide hardware generic, high-level APIs enabling increasing portability across devices. These Middleware Portability APIs have replaced the former HAL layers, making code reuse noticeably easier.</a:t>
            </a:r>
            <a:endParaRPr lang="en-US" sz="1800" kern="100" dirty="0">
              <a:effectLst/>
              <a:latin typeface="Verdana" panose="020B0604030504040204" pitchFamily="34" charset="0"/>
              <a:ea typeface="Verdana" panose="020B0604030504040204" pitchFamily="34" charset="0"/>
              <a:cs typeface="Verdana" panose="020B0604030504040204" pitchFamily="34" charset="0"/>
            </a:endParaRPr>
          </a:p>
        </p:txBody>
      </p:sp>
      <p:sp>
        <p:nvSpPr>
          <p:cNvPr id="4" name="Slide Number Placeholder 3"/>
          <p:cNvSpPr>
            <a:spLocks noGrp="1"/>
          </p:cNvSpPr>
          <p:nvPr>
            <p:ph type="sldNum" sz="quarter" idx="5"/>
          </p:nvPr>
        </p:nvSpPr>
        <p:spPr/>
        <p:txBody>
          <a:bodyPr/>
          <a:lstStyle/>
          <a:p>
            <a:fld id="{E1BF97BA-8199-46CD-BCC6-AEFD91915EAF}" type="slidenum">
              <a:rPr lang="en-US" smtClean="0"/>
              <a:t>37</a:t>
            </a:fld>
            <a:endParaRPr lang="en-US" dirty="0"/>
          </a:p>
        </p:txBody>
      </p:sp>
    </p:spTree>
    <p:extLst>
      <p:ext uri="{BB962C8B-B14F-4D97-AF65-F5344CB8AC3E}">
        <p14:creationId xmlns:p14="http://schemas.microsoft.com/office/powerpoint/2010/main" val="36030353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7000"/>
              </a:lnSpc>
              <a:spcBef>
                <a:spcPct val="30000"/>
              </a:spcBef>
              <a:spcAft>
                <a:spcPts val="800"/>
              </a:spcAft>
              <a:buClrTx/>
              <a:buSzTx/>
              <a:buFontTx/>
              <a:buNone/>
              <a:tabLst/>
              <a:defRPr/>
            </a:pP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Finally, let’s review the Peripheral Driver Library (PDL). </a:t>
            </a:r>
          </a:p>
          <a:p>
            <a:pPr marL="0" marR="0" lvl="0" indent="0" algn="l" defTabSz="914400" rtl="0" eaLnBrk="1" fontAlgn="base" latinLnBrk="0" hangingPunct="1">
              <a:lnSpc>
                <a:spcPct val="107000"/>
              </a:lnSpc>
              <a:spcBef>
                <a:spcPct val="30000"/>
              </a:spcBef>
              <a:spcAft>
                <a:spcPts val="800"/>
              </a:spcAft>
              <a:buClrTx/>
              <a:buSzTx/>
              <a:buFontTx/>
              <a:buNone/>
              <a:tabLst/>
              <a:defRPr/>
            </a:pPr>
            <a:endParaRPr lang="en-US" sz="1800" kern="100" dirty="0">
              <a:effectLst/>
              <a:latin typeface="Source Sans Pro" panose="020B0503030403020204" pitchFamily="34" charset="0"/>
              <a:ea typeface="Verdana" panose="020B0604030504040204" pitchFamily="34" charset="0"/>
              <a:cs typeface="Verdana" panose="020B0604030504040204" pitchFamily="34" charset="0"/>
            </a:endParaRPr>
          </a:p>
          <a:p>
            <a:pPr>
              <a:lnSpc>
                <a:spcPct val="107000"/>
              </a:lnSpc>
              <a:spcAft>
                <a:spcPts val="800"/>
              </a:spcAft>
            </a:pPr>
            <a:r>
              <a:rPr lang="en-US" sz="1800" b="0" dirty="0"/>
              <a:t>[Press Enter for animation]  The </a:t>
            </a: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PDL contains a set of low-level APIs to control hardware peripherals such as UART, SPI and many other peripherals. These drivers are often specific to a particular device, thus providing the developer with finer control of a peripheral, but at the expense of less code portability.</a:t>
            </a:r>
          </a:p>
          <a:p>
            <a:pPr>
              <a:lnSpc>
                <a:spcPct val="107000"/>
              </a:lnSpc>
              <a:spcAft>
                <a:spcPts val="800"/>
              </a:spcAft>
            </a:pPr>
            <a:endParaRPr lang="en-US" sz="1800" kern="100" dirty="0">
              <a:effectLst/>
              <a:latin typeface="Source Sans Pro" panose="020B0503030403020204" pitchFamily="34" charset="0"/>
              <a:ea typeface="Verdana" panose="020B0604030504040204" pitchFamily="34" charset="0"/>
              <a:cs typeface="Verdana" panose="020B0604030504040204" pitchFamily="34" charset="0"/>
            </a:endParaRPr>
          </a:p>
          <a:p>
            <a:pPr>
              <a:lnSpc>
                <a:spcPct val="107000"/>
              </a:lnSpc>
              <a:spcAft>
                <a:spcPts val="800"/>
              </a:spcAft>
            </a:pPr>
            <a:endParaRPr lang="en-US" sz="1800" kern="100" dirty="0">
              <a:effectLst/>
              <a:latin typeface="Verdana" panose="020B0604030504040204" pitchFamily="34" charset="0"/>
              <a:ea typeface="Verdana" panose="020B0604030504040204" pitchFamily="34" charset="0"/>
              <a:cs typeface="Verdana" panose="020B0604030504040204" pitchFamily="34" charset="0"/>
            </a:endParaRPr>
          </a:p>
        </p:txBody>
      </p:sp>
      <p:sp>
        <p:nvSpPr>
          <p:cNvPr id="4" name="Slide Number Placeholder 3"/>
          <p:cNvSpPr>
            <a:spLocks noGrp="1"/>
          </p:cNvSpPr>
          <p:nvPr>
            <p:ph type="sldNum" sz="quarter" idx="5"/>
          </p:nvPr>
        </p:nvSpPr>
        <p:spPr/>
        <p:txBody>
          <a:bodyPr/>
          <a:lstStyle/>
          <a:p>
            <a:fld id="{E1BF97BA-8199-46CD-BCC6-AEFD91915EAF}" type="slidenum">
              <a:rPr lang="en-US" smtClean="0"/>
              <a:t>38</a:t>
            </a:fld>
            <a:endParaRPr lang="en-US" dirty="0"/>
          </a:p>
        </p:txBody>
      </p:sp>
    </p:spTree>
    <p:extLst>
      <p:ext uri="{BB962C8B-B14F-4D97-AF65-F5344CB8AC3E}">
        <p14:creationId xmlns:p14="http://schemas.microsoft.com/office/powerpoint/2010/main" val="5297417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7000"/>
              </a:lnSpc>
              <a:spcBef>
                <a:spcPct val="30000"/>
              </a:spcBef>
              <a:spcAft>
                <a:spcPts val="80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The </a:t>
            </a:r>
            <a:r>
              <a:rPr lang="en-US" sz="1200" b="0" i="0" kern="1200" dirty="0" err="1">
                <a:solidFill>
                  <a:schemeClr val="tx1"/>
                </a:solidFill>
                <a:effectLst/>
                <a:latin typeface="Arial" panose="020B0604020202020204" pitchFamily="34" charset="0"/>
                <a:ea typeface="+mn-ea"/>
                <a:cs typeface="Arial" panose="020B0604020202020204" pitchFamily="34" charset="0"/>
              </a:rPr>
              <a:t>ModusToolbox</a:t>
            </a:r>
            <a:r>
              <a:rPr lang="en-US" sz="1200" b="0" i="0" kern="1200" dirty="0">
                <a:solidFill>
                  <a:schemeClr val="tx1"/>
                </a:solidFill>
                <a:effectLst/>
                <a:latin typeface="Arial" panose="020B0604020202020204" pitchFamily="34" charset="0"/>
                <a:ea typeface="+mn-ea"/>
                <a:cs typeface="Arial" panose="020B0604020202020204" pitchFamily="34" charset="0"/>
              </a:rPr>
              <a:t>™ Device Support Library provides all necessary device specific components to be used during software development for the PSE8xxGP family of devices.</a:t>
            </a:r>
          </a:p>
          <a:p>
            <a:pPr marL="0" marR="0" lvl="0" indent="0" algn="l" defTabSz="914400" rtl="0" eaLnBrk="1" fontAlgn="base" latinLnBrk="0" hangingPunct="1">
              <a:lnSpc>
                <a:spcPct val="107000"/>
              </a:lnSpc>
              <a:spcBef>
                <a:spcPct val="30000"/>
              </a:spcBef>
              <a:spcAft>
                <a:spcPts val="800"/>
              </a:spcAft>
              <a:buClrTx/>
              <a:buSzTx/>
              <a:buFontTx/>
              <a:buNone/>
              <a:tabLst/>
              <a:defRPr/>
            </a:pPr>
            <a:endParaRPr lang="en-US" sz="1200" b="0" i="0" kern="1200" dirty="0">
              <a:solidFill>
                <a:schemeClr val="tx1"/>
              </a:solidFill>
              <a:effectLst/>
              <a:latin typeface="Arial" panose="020B0604020202020204" pitchFamily="34" charset="0"/>
              <a:ea typeface="+mn-ea"/>
              <a:cs typeface="Arial" panose="020B0604020202020204" pitchFamily="34" charset="0"/>
            </a:endParaRPr>
          </a:p>
          <a:p>
            <a:r>
              <a:rPr lang="en-US" sz="1200" b="0" kern="1200" dirty="0">
                <a:solidFill>
                  <a:schemeClr val="tx1"/>
                </a:solidFill>
                <a:effectLst/>
                <a:latin typeface="Arial" panose="020B0604020202020204" pitchFamily="34" charset="0"/>
                <a:ea typeface="+mn-ea"/>
                <a:cs typeface="Arial" panose="020B0604020202020204" pitchFamily="34" charset="0"/>
              </a:rPr>
              <a:t>The DSL package includes:</a:t>
            </a:r>
          </a:p>
          <a:p>
            <a:endParaRPr lang="en-US" sz="1200" b="0" kern="1200" dirty="0">
              <a:solidFill>
                <a:schemeClr val="tx1"/>
              </a:solidFill>
              <a:effectLst/>
              <a:latin typeface="Arial" panose="020B0604020202020204" pitchFamily="34" charset="0"/>
              <a:ea typeface="+mn-ea"/>
              <a:cs typeface="Arial" panose="020B0604020202020204" pitchFamily="34" charset="0"/>
            </a:endParaRPr>
          </a:p>
          <a:p>
            <a:r>
              <a:rPr lang="en-US" sz="1200" b="0" i="0" kern="1200" dirty="0">
                <a:solidFill>
                  <a:schemeClr val="tx1"/>
                </a:solidFill>
                <a:effectLst/>
                <a:latin typeface="Arial" panose="020B0604020202020204" pitchFamily="34" charset="0"/>
                <a:ea typeface="+mn-ea"/>
                <a:cs typeface="Arial" panose="020B0604020202020204" pitchFamily="34" charset="0"/>
              </a:rPr>
              <a:t>The previously mentioned Peripheral Driver Library (PDL)</a:t>
            </a:r>
          </a:p>
          <a:p>
            <a:endParaRPr lang="en-US" sz="1200" b="0" i="0" kern="1200" dirty="0">
              <a:solidFill>
                <a:schemeClr val="tx1"/>
              </a:solidFill>
              <a:effectLst/>
              <a:latin typeface="Arial" panose="020B0604020202020204" pitchFamily="34" charset="0"/>
              <a:ea typeface="+mn-ea"/>
              <a:cs typeface="Arial" panose="020B0604020202020204" pitchFamily="34" charset="0"/>
            </a:endParaRPr>
          </a:p>
          <a:p>
            <a:r>
              <a:rPr lang="en-US" sz="1200" b="0" i="0" kern="1200" dirty="0">
                <a:solidFill>
                  <a:schemeClr val="tx1"/>
                </a:solidFill>
                <a:effectLst/>
                <a:latin typeface="Arial" panose="020B0604020202020204" pitchFamily="34" charset="0"/>
                <a:ea typeface="+mn-ea"/>
                <a:cs typeface="Arial" panose="020B0604020202020204" pitchFamily="34" charset="0"/>
              </a:rPr>
              <a:t>Device Utilities which handles the pre-defined System Power Management (</a:t>
            </a:r>
            <a:r>
              <a:rPr lang="en-US" sz="1200" b="0" i="0" kern="1200" dirty="0" err="1">
                <a:solidFill>
                  <a:schemeClr val="tx1"/>
                </a:solidFill>
                <a:effectLst/>
                <a:latin typeface="Arial" panose="020B0604020202020204" pitchFamily="34" charset="0"/>
                <a:ea typeface="+mn-ea"/>
                <a:cs typeface="Arial" panose="020B0604020202020204" pitchFamily="34" charset="0"/>
              </a:rPr>
              <a:t>SysPm</a:t>
            </a:r>
            <a:r>
              <a:rPr lang="en-US" sz="1200" b="0" i="0" kern="1200" dirty="0">
                <a:solidFill>
                  <a:schemeClr val="tx1"/>
                </a:solidFill>
                <a:effectLst/>
                <a:latin typeface="Arial" panose="020B0604020202020204" pitchFamily="34" charset="0"/>
                <a:ea typeface="+mn-ea"/>
                <a:cs typeface="Arial" panose="020B0604020202020204" pitchFamily="34" charset="0"/>
              </a:rPr>
              <a:t>) callback implementations for peripherals which require special handling when the MCU enters or exits </a:t>
            </a:r>
            <a:r>
              <a:rPr lang="en-US" sz="1200" b="0" i="0" kern="1200" dirty="0" err="1">
                <a:solidFill>
                  <a:schemeClr val="tx1"/>
                </a:solidFill>
                <a:effectLst/>
                <a:latin typeface="Arial" panose="020B0604020202020204" pitchFamily="34" charset="0"/>
                <a:ea typeface="+mn-ea"/>
                <a:cs typeface="Arial" panose="020B0604020202020204" pitchFamily="34" charset="0"/>
              </a:rPr>
              <a:t>DeepSleep</a:t>
            </a:r>
            <a:endParaRPr lang="en-US" sz="1200" b="0" i="0" kern="1200" dirty="0">
              <a:solidFill>
                <a:schemeClr val="tx1"/>
              </a:solidFill>
              <a:effectLst/>
              <a:latin typeface="Arial" panose="020B0604020202020204" pitchFamily="34" charset="0"/>
              <a:ea typeface="+mn-ea"/>
              <a:cs typeface="Arial" panose="020B0604020202020204" pitchFamily="34" charset="0"/>
            </a:endParaRPr>
          </a:p>
          <a:p>
            <a:endParaRPr lang="en-US" sz="1200" b="0" i="0" kern="1200" dirty="0">
              <a:solidFill>
                <a:schemeClr val="tx1"/>
              </a:solidFill>
              <a:effectLst/>
              <a:latin typeface="Arial" panose="020B0604020202020204" pitchFamily="34" charset="0"/>
              <a:ea typeface="+mn-ea"/>
              <a:cs typeface="Arial" panose="020B0604020202020204" pitchFamily="34" charset="0"/>
            </a:endParaRPr>
          </a:p>
          <a:p>
            <a:r>
              <a:rPr lang="en-US" sz="1200" b="0" i="0" kern="1200" dirty="0">
                <a:solidFill>
                  <a:schemeClr val="tx1"/>
                </a:solidFill>
                <a:effectLst/>
                <a:latin typeface="Arial" panose="020B0604020202020204" pitchFamily="34" charset="0"/>
                <a:ea typeface="+mn-ea"/>
                <a:cs typeface="Arial" panose="020B0604020202020204" pitchFamily="34" charset="0"/>
              </a:rPr>
              <a:t>make files which provide the build recipes and scripts for building and programming device applications</a:t>
            </a:r>
          </a:p>
          <a:p>
            <a:pPr marL="0" marR="0" lvl="0" indent="0" algn="l" defTabSz="914400" rtl="0" eaLnBrk="1" fontAlgn="base" latinLnBrk="0" hangingPunct="1">
              <a:lnSpc>
                <a:spcPct val="107000"/>
              </a:lnSpc>
              <a:spcBef>
                <a:spcPct val="30000"/>
              </a:spcBef>
              <a:spcAft>
                <a:spcPts val="800"/>
              </a:spcAft>
              <a:buClrTx/>
              <a:buSzTx/>
              <a:buFontTx/>
              <a:buNone/>
              <a:tabLst/>
              <a:defRPr/>
            </a:pPr>
            <a:endParaRPr lang="en-US" sz="1800" b="0" dirty="0"/>
          </a:p>
          <a:p>
            <a:pPr marL="0" marR="0" lvl="0" indent="0" algn="l" defTabSz="914400" rtl="0" eaLnBrk="1" fontAlgn="base" latinLnBrk="0" hangingPunct="1">
              <a:lnSpc>
                <a:spcPct val="107000"/>
              </a:lnSpc>
              <a:spcBef>
                <a:spcPct val="30000"/>
              </a:spcBef>
              <a:spcAft>
                <a:spcPts val="800"/>
              </a:spcAft>
              <a:buClrTx/>
              <a:buSzTx/>
              <a:buFontTx/>
              <a:buNone/>
              <a:tabLst/>
              <a:defRPr/>
            </a:pPr>
            <a:r>
              <a:rPr lang="en-US" sz="1800" b="0" dirty="0"/>
              <a:t>[Press Enter for animation] </a:t>
            </a: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Here is the link for DSL documentation. The DSL documentation can also be accessed in the Quick Panel of Eclipse of </a:t>
            </a:r>
            <a:r>
              <a:rPr lang="en-US" sz="1800" kern="100" dirty="0" err="1">
                <a:effectLst/>
                <a:latin typeface="Source Sans Pro" panose="020B0503030403020204" pitchFamily="34" charset="0"/>
                <a:ea typeface="Verdana" panose="020B0604030504040204" pitchFamily="34" charset="0"/>
                <a:cs typeface="Verdana" panose="020B0604030504040204" pitchFamily="34" charset="0"/>
              </a:rPr>
              <a:t>ModusToolbox</a:t>
            </a: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 in the API Documentation sections for each .</a:t>
            </a:r>
            <a:endParaRPr lang="en-US" sz="1800" kern="100" dirty="0">
              <a:effectLst/>
              <a:latin typeface="Verdana" panose="020B0604030504040204" pitchFamily="34" charset="0"/>
              <a:ea typeface="Verdana" panose="020B0604030504040204" pitchFamily="34" charset="0"/>
              <a:cs typeface="Verdana" panose="020B0604030504040204" pitchFamily="34" charset="0"/>
            </a:endParaRPr>
          </a:p>
        </p:txBody>
      </p:sp>
      <p:sp>
        <p:nvSpPr>
          <p:cNvPr id="4" name="Slide Number Placeholder 3"/>
          <p:cNvSpPr>
            <a:spLocks noGrp="1"/>
          </p:cNvSpPr>
          <p:nvPr>
            <p:ph type="sldNum" sz="quarter" idx="5"/>
          </p:nvPr>
        </p:nvSpPr>
        <p:spPr/>
        <p:txBody>
          <a:bodyPr/>
          <a:lstStyle/>
          <a:p>
            <a:fld id="{E1BF97BA-8199-46CD-BCC6-AEFD91915EAF}" type="slidenum">
              <a:rPr lang="en-US" smtClean="0"/>
              <a:t>39</a:t>
            </a:fld>
            <a:endParaRPr lang="en-US" dirty="0"/>
          </a:p>
        </p:txBody>
      </p:sp>
    </p:spTree>
    <p:extLst>
      <p:ext uri="{BB962C8B-B14F-4D97-AF65-F5344CB8AC3E}">
        <p14:creationId xmlns:p14="http://schemas.microsoft.com/office/powerpoint/2010/main" val="5106265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Moving on let’s look at how to add </a:t>
            </a:r>
            <a:r>
              <a:rPr lang="en-US" dirty="0" err="1"/>
              <a:t>FreeRTOS</a:t>
            </a:r>
            <a:r>
              <a:rPr lang="en-US" dirty="0"/>
              <a:t> to your application	</a:t>
            </a:r>
          </a:p>
          <a:p>
            <a:endParaRPr lang="en-US" dirty="0"/>
          </a:p>
          <a:p>
            <a:r>
              <a:rPr lang="en-US" dirty="0"/>
              <a:t>Adding native </a:t>
            </a:r>
            <a:r>
              <a:rPr lang="en-US" dirty="0" err="1"/>
              <a:t>FreeRTOS</a:t>
            </a:r>
            <a:r>
              <a:rPr lang="en-US" dirty="0"/>
              <a:t> support to a </a:t>
            </a:r>
            <a:r>
              <a:rPr lang="en-US" dirty="0" err="1"/>
              <a:t>ModusToolbox</a:t>
            </a:r>
            <a:r>
              <a:rPr lang="en-US" dirty="0"/>
              <a:t>™ application project is like adding any middleware library. </a:t>
            </a:r>
          </a:p>
          <a:p>
            <a:endParaRPr lang="en-US" dirty="0"/>
          </a:p>
          <a:p>
            <a:r>
              <a:rPr lang="en-US" dirty="0"/>
              <a:t>You can include the </a:t>
            </a:r>
            <a:r>
              <a:rPr lang="en-US" dirty="0" err="1"/>
              <a:t>FreeRTOS</a:t>
            </a:r>
            <a:r>
              <a:rPr lang="en-US" dirty="0"/>
              <a:t> middleware in your application by using the Library Manager.</a:t>
            </a:r>
          </a:p>
          <a:p>
            <a:endParaRPr lang="en-US" dirty="0"/>
          </a:p>
          <a:p>
            <a:r>
              <a:rPr lang="en-US" dirty="0"/>
              <a:t>If using the Eclipse IDE, select the application and </a:t>
            </a:r>
          </a:p>
          <a:p>
            <a:endParaRPr lang="en-US" dirty="0"/>
          </a:p>
          <a:p>
            <a:r>
              <a:rPr lang="en-US" sz="1200" b="0" dirty="0"/>
              <a:t>[Press Enter for animation] </a:t>
            </a:r>
            <a:r>
              <a:rPr lang="en-US" dirty="0"/>
              <a:t>Click the Library Manager link in the Quick Panel. </a:t>
            </a:r>
          </a:p>
          <a:p>
            <a:r>
              <a:rPr lang="en-US" sz="1200" b="0" dirty="0"/>
              <a:t>[Press Enter for animation] </a:t>
            </a:r>
            <a:r>
              <a:rPr lang="en-US" dirty="0"/>
              <a:t>Click Add Library and </a:t>
            </a:r>
          </a:p>
          <a:p>
            <a:r>
              <a:rPr lang="en-US" sz="1200" b="0" dirty="0"/>
              <a:t>[Press Enter for animation] </a:t>
            </a:r>
            <a:r>
              <a:rPr lang="en-US" dirty="0"/>
              <a:t>Select </a:t>
            </a:r>
            <a:r>
              <a:rPr lang="en-US" dirty="0" err="1"/>
              <a:t>freertos</a:t>
            </a:r>
            <a:r>
              <a:rPr lang="en-US" dirty="0"/>
              <a:t> from the Core dialog. </a:t>
            </a:r>
          </a:p>
          <a:p>
            <a:r>
              <a:rPr lang="en-US" sz="1200" b="0" dirty="0"/>
              <a:t>[Press Enter for animation] </a:t>
            </a:r>
            <a:r>
              <a:rPr lang="en-US" dirty="0"/>
              <a:t>Click OK and </a:t>
            </a:r>
          </a:p>
          <a:p>
            <a:r>
              <a:rPr lang="en-US" sz="1200" b="0" dirty="0"/>
              <a:t>[Press Enter for animation] </a:t>
            </a:r>
            <a:r>
              <a:rPr lang="en-US" dirty="0"/>
              <a:t>Update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68C4B104-81A4-47F3-B35A-2D75CB8E3712}"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40</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6844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covered the software resources available to the PSOC™ Edge developer, let’s look at some of the hardware options.</a:t>
            </a:r>
          </a:p>
          <a:p>
            <a:endParaRPr lang="en-US" dirty="0"/>
          </a:p>
          <a:p>
            <a:r>
              <a:rPr lang="en-US" dirty="0"/>
              <a:t>The PSOC™ Edge E84 Evaluation Kit (EVK) enables applications using the PSOC™ Edge MCU alongside multiple on‑board multimedia, machine‑learning, and connectivity features, including MIPI DSI displays, audio interfaces, and AIROC™ Wi‑Fi and Bluetooth®.</a:t>
            </a:r>
          </a:p>
          <a:p>
            <a:endParaRPr lang="en-US" dirty="0"/>
          </a:p>
          <a:p>
            <a:r>
              <a:rPr lang="en-US" dirty="0"/>
              <a:t>Shown here is the top view of the EVK, with many hardware resources such as the on‑board programmer/debugger (KitProg3), </a:t>
            </a:r>
            <a:r>
              <a:rPr lang="en-US" dirty="0" err="1"/>
              <a:t>CapSense</a:t>
            </a:r>
            <a:r>
              <a:rPr lang="en-US" dirty="0"/>
              <a:t>™ slider and buttons, USB Host Type‑A and Type‑C connectors, and an on‑board speaker.</a:t>
            </a:r>
          </a:p>
          <a:p>
            <a:r>
              <a:rPr lang="en-US" dirty="0"/>
              <a:t>Additional sensors include proximity, IMU, and magnetometer devices, as well as user LEDs and push buttons. </a:t>
            </a:r>
          </a:p>
          <a:p>
            <a:endParaRPr lang="en-US" dirty="0"/>
          </a:p>
          <a:p>
            <a:r>
              <a:rPr lang="en-US" dirty="0"/>
              <a:t>There are also numerous interfaces and components for expansion and rapid prototyping, plus key jumpers that facilitate power measurements to validate the low‑power performance of the PSOC™ Edge device.</a:t>
            </a:r>
          </a:p>
          <a:p>
            <a:endParaRPr lang="en-US" dirty="0"/>
          </a:p>
          <a:p>
            <a:r>
              <a:rPr lang="en-US" dirty="0"/>
              <a:t>At the center is a SODIMM‑based, detachable SOM that hosts the PSOC™ Edge MCU and AIROC™ devices.</a:t>
            </a:r>
          </a:p>
          <a:p>
            <a:endParaRPr lang="en-US" dirty="0"/>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4AECB975-376F-417A-8F32-30B3894DAA59}"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61485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Turning to the back view of the EVK, you’ll find support for an SD card, on‑board dual digital and analog microphones (DMICs and AMICs), connectors for an external MIPI DSI display, and a headphone jack.</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12B00249-6362-45A1-8FDA-282CDAED790C}"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06752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In a close-up of the SOM’s top side, you can see the PSOC™ Edge MCU, its QSPI flash, and the AIROC™ Wi‑Fi/Bluetooth combo module with an associated antenna.</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765EDF48-01B0-4A30-832A-3E415370A4E1}"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75910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Turning to the bottom view of the SOM, you’ll find octal RAM, octal flash, and the </a:t>
            </a:r>
            <a:r>
              <a:rPr lang="en-US" dirty="0" err="1"/>
              <a:t>CapSense</a:t>
            </a:r>
            <a:r>
              <a:rPr lang="en-US" dirty="0"/>
              <a:t>™ co‑processor.</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BEACFB63-2C96-45A6-9708-227D1108792C}"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50352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t>Finally, the EVK provides robust support for programming and debugging PSOC™ Edge.</a:t>
            </a:r>
          </a:p>
          <a:p>
            <a:endParaRPr lang="en-US" sz="1800" dirty="0"/>
          </a:p>
          <a:p>
            <a:r>
              <a:rPr lang="en-US" sz="1800" dirty="0" err="1"/>
              <a:t>ModusToolbox</a:t>
            </a:r>
            <a:r>
              <a:rPr lang="en-US" sz="1800" dirty="0"/>
              <a:t>™ supports programming the device and debugging your code.</a:t>
            </a:r>
          </a:p>
          <a:p>
            <a:endParaRPr lang="en-US" sz="1800" dirty="0"/>
          </a:p>
          <a:p>
            <a:r>
              <a:rPr lang="en-US" sz="1800" dirty="0"/>
              <a:t>The PSOC™ Edge development kit includes a KitProg3 on‑board programmer/debugger. It supports CMSIS‑DAP (Cortex Microcontroller Software Interface Standard – Debug Access Port).</a:t>
            </a:r>
          </a:p>
          <a:p>
            <a:endParaRPr lang="en-US" sz="1800" dirty="0"/>
          </a:p>
          <a:p>
            <a:r>
              <a:rPr lang="en-US" sz="1800" dirty="0"/>
              <a:t>Programming and debugging integrate with your chosen development environment. Infineon devices are supported by major programming and debug tools such as J‑Link and </a:t>
            </a:r>
            <a:r>
              <a:rPr lang="en-US" sz="1800" dirty="0" err="1"/>
              <a:t>OpenOCD</a:t>
            </a:r>
            <a:r>
              <a:rPr lang="en-US" sz="1800" dirty="0"/>
              <a:t> (Open On‑Chip Debugger).</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B7997091-2A3D-4647-AF5D-338EE58D6EF2}"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2349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Now it's time for the first hands-on section of this</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presentation.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Feel free to pause this video at this point and proceed</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with the detailed instructions in the lab manual.</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Note that the manual not only includes the steps to</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run the basic lab, but it also includes additional</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instructions to modify the example in different ways.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Give them a try to learn more about PSOC Edge E84,</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its capabilities and its tools.</a:t>
            </a:r>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6A98A1A9-5712-49FF-82FE-61658954D523}" type="datetime7">
              <a:rPr lang="en-US" smtClean="0"/>
              <a:t>Dec-25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187248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Let’s take a look at the steps the Hello World plus Blinky example will take:</a:t>
            </a:r>
          </a:p>
          <a:p>
            <a:endParaRPr lang="en-US" dirty="0"/>
          </a:p>
          <a:p>
            <a:pPr>
              <a:buFont typeface="Wingdings" panose="05000000000000000000" pitchFamily="2" charset="2"/>
              <a:buNone/>
            </a:pPr>
            <a:endParaRPr lang="en-US" sz="2400" b="1" dirty="0">
              <a:solidFill>
                <a:srgbClr val="1D1D1D"/>
              </a:solidFill>
            </a:endParaRPr>
          </a:p>
          <a:p>
            <a:pPr marL="0" indent="0">
              <a:buNone/>
            </a:pPr>
            <a:r>
              <a:rPr lang="en-US" sz="1200" b="0" dirty="0">
                <a:solidFill>
                  <a:srgbClr val="1D1D1D"/>
                </a:solidFill>
              </a:rPr>
              <a:t>Step 1: The CM33 secure application initializes secure resources</a:t>
            </a:r>
          </a:p>
          <a:p>
            <a:pPr marL="0" indent="0">
              <a:buNone/>
            </a:pPr>
            <a:endParaRPr lang="en-US" sz="1200" b="0" dirty="0">
              <a:solidFill>
                <a:srgbClr val="1D1D1D"/>
              </a:solidFill>
            </a:endParaRPr>
          </a:p>
          <a:p>
            <a:pPr marL="0" indent="0">
              <a:buNone/>
            </a:pPr>
            <a:r>
              <a:rPr lang="en-US" sz="1200" b="0" dirty="0">
                <a:solidFill>
                  <a:srgbClr val="1D1D1D"/>
                </a:solidFill>
              </a:rPr>
              <a:t>Step 2: The CM33 secure application calls the CM33 non-secure application, which initializes resources including clocks, system and IOs</a:t>
            </a:r>
          </a:p>
          <a:p>
            <a:pPr marL="0" indent="0">
              <a:buNone/>
            </a:pPr>
            <a:endParaRPr lang="en-US" sz="1200" b="0" dirty="0">
              <a:solidFill>
                <a:srgbClr val="1D1D1D"/>
              </a:solidFill>
            </a:endParaRPr>
          </a:p>
          <a:p>
            <a:pPr marL="0" indent="0">
              <a:buNone/>
            </a:pPr>
            <a:r>
              <a:rPr lang="en-US" sz="1200" b="0" dirty="0">
                <a:solidFill>
                  <a:srgbClr val="1D1D1D"/>
                </a:solidFill>
              </a:rPr>
              <a:t>Step 3: The retarget-io library is initialized to use the debug UART to print information to the console</a:t>
            </a:r>
          </a:p>
          <a:p>
            <a:pPr marL="0" indent="0">
              <a:buNone/>
            </a:pPr>
            <a:endParaRPr lang="en-US" sz="1200" b="0" dirty="0">
              <a:solidFill>
                <a:srgbClr val="1D1D1D"/>
              </a:solidFill>
            </a:endParaRPr>
          </a:p>
          <a:p>
            <a:pPr marL="0" indent="0">
              <a:buNone/>
            </a:pPr>
            <a:r>
              <a:rPr lang="en-US" sz="1200" b="0" dirty="0">
                <a:solidFill>
                  <a:srgbClr val="1D1D1D"/>
                </a:solidFill>
              </a:rPr>
              <a:t>Step 4: The CM33 non-secure application prints the hello world message to the terminal</a:t>
            </a:r>
          </a:p>
          <a:p>
            <a:pPr marL="0" indent="0">
              <a:buNone/>
            </a:pPr>
            <a:endParaRPr lang="en-US" sz="1200" b="0" dirty="0">
              <a:solidFill>
                <a:srgbClr val="1D1D1D"/>
              </a:solidFill>
            </a:endParaRPr>
          </a:p>
          <a:p>
            <a:pPr marL="0" indent="0">
              <a:buNone/>
            </a:pPr>
            <a:r>
              <a:rPr lang="en-US" sz="1200" b="0" dirty="0">
                <a:solidFill>
                  <a:srgbClr val="1D1D1D"/>
                </a:solidFill>
              </a:rPr>
              <a:t>Step 5: The CM33 non-secure application initializes the CM55 application</a:t>
            </a:r>
          </a:p>
          <a:p>
            <a:pPr marL="0" indent="0">
              <a:buNone/>
            </a:pPr>
            <a:endParaRPr lang="en-US" sz="1200" b="0" dirty="0">
              <a:solidFill>
                <a:srgbClr val="1D1D1D"/>
              </a:solidFill>
            </a:endParaRPr>
          </a:p>
          <a:p>
            <a:pPr marL="0" indent="0">
              <a:buNone/>
            </a:pPr>
            <a:r>
              <a:rPr lang="en-US" sz="1200" b="0" dirty="0">
                <a:solidFill>
                  <a:srgbClr val="1D1D1D"/>
                </a:solidFill>
              </a:rPr>
              <a:t>Step 6: The CM55 initializes and goes to deep sleep</a:t>
            </a:r>
          </a:p>
          <a:p>
            <a:pPr marL="0" indent="0">
              <a:buNone/>
            </a:pPr>
            <a:endParaRPr lang="en-US" sz="1200" b="0" dirty="0">
              <a:solidFill>
                <a:srgbClr val="1D1D1D"/>
              </a:solidFill>
            </a:endParaRPr>
          </a:p>
          <a:p>
            <a:pPr marL="0" indent="0">
              <a:buNone/>
            </a:pPr>
            <a:r>
              <a:rPr lang="en-US" sz="1200" b="0" dirty="0">
                <a:solidFill>
                  <a:srgbClr val="1D1D1D"/>
                </a:solidFill>
              </a:rPr>
              <a:t>Step 7: The CM33 keeps executing, toggling a LED every second</a:t>
            </a:r>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9AB39965-86D5-4AC8-901B-E8CFFFF021E4}"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48</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21221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36E1F-CCAC-16A6-79D1-4B92415824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C02BF3-44E9-34B3-0C57-2DB560114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AD60D3-A8AA-F07F-7E49-59B4D45EDD33}"/>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The modification included in the training manual explains how to use Device Configurator to modify the alias of the pin driving the LED.</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Try it and observe how the Device Configurator generates initialization code for your application.</a:t>
            </a:r>
          </a:p>
        </p:txBody>
      </p:sp>
      <p:sp>
        <p:nvSpPr>
          <p:cNvPr id="4" name="Header Placeholder 3">
            <a:extLst>
              <a:ext uri="{FF2B5EF4-FFF2-40B4-BE49-F238E27FC236}">
                <a16:creationId xmlns:a16="http://schemas.microsoft.com/office/drawing/2014/main" id="{793950DF-A45B-33A9-A83A-28C0748C66AD}"/>
              </a:ext>
            </a:extLst>
          </p:cNvPr>
          <p:cNvSpPr>
            <a:spLocks noGrp="1"/>
          </p:cNvSpPr>
          <p:nvPr>
            <p:ph type="hdr" sz="quarter"/>
          </p:nvPr>
        </p:nvSpPr>
        <p:spPr/>
        <p:txBody>
          <a:bodyPr/>
          <a:lstStyle/>
          <a:p>
            <a:endParaRPr lang="en-US" sz="100" dirty="0"/>
          </a:p>
        </p:txBody>
      </p:sp>
      <p:sp>
        <p:nvSpPr>
          <p:cNvPr id="5" name="Footer Placeholder 4">
            <a:extLst>
              <a:ext uri="{FF2B5EF4-FFF2-40B4-BE49-F238E27FC236}">
                <a16:creationId xmlns:a16="http://schemas.microsoft.com/office/drawing/2014/main" id="{5BD8BB35-442E-D3D5-4198-8964147AB24A}"/>
              </a:ext>
            </a:extLst>
          </p:cNvPr>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a:extLst>
              <a:ext uri="{FF2B5EF4-FFF2-40B4-BE49-F238E27FC236}">
                <a16:creationId xmlns:a16="http://schemas.microsoft.com/office/drawing/2014/main" id="{1886995D-EAE8-5D73-544B-E881D236ECDB}"/>
              </a:ext>
            </a:extLst>
          </p:cNvPr>
          <p:cNvSpPr>
            <a:spLocks noGrp="1"/>
          </p:cNvSpPr>
          <p:nvPr>
            <p:ph type="dt" idx="1"/>
          </p:nvPr>
        </p:nvSpPr>
        <p:spPr/>
        <p:txBody>
          <a:bodyPr/>
          <a:lstStyle/>
          <a:p>
            <a:fld id="{9AB39965-86D5-4AC8-901B-E8CFFFF021E4}" type="datetime1">
              <a:rPr lang="en-US" smtClean="0"/>
              <a:t>12/10/2025</a:t>
            </a:fld>
            <a:endParaRPr lang="en-US" dirty="0"/>
          </a:p>
        </p:txBody>
      </p:sp>
      <p:sp>
        <p:nvSpPr>
          <p:cNvPr id="7" name="Slide Number Placeholder 6">
            <a:extLst>
              <a:ext uri="{FF2B5EF4-FFF2-40B4-BE49-F238E27FC236}">
                <a16:creationId xmlns:a16="http://schemas.microsoft.com/office/drawing/2014/main" id="{75E14B34-CA1F-9612-B754-5D8AA49D9B75}"/>
              </a:ext>
            </a:extLst>
          </p:cNvPr>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49</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4246872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on to our last code example for this presentation.</a:t>
            </a:r>
          </a:p>
          <a:p>
            <a:endParaRPr lang="en-US" dirty="0"/>
          </a:p>
          <a:p>
            <a:r>
              <a:rPr lang="en-US" dirty="0"/>
              <a:t>In this hands-on lab, we will build firmware that enables communication between the CM33 and CM55 core using Inter Processor Communication (IPC) via the AHB5 interface using semaphores available in the IPC PDL.</a:t>
            </a:r>
          </a:p>
          <a:p>
            <a:endParaRPr lang="en-US" dirty="0"/>
          </a:p>
          <a:p>
            <a:r>
              <a:rPr lang="en-US" dirty="0"/>
              <a:t>But first, let’s learn a bit about the IPC resources and overall structure.</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public</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fld id="{7934E32A-B485-42C1-9192-CCC268DBD90E}" type="datetime7">
              <a:rPr lang="en-US" smtClean="0"/>
              <a:t>Dec-25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50</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67633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PSOC™ Edge E84 Inter-Processor Communication module is designed to facilitate the exchange of signaling messages between CPUs. The Inter-Processor Communication (IPC) module plays an important role in enabling multiple processors to effectively communicate and synchronize their operations.</a:t>
            </a:r>
            <a:br>
              <a:rPr lang="en-US" dirty="0"/>
            </a:br>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IPC module support for up to 16 communication channels and 16 interrupts, adding a significant degree of versatility and flexibility to the communication framework. The IPC module operates when the CPU is in the Active power mode, but it becomes inactive the Sleep and Deep Sleep CPU power modes.</a:t>
            </a:r>
          </a:p>
          <a:p>
            <a:endParaRPr lang="en-US" dirty="0"/>
          </a:p>
        </p:txBody>
      </p:sp>
      <p:sp>
        <p:nvSpPr>
          <p:cNvPr id="4" name="Header Placeholder 3"/>
          <p:cNvSpPr>
            <a:spLocks noGrp="1"/>
          </p:cNvSpPr>
          <p:nvPr>
            <p:ph type="hdr" sz="quarter"/>
          </p:nvPr>
        </p:nvSpPr>
        <p:spPr/>
        <p:txBody>
          <a:bodyPr/>
          <a:lstStyle/>
          <a:p>
            <a:pPr marL="0" marR="0" lvl="0" indent="0" algn="l" defTabSz="955819" rtl="0" eaLnBrk="1" fontAlgn="base" latinLnBrk="0" hangingPunct="1">
              <a:lnSpc>
                <a:spcPct val="100000"/>
              </a:lnSpc>
              <a:spcBef>
                <a:spcPct val="0"/>
              </a:spcBef>
              <a:spcAft>
                <a:spcPct val="0"/>
              </a:spcAft>
              <a:buClrTx/>
              <a:buSzTx/>
              <a:buFontTx/>
              <a:buNone/>
              <a:tabLst/>
              <a:defRPr/>
            </a:pPr>
            <a:endParaRPr kumimoji="0" lang="en-US" sz="100" b="0" i="0" u="none" strike="noStrike" kern="1200" cap="none" spc="0" normalizeH="0" baseline="0" noProof="0" dirty="0">
              <a:ln>
                <a:noFill/>
              </a:ln>
              <a:no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Copyright © Infineon Technologies AG 2020. All rights reserved.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1"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public</a:t>
            </a:r>
          </a:p>
        </p:txBody>
      </p:sp>
      <p:sp>
        <p:nvSpPr>
          <p:cNvPr id="6" name="Date Placeholder 5"/>
          <p:cNvSpPr>
            <a:spLocks noGrp="1"/>
          </p:cNvSpPr>
          <p:nvPr>
            <p:ph type="dt"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304917C2-1492-4418-BFF1-592B6F9B3DF9}" type="datetime1">
              <a:rPr kumimoji="0" lang="en-US" sz="100" b="0" i="0" u="none" strike="noStrike" kern="1200" cap="none" spc="0" normalizeH="0" baseline="0" noProof="0" smtClean="0">
                <a:ln>
                  <a:noFill/>
                </a:ln>
                <a:noFill/>
                <a:effectLst/>
                <a:uLnTx/>
                <a:uFillTx/>
                <a:latin typeface="Arial" panose="020B0604020202020204" pitchFamily="34" charset="0"/>
                <a:ea typeface="Verdana" pitchFamily="34" charset="0"/>
                <a:cs typeface="Arial" panose="020B0604020202020204" pitchFamily="34" charset="0"/>
              </a:rPr>
              <a:t>12/10/2025</a:t>
            </a:fld>
            <a:endPar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endParaRPr>
          </a:p>
        </p:txBody>
      </p:sp>
      <p:sp>
        <p:nvSpPr>
          <p:cNvPr id="7" name="Slide Number Placeholder 6"/>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65D906-55BD-49C5-997D-27A40DB53D15}" type="slidenum">
              <a:rPr kumimoji="0" lang="en-US" sz="800" b="0" i="0" u="none" strike="noStrike" kern="1200" cap="none" spc="0" normalizeH="0" baseline="0" noProof="0" smtClean="0">
                <a:ln>
                  <a:noFill/>
                </a:ln>
                <a:solidFill>
                  <a:srgbClr val="928285"/>
                </a:solidFill>
                <a:effectLst/>
                <a:uLnTx/>
                <a:uFillTx/>
                <a:latin typeface="Arial" panose="020B0604020202020204" pitchFamily="34" charset="0"/>
                <a:ea typeface="Verdana"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sz="800" b="0" i="0" u="none" strike="noStrike" kern="1200" cap="none" spc="0" normalizeH="0" baseline="0" noProof="0" dirty="0">
              <a:ln>
                <a:noFill/>
              </a:ln>
              <a:solidFill>
                <a:srgbClr val="928285"/>
              </a:solidFill>
              <a:effectLst/>
              <a:uLnTx/>
              <a:uFillTx/>
              <a:latin typeface="Arial" panose="020B0604020202020204" pitchFamily="34" charset="0"/>
              <a:ea typeface="Verdana" pitchFamily="34" charset="0"/>
              <a:cs typeface="Arial" panose="020B0604020202020204" pitchFamily="34" charset="0"/>
            </a:endParaRPr>
          </a:p>
        </p:txBody>
      </p:sp>
    </p:spTree>
    <p:extLst>
      <p:ext uri="{BB962C8B-B14F-4D97-AF65-F5344CB8AC3E}">
        <p14:creationId xmlns:p14="http://schemas.microsoft.com/office/powerpoint/2010/main" val="423808402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kern="1200" dirty="0">
                <a:solidFill>
                  <a:schemeClr val="tx1"/>
                </a:solidFill>
                <a:effectLst/>
                <a:latin typeface="Arial" panose="020B0604020202020204" pitchFamily="34" charset="0"/>
                <a:ea typeface="+mn-ea"/>
                <a:cs typeface="Arial" panose="020B0604020202020204" pitchFamily="34" charset="0"/>
              </a:rPr>
              <a:t>The communication between more than one thread (CPU or task) is supported using an IPC driver. It implements two common methods, typically available in RTOS environments for thread interactions:</a:t>
            </a:r>
          </a:p>
          <a:p>
            <a:endParaRPr lang="en-US" sz="1200" i="1" kern="1200" dirty="0">
              <a:solidFill>
                <a:schemeClr val="tx1"/>
              </a:solidFill>
              <a:effectLst/>
              <a:latin typeface="Arial" panose="020B0604020202020204" pitchFamily="34" charset="0"/>
              <a:ea typeface="+mn-ea"/>
              <a:cs typeface="Arial" panose="020B0604020202020204" pitchFamily="34" charset="0"/>
            </a:endParaRPr>
          </a:p>
          <a:p>
            <a:pPr lvl="0"/>
            <a:r>
              <a:rPr lang="en-US" sz="1200" b="1" i="0" kern="1200" dirty="0">
                <a:solidFill>
                  <a:schemeClr val="tx1"/>
                </a:solidFill>
                <a:effectLst/>
                <a:latin typeface="Arial" panose="020B0604020202020204" pitchFamily="34" charset="0"/>
                <a:ea typeface="+mn-ea"/>
                <a:cs typeface="Arial" panose="020B0604020202020204" pitchFamily="34" charset="0"/>
              </a:rPr>
              <a:t>Semaphore (or binary): </a:t>
            </a:r>
            <a:r>
              <a:rPr lang="en-US" sz="1200" i="0" kern="1200" dirty="0">
                <a:solidFill>
                  <a:schemeClr val="tx1"/>
                </a:solidFill>
                <a:effectLst/>
                <a:latin typeface="Arial" panose="020B0604020202020204" pitchFamily="34" charset="0"/>
                <a:ea typeface="+mn-ea"/>
                <a:cs typeface="Arial" panose="020B0604020202020204" pitchFamily="34" charset="0"/>
              </a:rPr>
              <a:t>used to regulate accesses to shared resources between two or more threads or used for signaling between two tasks. This type of semaphore can assume only values 0 or 1. Any thread can take (value set to 1) or give (value set to 0) the semaphore.</a:t>
            </a:r>
          </a:p>
          <a:p>
            <a:pPr lvl="0"/>
            <a:endParaRPr lang="en-US" sz="1200" i="1" kern="1200" dirty="0">
              <a:solidFill>
                <a:schemeClr val="tx1"/>
              </a:solidFill>
              <a:effectLst/>
              <a:latin typeface="Arial" panose="020B0604020202020204" pitchFamily="34" charset="0"/>
              <a:ea typeface="+mn-ea"/>
              <a:cs typeface="Arial" panose="020B0604020202020204" pitchFamily="34" charset="0"/>
            </a:endParaRPr>
          </a:p>
          <a:p>
            <a:pPr lvl="0"/>
            <a:r>
              <a:rPr lang="en-US" sz="1200" b="1" i="0" kern="1200" dirty="0">
                <a:solidFill>
                  <a:schemeClr val="tx1"/>
                </a:solidFill>
                <a:effectLst/>
                <a:latin typeface="Arial" panose="020B0604020202020204" pitchFamily="34" charset="0"/>
                <a:ea typeface="+mn-ea"/>
                <a:cs typeface="Arial" panose="020B0604020202020204" pitchFamily="34" charset="0"/>
              </a:rPr>
              <a:t>Pipes:</a:t>
            </a:r>
            <a:r>
              <a:rPr lang="en-US" sz="1200" i="0" kern="1200" dirty="0">
                <a:solidFill>
                  <a:schemeClr val="tx1"/>
                </a:solidFill>
                <a:effectLst/>
                <a:latin typeface="Arial" panose="020B0604020202020204" pitchFamily="34" charset="0"/>
                <a:ea typeface="+mn-ea"/>
                <a:cs typeface="Arial" panose="020B0604020202020204" pitchFamily="34" charset="0"/>
              </a:rPr>
              <a:t> </a:t>
            </a:r>
            <a:r>
              <a:rPr lang="en-US" sz="1200" b="0" i="0" kern="1200" dirty="0">
                <a:solidFill>
                  <a:schemeClr val="tx1"/>
                </a:solidFill>
                <a:effectLst/>
                <a:latin typeface="Arial" panose="020B0604020202020204" pitchFamily="34" charset="0"/>
                <a:ea typeface="+mn-ea"/>
                <a:cs typeface="Arial" panose="020B0604020202020204" pitchFamily="34" charset="0"/>
              </a:rPr>
              <a:t>A pipe is typically a full-duplex communication channel between CPU cores. A pipe allows a single conduit to transfer messages or data to and from multiple processes or CPUs</a:t>
            </a:r>
            <a:endParaRPr lang="en-US" sz="1200" i="1" kern="1200" dirty="0">
              <a:solidFill>
                <a:schemeClr val="tx1"/>
              </a:solidFill>
              <a:effectLst/>
              <a:latin typeface="Arial" panose="020B0604020202020204" pitchFamily="34" charset="0"/>
              <a:ea typeface="+mn-ea"/>
              <a:cs typeface="Arial" panose="020B0604020202020204" pitchFamily="34" charset="0"/>
            </a:endParaRP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0D3D7130-9EF1-4911-BDBC-4B728CF12BDC}"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08889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lab will use the IPC semaphore layer. Shown here are the IPC Peripheral abstraction layer APIs for binary semaphores.</a:t>
            </a:r>
          </a:p>
          <a:p>
            <a:endParaRPr lang="en-US" dirty="0"/>
          </a:p>
          <a:p>
            <a:r>
              <a:rPr lang="en-US" dirty="0"/>
              <a:t>Note, we will utilize the semaphore features, </a:t>
            </a:r>
            <a:r>
              <a:rPr lang="en-US" dirty="0" err="1"/>
              <a:t>init</a:t>
            </a:r>
            <a:r>
              <a:rPr lang="en-US" dirty="0"/>
              <a:t>, set and clear, and get the current status of a given semaphore.</a:t>
            </a:r>
          </a:p>
        </p:txBody>
      </p:sp>
      <p:sp>
        <p:nvSpPr>
          <p:cNvPr id="4" name="Header Placeholder 3"/>
          <p:cNvSpPr>
            <a:spLocks noGrp="1"/>
          </p:cNvSpPr>
          <p:nvPr>
            <p:ph type="hdr" sz="quarter"/>
          </p:nvPr>
        </p:nvSpPr>
        <p:spPr/>
        <p:txBody>
          <a:bodyPr/>
          <a:lstStyle/>
          <a:p>
            <a:pPr marL="0" marR="0" lvl="0" indent="0" algn="l" defTabSz="955819" rtl="0" eaLnBrk="1" fontAlgn="base" latinLnBrk="0" hangingPunct="1">
              <a:lnSpc>
                <a:spcPct val="100000"/>
              </a:lnSpc>
              <a:spcBef>
                <a:spcPct val="0"/>
              </a:spcBef>
              <a:spcAft>
                <a:spcPct val="0"/>
              </a:spcAft>
              <a:buClrTx/>
              <a:buSzTx/>
              <a:buFontTx/>
              <a:buNone/>
              <a:tabLst/>
              <a:defRPr/>
            </a:pPr>
            <a:endParaRPr kumimoji="0" lang="en-US" sz="100" b="0" i="0" u="none" strike="noStrike" kern="1200" cap="none" spc="0" normalizeH="0" baseline="0" noProof="0" dirty="0">
              <a:ln>
                <a:noFill/>
              </a:ln>
              <a:no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Copyright © Infineon Technologies AG 2020. All rights reserved.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1"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public</a:t>
            </a:r>
          </a:p>
        </p:txBody>
      </p:sp>
      <p:sp>
        <p:nvSpPr>
          <p:cNvPr id="6" name="Date Placeholder 5"/>
          <p:cNvSpPr>
            <a:spLocks noGrp="1"/>
          </p:cNvSpPr>
          <p:nvPr>
            <p:ph type="dt"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248D6CF6-2243-41A7-80AD-F72536B252BA}" type="datetime1">
              <a:rPr kumimoji="0" lang="en-US" sz="100" b="0" i="0" u="none" strike="noStrike" kern="1200" cap="none" spc="0" normalizeH="0" baseline="0" noProof="0" smtClean="0">
                <a:ln>
                  <a:noFill/>
                </a:ln>
                <a:noFill/>
                <a:effectLst/>
                <a:uLnTx/>
                <a:uFillTx/>
                <a:latin typeface="Arial" panose="020B0604020202020204" pitchFamily="34" charset="0"/>
                <a:ea typeface="Verdana" pitchFamily="34" charset="0"/>
                <a:cs typeface="Arial" panose="020B0604020202020204" pitchFamily="34" charset="0"/>
              </a:rPr>
              <a:t>12/10/2025</a:t>
            </a:fld>
            <a:endPar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endParaRPr>
          </a:p>
        </p:txBody>
      </p:sp>
      <p:sp>
        <p:nvSpPr>
          <p:cNvPr id="7" name="Slide Number Placeholder 6"/>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65D906-55BD-49C5-997D-27A40DB53D15}" type="slidenum">
              <a:rPr kumimoji="0" lang="en-US" sz="800" b="0" i="0" u="none" strike="noStrike" kern="1200" cap="none" spc="0" normalizeH="0" baseline="0" noProof="0" smtClean="0">
                <a:ln>
                  <a:noFill/>
                </a:ln>
                <a:solidFill>
                  <a:srgbClr val="928285"/>
                </a:solidFill>
                <a:effectLst/>
                <a:uLnTx/>
                <a:uFillTx/>
                <a:latin typeface="Arial" panose="020B0604020202020204" pitchFamily="34" charset="0"/>
                <a:ea typeface="Verdana"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sz="800" b="0" i="0" u="none" strike="noStrike" kern="1200" cap="none" spc="0" normalizeH="0" baseline="0" noProof="0" dirty="0">
              <a:ln>
                <a:noFill/>
              </a:ln>
              <a:solidFill>
                <a:srgbClr val="928285"/>
              </a:solidFill>
              <a:effectLst/>
              <a:uLnTx/>
              <a:uFillTx/>
              <a:latin typeface="Arial" panose="020B0604020202020204" pitchFamily="34" charset="0"/>
              <a:ea typeface="Verdana" pitchFamily="34" charset="0"/>
              <a:cs typeface="Arial" panose="020B0604020202020204" pitchFamily="34" charset="0"/>
            </a:endParaRPr>
          </a:p>
        </p:txBody>
      </p:sp>
    </p:spTree>
    <p:extLst>
      <p:ext uri="{BB962C8B-B14F-4D97-AF65-F5344CB8AC3E}">
        <p14:creationId xmlns:p14="http://schemas.microsoft.com/office/powerpoint/2010/main" val="38449982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a look at the flow diagram for our lab.</a:t>
            </a:r>
          </a:p>
          <a:p>
            <a:endParaRPr lang="en-US" dirty="0"/>
          </a:p>
          <a:p>
            <a:r>
              <a:rPr lang="en-US" dirty="0"/>
              <a:t>In this lab, we will use an IPC semaphore to synchronize access to a common UART between the CM33 and CM55 cores.</a:t>
            </a:r>
          </a:p>
          <a:p>
            <a:endParaRPr lang="en-US" dirty="0"/>
          </a:p>
          <a:p>
            <a:r>
              <a:rPr lang="en-US" dirty="0"/>
              <a:t>The CM33 code is highlighted in green, while the CM55 code is highlighted in dark gray.</a:t>
            </a:r>
          </a:p>
          <a:p>
            <a:endParaRPr lang="en-US" dirty="0"/>
          </a:p>
          <a:p>
            <a:r>
              <a:rPr lang="en-US" dirty="0"/>
              <a:t>The boot process proceeds as usual, with the CM33 non-secure application taking control from the CM33 secure application.</a:t>
            </a:r>
          </a:p>
          <a:p>
            <a:endParaRPr lang="en-US" dirty="0"/>
          </a:p>
          <a:p>
            <a:r>
              <a:rPr lang="en-US" dirty="0"/>
              <a:t>The CM33 will initialize the BSP, enable global interrupts (keep in mind “global” is relative to a core, not the device), and set up the semaphore subsystem.</a:t>
            </a:r>
          </a:p>
          <a:p>
            <a:endParaRPr lang="en-US" dirty="0"/>
          </a:p>
          <a:p>
            <a:r>
              <a:rPr lang="en-US" dirty="0"/>
              <a:t>The CM33 then initializes the CM55 application.</a:t>
            </a:r>
          </a:p>
          <a:p>
            <a:endParaRPr lang="en-US" dirty="0"/>
          </a:p>
          <a:p>
            <a:r>
              <a:rPr lang="en-US" dirty="0"/>
              <a:t>Once enabled, the CM55 initializes clock resources, enables global interrupts, calls the semaphore </a:t>
            </a:r>
            <a:r>
              <a:rPr lang="en-US" dirty="0" err="1"/>
              <a:t>init</a:t>
            </a:r>
            <a:r>
              <a:rPr lang="en-US" dirty="0"/>
              <a:t> function—only to confirm that the semaphore subsystem is running—and initializes the retarget-</a:t>
            </a:r>
            <a:r>
              <a:rPr lang="en-US" dirty="0" err="1"/>
              <a:t>io</a:t>
            </a:r>
            <a:r>
              <a:rPr lang="en-US" dirty="0"/>
              <a:t> middleware.</a:t>
            </a:r>
          </a:p>
          <a:p>
            <a:endParaRPr lang="en-US" dirty="0"/>
          </a:p>
          <a:p>
            <a:r>
              <a:rPr lang="en-US" dirty="0"/>
              <a:t>At this point, both CPUs will wait for the assigned user button on the EVK to be pressed.</a:t>
            </a:r>
          </a:p>
          <a:p>
            <a:endParaRPr lang="en-US" dirty="0"/>
          </a:p>
          <a:p>
            <a:r>
              <a:rPr lang="en-US" dirty="0"/>
              <a:t>Once the user button is pressed, both CPUs will attempt to acquire the semaphore. Once acquired, each CPU will print a message to UART and then it will release the semaphore. </a:t>
            </a:r>
          </a:p>
          <a:p>
            <a:endParaRPr lang="en-US" dirty="0"/>
          </a:p>
          <a:p>
            <a:r>
              <a:rPr lang="en-US" dirty="0"/>
              <a:t>Without the semaphore, you should observe that the messages get corrupted in the terminal; but this will be prevented after using the IPC semaphores. </a:t>
            </a:r>
          </a:p>
          <a:p>
            <a:endParaRPr lang="en-US" dirty="0"/>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public</a:t>
            </a:r>
          </a:p>
        </p:txBody>
      </p:sp>
      <p:sp>
        <p:nvSpPr>
          <p:cNvPr id="6" name="Date Placeholder 5"/>
          <p:cNvSpPr>
            <a:spLocks noGrp="1"/>
          </p:cNvSpPr>
          <p:nvPr>
            <p:ph type="dt" idx="1"/>
          </p:nvPr>
        </p:nvSpPr>
        <p:spPr/>
        <p:txBody>
          <a:bodyPr/>
          <a:lstStyle/>
          <a:p>
            <a:fld id="{F31B47D0-07D2-445B-A17E-51FA99A850CD}" type="datetime1">
              <a:rPr lang="en-US" smtClean="0"/>
              <a:t>12/10/2025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40402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0E89C-BDD7-F702-902C-500AE3014C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F4D65-8C8D-4508-44D0-2C2C48E6BB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F4130B-3B6D-55DD-3ED9-DDB311E85F3B}"/>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Now it's time for the second hands-on section of this</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presentation.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Feel free to pause this video at this point and proceed</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with the detailed instructions in the lab manual.</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Note that ModusToolbox includes examples showing how to use IPC semaphores; however, the training manual explains how to add them from scratch to the hello-world code example.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The lab manual starts by showing how to use the library manager to move the retarget-io library from CM33 to CM55.</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Then, it shows how to print messages to UART interface shared by both CPUs.</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And lastly, it enables IPC semaphores to synchronize access to UART.</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Enjoy the lab!</a:t>
            </a:r>
          </a:p>
        </p:txBody>
      </p:sp>
      <p:sp>
        <p:nvSpPr>
          <p:cNvPr id="4" name="Header Placeholder 3">
            <a:extLst>
              <a:ext uri="{FF2B5EF4-FFF2-40B4-BE49-F238E27FC236}">
                <a16:creationId xmlns:a16="http://schemas.microsoft.com/office/drawing/2014/main" id="{B8DA3436-2F87-12DC-4392-C95CA7702ADE}"/>
              </a:ext>
            </a:extLst>
          </p:cNvPr>
          <p:cNvSpPr>
            <a:spLocks noGrp="1"/>
          </p:cNvSpPr>
          <p:nvPr>
            <p:ph type="hdr" sz="quarter"/>
          </p:nvPr>
        </p:nvSpPr>
        <p:spPr/>
        <p:txBody>
          <a:bodyPr/>
          <a:lstStyle/>
          <a:p>
            <a:endParaRPr lang="en-US" sz="100" dirty="0"/>
          </a:p>
        </p:txBody>
      </p:sp>
      <p:sp>
        <p:nvSpPr>
          <p:cNvPr id="5" name="Footer Placeholder 4">
            <a:extLst>
              <a:ext uri="{FF2B5EF4-FFF2-40B4-BE49-F238E27FC236}">
                <a16:creationId xmlns:a16="http://schemas.microsoft.com/office/drawing/2014/main" id="{74C74DFC-4D7D-7FE3-9249-3CBC8CC14073}"/>
              </a:ext>
            </a:extLst>
          </p:cNvPr>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a:extLst>
              <a:ext uri="{FF2B5EF4-FFF2-40B4-BE49-F238E27FC236}">
                <a16:creationId xmlns:a16="http://schemas.microsoft.com/office/drawing/2014/main" id="{5838FAE7-76EA-DC97-0FB9-ED2B6FC5D780}"/>
              </a:ext>
            </a:extLst>
          </p:cNvPr>
          <p:cNvSpPr>
            <a:spLocks noGrp="1"/>
          </p:cNvSpPr>
          <p:nvPr>
            <p:ph type="dt" idx="1"/>
          </p:nvPr>
        </p:nvSpPr>
        <p:spPr/>
        <p:txBody>
          <a:bodyPr/>
          <a:lstStyle/>
          <a:p>
            <a:fld id="{6A98A1A9-5712-49FF-82FE-61658954D523}" type="datetime7">
              <a:rPr lang="en-US" smtClean="0"/>
              <a:t>Dec-25</a:t>
            </a:fld>
            <a:endParaRPr lang="en-US" dirty="0"/>
          </a:p>
        </p:txBody>
      </p:sp>
      <p:sp>
        <p:nvSpPr>
          <p:cNvPr id="7" name="Slide Number Placeholder 6">
            <a:extLst>
              <a:ext uri="{FF2B5EF4-FFF2-40B4-BE49-F238E27FC236}">
                <a16:creationId xmlns:a16="http://schemas.microsoft.com/office/drawing/2014/main" id="{50703676-F1FE-4A6A-7D34-A6382648A4F9}"/>
              </a:ext>
            </a:extLst>
          </p:cNvPr>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52159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870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87044" name="Slide Number Placeholder 3"/>
          <p:cNvSpPr>
            <a:spLocks noGrp="1"/>
          </p:cNvSpPr>
          <p:nvPr>
            <p:ph type="sldNum" sz="quarter" idx="5"/>
          </p:nvPr>
        </p:nvSpPr>
        <p:spPr bwMode="auto">
          <a:xfrm>
            <a:off x="3956051" y="8818563"/>
            <a:ext cx="3027363" cy="4635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4" tIns="45711" rIns="91424" bIns="45711"/>
          <a:lstStyle>
            <a:lvl1pPr>
              <a:defRPr>
                <a:solidFill>
                  <a:schemeClr val="tx1"/>
                </a:solidFill>
                <a:latin typeface="Arial" panose="020B0604020202020204" pitchFamily="34" charset="0"/>
                <a:ea typeface="MS PGothic" panose="020B0600070205080204" pitchFamily="34" charset="-128"/>
              </a:defRPr>
            </a:lvl1pPr>
            <a:lvl2pPr marL="742818" indent="-285699">
              <a:defRPr>
                <a:solidFill>
                  <a:schemeClr val="tx1"/>
                </a:solidFill>
                <a:latin typeface="Arial" panose="020B0604020202020204" pitchFamily="34" charset="0"/>
                <a:ea typeface="MS PGothic" panose="020B0600070205080204" pitchFamily="34" charset="-128"/>
              </a:defRPr>
            </a:lvl2pPr>
            <a:lvl3pPr marL="1142797" indent="-228559">
              <a:defRPr>
                <a:solidFill>
                  <a:schemeClr val="tx1"/>
                </a:solidFill>
                <a:latin typeface="Arial" panose="020B0604020202020204" pitchFamily="34" charset="0"/>
                <a:ea typeface="MS PGothic" panose="020B0600070205080204" pitchFamily="34" charset="-128"/>
              </a:defRPr>
            </a:lvl3pPr>
            <a:lvl4pPr marL="1599915" indent="-228559">
              <a:defRPr>
                <a:solidFill>
                  <a:schemeClr val="tx1"/>
                </a:solidFill>
                <a:latin typeface="Arial" panose="020B0604020202020204" pitchFamily="34" charset="0"/>
                <a:ea typeface="MS PGothic" panose="020B0600070205080204" pitchFamily="34" charset="-128"/>
              </a:defRPr>
            </a:lvl4pPr>
            <a:lvl5pPr marL="2057034" indent="-228559">
              <a:defRPr>
                <a:solidFill>
                  <a:schemeClr val="tx1"/>
                </a:solidFill>
                <a:latin typeface="Arial" panose="020B0604020202020204" pitchFamily="34" charset="0"/>
                <a:ea typeface="MS PGothic" panose="020B0600070205080204" pitchFamily="34" charset="-128"/>
              </a:defRPr>
            </a:lvl5pPr>
            <a:lvl6pPr marL="2514153" indent="-228559"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272" indent="-228559"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8390" indent="-228559"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5509" indent="-228559"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58BF699F-C6C8-4B3C-86EA-E7382367795B}" type="slidenum">
              <a:rPr lang="en-US" altLang="ja-JP" smtClean="0">
                <a:latin typeface="Calibri" panose="020F0502020204030204" pitchFamily="34" charset="0"/>
              </a:rPr>
              <a:pPr/>
              <a:t>56</a:t>
            </a:fld>
            <a:endParaRPr lang="en-US" altLang="ja-JP" dirty="0">
              <a:latin typeface="Calibri" panose="020F0502020204030204" pitchFamily="34" charset="0"/>
            </a:endParaRPr>
          </a:p>
        </p:txBody>
      </p:sp>
    </p:spTree>
    <p:extLst>
      <p:ext uri="{BB962C8B-B14F-4D97-AF65-F5344CB8AC3E}">
        <p14:creationId xmlns:p14="http://schemas.microsoft.com/office/powerpoint/2010/main" val="182767034"/>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image" Target="../media/image1.png"/><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image" Target="../media/image2.jp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slideMaster" Target="../slideMasters/slideMaster1.xml"/><Relationship Id="rId5" Type="http://schemas.openxmlformats.org/officeDocument/2006/relationships/tags" Target="../tags/tag10.xml"/><Relationship Id="rId10" Type="http://schemas.openxmlformats.org/officeDocument/2006/relationships/tags" Target="../tags/tag15.xml"/><Relationship Id="rId4" Type="http://schemas.openxmlformats.org/officeDocument/2006/relationships/tags" Target="../tags/tag9.xml"/><Relationship Id="rId9" Type="http://schemas.openxmlformats.org/officeDocument/2006/relationships/tags" Target="../tags/tag14.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3.xml"/><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image" Target="../media/image1.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image" Target="../media/image3.jpg"/><Relationship Id="rId5" Type="http://schemas.openxmlformats.org/officeDocument/2006/relationships/tags" Target="../tags/tag20.xml"/><Relationship Id="rId10" Type="http://schemas.openxmlformats.org/officeDocument/2006/relationships/slideMaster" Target="../slideMasters/slideMaster1.xml"/><Relationship Id="rId4" Type="http://schemas.openxmlformats.org/officeDocument/2006/relationships/tags" Target="../tags/tag19.xml"/><Relationship Id="rId9" Type="http://schemas.openxmlformats.org/officeDocument/2006/relationships/tags" Target="../tags/tag24.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2.xml"/><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image" Target="../media/image1.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slideMaster" Target="../slideMasters/slideMaster1.xml"/><Relationship Id="rId5" Type="http://schemas.openxmlformats.org/officeDocument/2006/relationships/tags" Target="../tags/tag29.xml"/><Relationship Id="rId10" Type="http://schemas.openxmlformats.org/officeDocument/2006/relationships/tags" Target="../tags/tag34.xml"/><Relationship Id="rId4" Type="http://schemas.openxmlformats.org/officeDocument/2006/relationships/tags" Target="../tags/tag28.xml"/><Relationship Id="rId9" Type="http://schemas.openxmlformats.org/officeDocument/2006/relationships/tags" Target="../tags/tag33.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0" Type="http://schemas.openxmlformats.org/officeDocument/2006/relationships/tags" Target="../tags/tag44.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5.xml"/><Relationship Id="rId13" Type="http://schemas.openxmlformats.org/officeDocument/2006/relationships/tags" Target="../tags/tag60.xml"/><Relationship Id="rId3" Type="http://schemas.openxmlformats.org/officeDocument/2006/relationships/tags" Target="../tags/tag50.xml"/><Relationship Id="rId7" Type="http://schemas.openxmlformats.org/officeDocument/2006/relationships/tags" Target="../tags/tag54.xml"/><Relationship Id="rId12" Type="http://schemas.openxmlformats.org/officeDocument/2006/relationships/tags" Target="../tags/tag59.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tags" Target="../tags/tag58.xml"/><Relationship Id="rId5" Type="http://schemas.openxmlformats.org/officeDocument/2006/relationships/tags" Target="../tags/tag52.xml"/><Relationship Id="rId10" Type="http://schemas.openxmlformats.org/officeDocument/2006/relationships/tags" Target="../tags/tag57.xml"/><Relationship Id="rId4" Type="http://schemas.openxmlformats.org/officeDocument/2006/relationships/tags" Target="../tags/tag51.xml"/><Relationship Id="rId9" Type="http://schemas.openxmlformats.org/officeDocument/2006/relationships/tags" Target="../tags/tag56.xml"/><Relationship Id="rId1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68.xml"/><Relationship Id="rId13" Type="http://schemas.openxmlformats.org/officeDocument/2006/relationships/tags" Target="../tags/tag73.xml"/><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tags" Target="../tags/tag72.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tags" Target="../tags/tag71.xml"/><Relationship Id="rId5" Type="http://schemas.openxmlformats.org/officeDocument/2006/relationships/tags" Target="../tags/tag65.xml"/><Relationship Id="rId10" Type="http://schemas.openxmlformats.org/officeDocument/2006/relationships/tags" Target="../tags/tag70.xml"/><Relationship Id="rId4" Type="http://schemas.openxmlformats.org/officeDocument/2006/relationships/tags" Target="../tags/tag64.xml"/><Relationship Id="rId9" Type="http://schemas.openxmlformats.org/officeDocument/2006/relationships/tags" Target="../tags/tag69.xml"/><Relationship Id="rId1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slideMaster" Target="../slideMasters/slideMaster1.xml"/><Relationship Id="rId5" Type="http://schemas.openxmlformats.org/officeDocument/2006/relationships/tags" Target="../tags/tag78.xml"/><Relationship Id="rId4" Type="http://schemas.openxmlformats.org/officeDocument/2006/relationships/tags" Target="../tags/tag77.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image" Target="../media/image4.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9.xml"/><Relationship Id="rId13" Type="http://schemas.openxmlformats.org/officeDocument/2006/relationships/tags" Target="../tags/tag94.xml"/><Relationship Id="rId3" Type="http://schemas.openxmlformats.org/officeDocument/2006/relationships/tags" Target="../tags/tag84.xml"/><Relationship Id="rId7" Type="http://schemas.openxmlformats.org/officeDocument/2006/relationships/tags" Target="../tags/tag88.xml"/><Relationship Id="rId12" Type="http://schemas.openxmlformats.org/officeDocument/2006/relationships/tags" Target="../tags/tag93.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tags" Target="../tags/tag92.xml"/><Relationship Id="rId5" Type="http://schemas.openxmlformats.org/officeDocument/2006/relationships/tags" Target="../tags/tag86.xml"/><Relationship Id="rId10" Type="http://schemas.openxmlformats.org/officeDocument/2006/relationships/tags" Target="../tags/tag91.xml"/><Relationship Id="rId4" Type="http://schemas.openxmlformats.org/officeDocument/2006/relationships/tags" Target="../tags/tag85.xml"/><Relationship Id="rId9" Type="http://schemas.openxmlformats.org/officeDocument/2006/relationships/tags" Target="../tags/tag90.xml"/><Relationship Id="rId1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102.xml"/><Relationship Id="rId13" Type="http://schemas.openxmlformats.org/officeDocument/2006/relationships/tags" Target="../tags/tag107.xml"/><Relationship Id="rId3" Type="http://schemas.openxmlformats.org/officeDocument/2006/relationships/tags" Target="../tags/tag97.xml"/><Relationship Id="rId7" Type="http://schemas.openxmlformats.org/officeDocument/2006/relationships/tags" Target="../tags/tag101.xml"/><Relationship Id="rId12" Type="http://schemas.openxmlformats.org/officeDocument/2006/relationships/tags" Target="../tags/tag106.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tags" Target="../tags/tag105.xml"/><Relationship Id="rId5" Type="http://schemas.openxmlformats.org/officeDocument/2006/relationships/tags" Target="../tags/tag99.xml"/><Relationship Id="rId10" Type="http://schemas.openxmlformats.org/officeDocument/2006/relationships/tags" Target="../tags/tag104.xml"/><Relationship Id="rId4" Type="http://schemas.openxmlformats.org/officeDocument/2006/relationships/tags" Target="../tags/tag98.xml"/><Relationship Id="rId9" Type="http://schemas.openxmlformats.org/officeDocument/2006/relationships/tags" Target="../tags/tag103.xml"/><Relationship Id="rId1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15.xml"/><Relationship Id="rId13" Type="http://schemas.openxmlformats.org/officeDocument/2006/relationships/tags" Target="../tags/tag120.xml"/><Relationship Id="rId3" Type="http://schemas.openxmlformats.org/officeDocument/2006/relationships/tags" Target="../tags/tag110.xml"/><Relationship Id="rId7" Type="http://schemas.openxmlformats.org/officeDocument/2006/relationships/tags" Target="../tags/tag114.xml"/><Relationship Id="rId12" Type="http://schemas.openxmlformats.org/officeDocument/2006/relationships/tags" Target="../tags/tag119.xml"/><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tags" Target="../tags/tag113.xml"/><Relationship Id="rId11" Type="http://schemas.openxmlformats.org/officeDocument/2006/relationships/tags" Target="../tags/tag118.xml"/><Relationship Id="rId5" Type="http://schemas.openxmlformats.org/officeDocument/2006/relationships/tags" Target="../tags/tag112.xml"/><Relationship Id="rId10" Type="http://schemas.openxmlformats.org/officeDocument/2006/relationships/tags" Target="../tags/tag117.xml"/><Relationship Id="rId4" Type="http://schemas.openxmlformats.org/officeDocument/2006/relationships/tags" Target="../tags/tag111.xml"/><Relationship Id="rId9" Type="http://schemas.openxmlformats.org/officeDocument/2006/relationships/tags" Target="../tags/tag116.xml"/><Relationship Id="rId1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128.xml"/><Relationship Id="rId13" Type="http://schemas.openxmlformats.org/officeDocument/2006/relationships/tags" Target="../tags/tag133.xml"/><Relationship Id="rId3" Type="http://schemas.openxmlformats.org/officeDocument/2006/relationships/tags" Target="../tags/tag123.xml"/><Relationship Id="rId7" Type="http://schemas.openxmlformats.org/officeDocument/2006/relationships/tags" Target="../tags/tag127.xml"/><Relationship Id="rId12" Type="http://schemas.openxmlformats.org/officeDocument/2006/relationships/tags" Target="../tags/tag132.xml"/><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tags" Target="../tags/tag126.xml"/><Relationship Id="rId11" Type="http://schemas.openxmlformats.org/officeDocument/2006/relationships/tags" Target="../tags/tag131.xml"/><Relationship Id="rId5" Type="http://schemas.openxmlformats.org/officeDocument/2006/relationships/tags" Target="../tags/tag125.xml"/><Relationship Id="rId10" Type="http://schemas.openxmlformats.org/officeDocument/2006/relationships/tags" Target="../tags/tag130.xml"/><Relationship Id="rId4" Type="http://schemas.openxmlformats.org/officeDocument/2006/relationships/tags" Target="../tags/tag124.xml"/><Relationship Id="rId9" Type="http://schemas.openxmlformats.org/officeDocument/2006/relationships/tags" Target="../tags/tag129.xml"/><Relationship Id="rId1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41.xml"/><Relationship Id="rId13" Type="http://schemas.openxmlformats.org/officeDocument/2006/relationships/tags" Target="../tags/tag146.xml"/><Relationship Id="rId3" Type="http://schemas.openxmlformats.org/officeDocument/2006/relationships/tags" Target="../tags/tag136.xml"/><Relationship Id="rId7" Type="http://schemas.openxmlformats.org/officeDocument/2006/relationships/tags" Target="../tags/tag140.xml"/><Relationship Id="rId12" Type="http://schemas.openxmlformats.org/officeDocument/2006/relationships/tags" Target="../tags/tag145.xml"/><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tags" Target="../tags/tag139.xml"/><Relationship Id="rId11" Type="http://schemas.openxmlformats.org/officeDocument/2006/relationships/tags" Target="../tags/tag144.xml"/><Relationship Id="rId5" Type="http://schemas.openxmlformats.org/officeDocument/2006/relationships/tags" Target="../tags/tag138.xml"/><Relationship Id="rId10" Type="http://schemas.openxmlformats.org/officeDocument/2006/relationships/tags" Target="../tags/tag143.xml"/><Relationship Id="rId4" Type="http://schemas.openxmlformats.org/officeDocument/2006/relationships/tags" Target="../tags/tag137.xml"/><Relationship Id="rId9" Type="http://schemas.openxmlformats.org/officeDocument/2006/relationships/tags" Target="../tags/tag142.xml"/><Relationship Id="rId1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54.xml"/><Relationship Id="rId13" Type="http://schemas.openxmlformats.org/officeDocument/2006/relationships/tags" Target="../tags/tag159.xml"/><Relationship Id="rId3" Type="http://schemas.openxmlformats.org/officeDocument/2006/relationships/tags" Target="../tags/tag149.xml"/><Relationship Id="rId7" Type="http://schemas.openxmlformats.org/officeDocument/2006/relationships/tags" Target="../tags/tag153.xml"/><Relationship Id="rId12" Type="http://schemas.openxmlformats.org/officeDocument/2006/relationships/tags" Target="../tags/tag158.xml"/><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tags" Target="../tags/tag152.xml"/><Relationship Id="rId11" Type="http://schemas.openxmlformats.org/officeDocument/2006/relationships/tags" Target="../tags/tag157.xml"/><Relationship Id="rId5" Type="http://schemas.openxmlformats.org/officeDocument/2006/relationships/tags" Target="../tags/tag151.xml"/><Relationship Id="rId10" Type="http://schemas.openxmlformats.org/officeDocument/2006/relationships/tags" Target="../tags/tag156.xml"/><Relationship Id="rId4" Type="http://schemas.openxmlformats.org/officeDocument/2006/relationships/tags" Target="../tags/tag150.xml"/><Relationship Id="rId9" Type="http://schemas.openxmlformats.org/officeDocument/2006/relationships/tags" Target="../tags/tag155.xml"/><Relationship Id="rId1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67.xml"/><Relationship Id="rId13" Type="http://schemas.openxmlformats.org/officeDocument/2006/relationships/tags" Target="../tags/tag172.xml"/><Relationship Id="rId3" Type="http://schemas.openxmlformats.org/officeDocument/2006/relationships/tags" Target="../tags/tag162.xml"/><Relationship Id="rId7" Type="http://schemas.openxmlformats.org/officeDocument/2006/relationships/tags" Target="../tags/tag166.xml"/><Relationship Id="rId12" Type="http://schemas.openxmlformats.org/officeDocument/2006/relationships/tags" Target="../tags/tag171.xml"/><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tags" Target="../tags/tag165.xml"/><Relationship Id="rId11" Type="http://schemas.openxmlformats.org/officeDocument/2006/relationships/tags" Target="../tags/tag170.xml"/><Relationship Id="rId5" Type="http://schemas.openxmlformats.org/officeDocument/2006/relationships/tags" Target="../tags/tag164.xml"/><Relationship Id="rId10" Type="http://schemas.openxmlformats.org/officeDocument/2006/relationships/tags" Target="../tags/tag169.xml"/><Relationship Id="rId4" Type="http://schemas.openxmlformats.org/officeDocument/2006/relationships/tags" Target="../tags/tag163.xml"/><Relationship Id="rId9" Type="http://schemas.openxmlformats.org/officeDocument/2006/relationships/tags" Target="../tags/tag168.xml"/><Relationship Id="rId1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80.xml"/><Relationship Id="rId13" Type="http://schemas.openxmlformats.org/officeDocument/2006/relationships/slideMaster" Target="../slideMasters/slideMaster1.xml"/><Relationship Id="rId3" Type="http://schemas.openxmlformats.org/officeDocument/2006/relationships/tags" Target="../tags/tag175.xml"/><Relationship Id="rId7" Type="http://schemas.openxmlformats.org/officeDocument/2006/relationships/tags" Target="../tags/tag179.xml"/><Relationship Id="rId12" Type="http://schemas.openxmlformats.org/officeDocument/2006/relationships/tags" Target="../tags/tag184.xml"/><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tags" Target="../tags/tag178.xml"/><Relationship Id="rId11" Type="http://schemas.openxmlformats.org/officeDocument/2006/relationships/tags" Target="../tags/tag183.xml"/><Relationship Id="rId5" Type="http://schemas.openxmlformats.org/officeDocument/2006/relationships/tags" Target="../tags/tag177.xml"/><Relationship Id="rId10" Type="http://schemas.openxmlformats.org/officeDocument/2006/relationships/tags" Target="../tags/tag182.xml"/><Relationship Id="rId4" Type="http://schemas.openxmlformats.org/officeDocument/2006/relationships/tags" Target="../tags/tag176.xml"/><Relationship Id="rId9" Type="http://schemas.openxmlformats.org/officeDocument/2006/relationships/tags" Target="../tags/tag181.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187.xml"/><Relationship Id="rId2" Type="http://schemas.openxmlformats.org/officeDocument/2006/relationships/tags" Target="../tags/tag186.xml"/><Relationship Id="rId1" Type="http://schemas.openxmlformats.org/officeDocument/2006/relationships/tags" Target="../tags/tag185.xml"/><Relationship Id="rId5" Type="http://schemas.openxmlformats.org/officeDocument/2006/relationships/slideMaster" Target="../slideMasters/slideMaster1.xml"/><Relationship Id="rId4" Type="http://schemas.openxmlformats.org/officeDocument/2006/relationships/tags" Target="../tags/tag188.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91.xml"/><Relationship Id="rId7" Type="http://schemas.openxmlformats.org/officeDocument/2006/relationships/image" Target="../media/image1.png"/><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slideMaster" Target="../slideMasters/slideMaster1.xml"/><Relationship Id="rId5" Type="http://schemas.openxmlformats.org/officeDocument/2006/relationships/tags" Target="../tags/tag193.xml"/><Relationship Id="rId4" Type="http://schemas.openxmlformats.org/officeDocument/2006/relationships/tags" Target="../tags/tag19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1">
    <p:bg>
      <p:bgPr>
        <a:solidFill>
          <a:schemeClr val="bg1"/>
        </a:solidFill>
        <a:effectLst/>
      </p:bgPr>
    </p:bg>
    <p:spTree>
      <p:nvGrpSpPr>
        <p:cNvPr id="1" name=""/>
        <p:cNvGrpSpPr/>
        <p:nvPr/>
      </p:nvGrpSpPr>
      <p:grpSpPr>
        <a:xfrm>
          <a:off x="0" y="0"/>
          <a:ext cx="0" cy="0"/>
          <a:chOff x="0" y="0"/>
          <a:chExt cx="0" cy="0"/>
        </a:xfrm>
      </p:grpSpPr>
      <p:sp>
        <p:nvSpPr>
          <p:cNvPr id="6" name="LOGO PROTECTION" hidden="1">
            <a:extLst>
              <a:ext uri="{FF2B5EF4-FFF2-40B4-BE49-F238E27FC236}">
                <a16:creationId xmlns:a16="http://schemas.microsoft.com/office/drawing/2014/main" id="{193C101A-31DD-4FCB-8E69-ED3C115F16E0}"/>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8" name="Background White">
            <a:extLst>
              <a:ext uri="{FF2B5EF4-FFF2-40B4-BE49-F238E27FC236}">
                <a16:creationId xmlns:a16="http://schemas.microsoft.com/office/drawing/2014/main" id="{9FD1694A-5725-40E5-AC10-2A7A68B981E5}"/>
              </a:ext>
            </a:extLst>
          </p:cNvPr>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sp>
        <p:nvSpPr>
          <p:cNvPr id="23" name="Crystal Picture Placeholder">
            <a:extLst>
              <a:ext uri="{FF2B5EF4-FFF2-40B4-BE49-F238E27FC236}">
                <a16:creationId xmlns:a16="http://schemas.microsoft.com/office/drawing/2014/main" id="{5805FCC4-D045-0733-8C95-81CAFF95804B}"/>
              </a:ext>
            </a:extLst>
          </p:cNvPr>
          <p:cNvSpPr>
            <a:spLocks noGrp="1"/>
          </p:cNvSpPr>
          <p:nvPr>
            <p:ph type="pic" sz="quarter" idx="15"/>
          </p:nvPr>
        </p:nvSpPr>
        <p:spPr>
          <a:xfrm>
            <a:off x="3" y="2"/>
            <a:ext cx="12191999" cy="3743997"/>
          </a:xfrm>
          <a:custGeom>
            <a:avLst/>
            <a:gdLst>
              <a:gd name="connsiteX0" fmla="*/ 0 w 12191999"/>
              <a:gd name="connsiteY0" fmla="*/ 0 h 3743997"/>
              <a:gd name="connsiteX1" fmla="*/ 12191999 w 12191999"/>
              <a:gd name="connsiteY1" fmla="*/ 0 h 3743997"/>
              <a:gd name="connsiteX2" fmla="*/ 12191999 w 12191999"/>
              <a:gd name="connsiteY2" fmla="*/ 3726156 h 3743997"/>
              <a:gd name="connsiteX3" fmla="*/ 3063660 w 12191999"/>
              <a:gd name="connsiteY3" fmla="*/ 2179105 h 3743997"/>
              <a:gd name="connsiteX4" fmla="*/ 387 w 12191999"/>
              <a:gd name="connsiteY4" fmla="*/ 3726157 h 3743997"/>
              <a:gd name="connsiteX5" fmla="*/ 387 w 12191999"/>
              <a:gd name="connsiteY5" fmla="*/ 3743997 h 3743997"/>
              <a:gd name="connsiteX6" fmla="*/ 0 w 12191999"/>
              <a:gd name="connsiteY6" fmla="*/ 3743997 h 3743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743997">
                <a:moveTo>
                  <a:pt x="0" y="0"/>
                </a:moveTo>
                <a:lnTo>
                  <a:pt x="12191999" y="0"/>
                </a:lnTo>
                <a:lnTo>
                  <a:pt x="12191999" y="3726156"/>
                </a:lnTo>
                <a:lnTo>
                  <a:pt x="3063660" y="2179105"/>
                </a:lnTo>
                <a:lnTo>
                  <a:pt x="387" y="3726157"/>
                </a:lnTo>
                <a:lnTo>
                  <a:pt x="387" y="3743997"/>
                </a:lnTo>
                <a:lnTo>
                  <a:pt x="0" y="3743997"/>
                </a:lnTo>
                <a:close/>
              </a:path>
            </a:pathLst>
          </a:custGeom>
          <a:blipFill>
            <a:blip r:embed="rId12"/>
            <a:stretch>
              <a:fillRect/>
            </a:stretch>
          </a:blipFill>
        </p:spPr>
        <p:txBody>
          <a:bodyPr wrap="square" tIns="1296000">
            <a:noAutofit/>
          </a:bodyPr>
          <a:lstStyle>
            <a:lvl1pPr marL="0" indent="0" algn="ctr">
              <a:buNone/>
              <a:defRPr/>
            </a:lvl1pPr>
          </a:lstStyle>
          <a:p>
            <a:r>
              <a:rPr lang="en-US"/>
              <a:t>Click icon to add picture</a:t>
            </a:r>
            <a:endParaRPr lang="de-DE"/>
          </a:p>
        </p:txBody>
      </p:sp>
      <p:sp>
        <p:nvSpPr>
          <p:cNvPr id="30" name="Subtitle"/>
          <p:cNvSpPr>
            <a:spLocks noGrp="1"/>
          </p:cNvSpPr>
          <p:nvPr>
            <p:ph type="subTitle" idx="1" hasCustomPrompt="1"/>
          </p:nvPr>
        </p:nvSpPr>
        <p:spPr>
          <a:xfrm>
            <a:off x="624000" y="5641951"/>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26638A09-FAF0-40AC-917E-C2B12C875E5A}"/>
              </a:ext>
            </a:extLst>
          </p:cNvPr>
          <p:cNvSpPr>
            <a:spLocks noGrp="1"/>
          </p:cNvSpPr>
          <p:nvPr>
            <p:ph type="ctrTitle" hasCustomPrompt="1"/>
            <p:custDataLst>
              <p:tags r:id="rId2"/>
            </p:custDataLst>
          </p:nvPr>
        </p:nvSpPr>
        <p:spPr>
          <a:xfrm>
            <a:off x="624000" y="4163051"/>
            <a:ext cx="8280000" cy="1118901"/>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9" name="empower_classification_attention_placeholder" hidden="1">
            <a:extLst>
              <a:ext uri="{FF2B5EF4-FFF2-40B4-BE49-F238E27FC236}">
                <a16:creationId xmlns:a16="http://schemas.microsoft.com/office/drawing/2014/main" id="{542ADA73-329E-4D35-A040-712B75800F88}"/>
              </a:ext>
            </a:extLst>
          </p:cNvPr>
          <p:cNvSpPr txBox="1"/>
          <p:nvPr>
            <p:custDataLst>
              <p:tags r:id="rId3"/>
            </p:custDataLst>
          </p:nvPr>
        </p:nvSpPr>
        <p:spPr bwMode="auto">
          <a:xfrm>
            <a:off x="5411800" y="6500314"/>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dirty="0">
                <a:solidFill>
                  <a:schemeClr val="tx2"/>
                </a:solidFill>
                <a:latin typeface="+mn-lt"/>
                <a:ea typeface="+mn-ea"/>
                <a:cs typeface="+mn-cs"/>
              </a:rPr>
              <a:t>public</a:t>
            </a:r>
          </a:p>
        </p:txBody>
      </p:sp>
      <p:sp>
        <p:nvSpPr>
          <p:cNvPr id="10" name="empower_classification_placeholder">
            <a:extLst>
              <a:ext uri="{FF2B5EF4-FFF2-40B4-BE49-F238E27FC236}">
                <a16:creationId xmlns:a16="http://schemas.microsoft.com/office/drawing/2014/main" id="{2D16A7B9-CA23-4C66-B2AF-3682EAAE8159}"/>
              </a:ext>
            </a:extLst>
          </p:cNvPr>
          <p:cNvSpPr txBox="1"/>
          <p:nvPr>
            <p:custDataLst>
              <p:tags r:id="rId4"/>
            </p:custDataLst>
          </p:nvPr>
        </p:nvSpPr>
        <p:spPr bwMode="auto">
          <a:xfrm>
            <a:off x="5412000" y="6500314"/>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dirty="0">
                <a:solidFill>
                  <a:schemeClr val="tx1"/>
                </a:solidFill>
                <a:latin typeface="+mn-lt"/>
                <a:ea typeface="+mn-ea"/>
                <a:cs typeface="+mn-cs"/>
              </a:rPr>
              <a:t>public</a:t>
            </a:r>
          </a:p>
        </p:txBody>
      </p:sp>
      <p:sp>
        <p:nvSpPr>
          <p:cNvPr id="11" name="empower_document_placeholder" hidden="1">
            <a:extLst>
              <a:ext uri="{FF2B5EF4-FFF2-40B4-BE49-F238E27FC236}">
                <a16:creationId xmlns:a16="http://schemas.microsoft.com/office/drawing/2014/main" id="{7FE25D73-2664-463A-AF80-DF3E4E2CB8B6}"/>
              </a:ext>
            </a:extLst>
          </p:cNvPr>
          <p:cNvSpPr txBox="1"/>
          <p:nvPr>
            <p:custDataLst>
              <p:tags r:id="rId5"/>
            </p:custDataLst>
          </p:nvPr>
        </p:nvSpPr>
        <p:spPr bwMode="auto">
          <a:xfrm>
            <a:off x="624000" y="6500314"/>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2" name="empower_draft_placeholder" hidden="1">
            <a:extLst>
              <a:ext uri="{FF2B5EF4-FFF2-40B4-BE49-F238E27FC236}">
                <a16:creationId xmlns:a16="http://schemas.microsoft.com/office/drawing/2014/main" id="{9769B1E2-E46B-4957-AEBB-2CD1EAF09328}"/>
              </a:ext>
            </a:extLst>
          </p:cNvPr>
          <p:cNvSpPr txBox="1"/>
          <p:nvPr>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2" name="MIO_AGENDA_IGNORE_NAVIGATION" hidden="1">
            <a:extLst>
              <a:ext uri="{FF2B5EF4-FFF2-40B4-BE49-F238E27FC236}">
                <a16:creationId xmlns:a16="http://schemas.microsoft.com/office/drawing/2014/main" id="{03AF05FD-8ED3-440D-B616-18664CA13DD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6" name="MIO_AGENDA_IGNORE_CHAPTER_REFERENCE" hidden="1">
            <a:extLst>
              <a:ext uri="{FF2B5EF4-FFF2-40B4-BE49-F238E27FC236}">
                <a16:creationId xmlns:a16="http://schemas.microsoft.com/office/drawing/2014/main" id="{E0053FF2-2ADB-4CE0-850C-04ADE25DFF5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7" name="Date Placeholder 16" hidden="1">
            <a:extLst>
              <a:ext uri="{FF2B5EF4-FFF2-40B4-BE49-F238E27FC236}">
                <a16:creationId xmlns:a16="http://schemas.microsoft.com/office/drawing/2014/main" id="{B19EA23C-BCB4-4E72-A8B3-AFF05FD396BC}"/>
              </a:ext>
            </a:extLst>
          </p:cNvPr>
          <p:cNvSpPr>
            <a:spLocks noGrp="1"/>
          </p:cNvSpPr>
          <p:nvPr>
            <p:ph type="dt" sz="half" idx="10"/>
            <p:custDataLst>
              <p:tags r:id="rId7"/>
            </p:custDataLst>
          </p:nvPr>
        </p:nvSpPr>
        <p:spPr/>
        <p:txBody>
          <a:bodyPr/>
          <a:lstStyle/>
          <a:p>
            <a:endParaRPr lang="en-US" b="1" dirty="0"/>
          </a:p>
        </p:txBody>
      </p:sp>
      <p:sp>
        <p:nvSpPr>
          <p:cNvPr id="18" name="Footer Placeholder 17" hidden="1">
            <a:extLst>
              <a:ext uri="{FF2B5EF4-FFF2-40B4-BE49-F238E27FC236}">
                <a16:creationId xmlns:a16="http://schemas.microsoft.com/office/drawing/2014/main" id="{271BB539-26D3-4B9C-9F13-4E382668BE89}"/>
              </a:ext>
            </a:extLst>
          </p:cNvPr>
          <p:cNvSpPr>
            <a:spLocks noGrp="1"/>
          </p:cNvSpPr>
          <p:nvPr>
            <p:ph type="ftr" sz="quarter" idx="11"/>
            <p:custDataLst>
              <p:tags r:id="rId8"/>
            </p:custDataLst>
          </p:nvPr>
        </p:nvSpPr>
        <p:spPr/>
        <p:txBody>
          <a:bodyPr/>
          <a:lstStyle/>
          <a:p>
            <a:endParaRPr lang="en-US" dirty="0"/>
          </a:p>
        </p:txBody>
      </p:sp>
      <p:sp>
        <p:nvSpPr>
          <p:cNvPr id="19" name="Slide Number Placeholder 18" hidden="1">
            <a:extLst>
              <a:ext uri="{FF2B5EF4-FFF2-40B4-BE49-F238E27FC236}">
                <a16:creationId xmlns:a16="http://schemas.microsoft.com/office/drawing/2014/main" id="{970E7400-5A78-4596-8A13-DC8308CA511D}"/>
              </a:ext>
            </a:extLst>
          </p:cNvPr>
          <p:cNvSpPr>
            <a:spLocks noGrp="1"/>
          </p:cNvSpPr>
          <p:nvPr>
            <p:ph type="sldNum" sz="quarter" idx="12"/>
            <p:custDataLst>
              <p:tags r:id="rId9"/>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370ED20-2DD7-4652-95B4-6C73AD11EB7F}"/>
              </a:ext>
            </a:extLst>
          </p:cNvPr>
          <p:cNvSpPr/>
          <p:nvPr userDrawn="1">
            <p:custDataLst>
              <p:tags r:id="rId10"/>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92DC6926-96FF-4BB1-823E-5F2FFE796E76}"/>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485641673"/>
      </p:ext>
    </p:extLst>
  </p:cSld>
  <p:clrMapOvr>
    <a:masterClrMapping/>
  </p:clrMapOvr>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esentation title 2">
    <p:bg>
      <p:bgPr>
        <a:solidFill>
          <a:schemeClr val="bg1"/>
        </a:solidFill>
        <a:effectLst/>
      </p:bgPr>
    </p:bg>
    <p:spTree>
      <p:nvGrpSpPr>
        <p:cNvPr id="1" name=""/>
        <p:cNvGrpSpPr/>
        <p:nvPr/>
      </p:nvGrpSpPr>
      <p:grpSpPr>
        <a:xfrm>
          <a:off x="0" y="0"/>
          <a:ext cx="0" cy="0"/>
          <a:chOff x="0" y="0"/>
          <a:chExt cx="0" cy="0"/>
        </a:xfrm>
      </p:grpSpPr>
      <p:sp>
        <p:nvSpPr>
          <p:cNvPr id="5" name="LOGO PROTECTION" hidden="1">
            <a:extLst>
              <a:ext uri="{FF2B5EF4-FFF2-40B4-BE49-F238E27FC236}">
                <a16:creationId xmlns:a16="http://schemas.microsoft.com/office/drawing/2014/main" id="{501C1CF0-6452-4D4E-9BC7-65EADBD5EEC4}"/>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Background White">
            <a:extLst>
              <a:ext uri="{FF2B5EF4-FFF2-40B4-BE49-F238E27FC236}">
                <a16:creationId xmlns:a16="http://schemas.microsoft.com/office/drawing/2014/main" id="{FBA286CB-2DB7-49EA-ABB9-E63BB6315EDB}"/>
              </a:ext>
            </a:extLst>
          </p:cNvPr>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a:latin typeface="+mn-lt"/>
              <a:ea typeface="+mn-ea"/>
              <a:cs typeface="+mn-cs"/>
            </a:endParaRPr>
          </a:p>
        </p:txBody>
      </p:sp>
      <p:sp>
        <p:nvSpPr>
          <p:cNvPr id="27" name="Crystal Picture Placeholder">
            <a:extLst>
              <a:ext uri="{FF2B5EF4-FFF2-40B4-BE49-F238E27FC236}">
                <a16:creationId xmlns:a16="http://schemas.microsoft.com/office/drawing/2014/main" id="{2B034C47-A659-3457-E1A7-79A7F521356A}"/>
              </a:ext>
            </a:extLst>
          </p:cNvPr>
          <p:cNvSpPr>
            <a:spLocks noGrp="1"/>
          </p:cNvSpPr>
          <p:nvPr>
            <p:ph type="pic" sz="quarter" idx="22"/>
          </p:nvPr>
        </p:nvSpPr>
        <p:spPr>
          <a:xfrm>
            <a:off x="-1" y="0"/>
            <a:ext cx="5205158" cy="6858000"/>
          </a:xfrm>
          <a:custGeom>
            <a:avLst/>
            <a:gdLst>
              <a:gd name="connsiteX0" fmla="*/ 0 w 5205158"/>
              <a:gd name="connsiteY0" fmla="*/ 0 h 6858000"/>
              <a:gd name="connsiteX1" fmla="*/ 4377139 w 5205158"/>
              <a:gd name="connsiteY1" fmla="*/ 0 h 6858000"/>
              <a:gd name="connsiteX2" fmla="*/ 5205158 w 5205158"/>
              <a:gd name="connsiteY2" fmla="*/ 1713978 h 6858000"/>
              <a:gd name="connsiteX3" fmla="*/ 4370092 w 5205158"/>
              <a:gd name="connsiteY3" fmla="*/ 6858000 h 6858000"/>
              <a:gd name="connsiteX4" fmla="*/ 0 w 520515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5158" h="6858000">
                <a:moveTo>
                  <a:pt x="0" y="0"/>
                </a:moveTo>
                <a:lnTo>
                  <a:pt x="4377139" y="0"/>
                </a:lnTo>
                <a:lnTo>
                  <a:pt x="5205158" y="1713978"/>
                </a:lnTo>
                <a:lnTo>
                  <a:pt x="4370092" y="6858000"/>
                </a:lnTo>
                <a:lnTo>
                  <a:pt x="0" y="6858000"/>
                </a:lnTo>
                <a:close/>
              </a:path>
            </a:pathLst>
          </a:custGeom>
          <a:blipFill>
            <a:blip r:embed="rId11"/>
            <a:stretch>
              <a:fillRect/>
            </a:stretch>
          </a:blipFill>
        </p:spPr>
        <p:txBody>
          <a:bodyPr wrap="square" tIns="2700000">
            <a:noAutofit/>
          </a:bodyPr>
          <a:lstStyle>
            <a:lvl1pPr marL="0" indent="0" algn="ctr" rtl="0">
              <a:buNone/>
              <a:defRPr/>
            </a:lvl1pPr>
          </a:lstStyle>
          <a:p>
            <a:r>
              <a:rPr lang="en-US"/>
              <a:t>Click icon to add picture</a:t>
            </a:r>
            <a:endParaRPr lang="de-DE"/>
          </a:p>
        </p:txBody>
      </p:sp>
      <p:sp>
        <p:nvSpPr>
          <p:cNvPr id="35" name="Subtitle"/>
          <p:cNvSpPr>
            <a:spLocks noGrp="1"/>
          </p:cNvSpPr>
          <p:nvPr>
            <p:ph type="subTitle" idx="1" hasCustomPrompt="1"/>
          </p:nvPr>
        </p:nvSpPr>
        <p:spPr>
          <a:xfrm>
            <a:off x="5808608" y="3790101"/>
            <a:ext cx="576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0926292C-4FD6-404F-8149-3EB0B4DF87BE}"/>
              </a:ext>
            </a:extLst>
          </p:cNvPr>
          <p:cNvSpPr>
            <a:spLocks noGrp="1"/>
          </p:cNvSpPr>
          <p:nvPr>
            <p:ph type="title" hasCustomPrompt="1"/>
            <p:custDataLst>
              <p:tags r:id="rId2"/>
            </p:custDataLst>
          </p:nvPr>
        </p:nvSpPr>
        <p:spPr>
          <a:xfrm>
            <a:off x="5808608" y="1757203"/>
            <a:ext cx="5760000" cy="1672899"/>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275E4ACD-2699-4EB4-B72E-2EBE63C205D6}"/>
              </a:ext>
            </a:extLst>
          </p:cNvPr>
          <p:cNvSpPr txBox="1"/>
          <p:nvPr>
            <p:custDataLst>
              <p:tags r:id="rId3"/>
            </p:custDataLst>
          </p:nvPr>
        </p:nvSpPr>
        <p:spPr bwMode="auto">
          <a:xfrm>
            <a:off x="5808608"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dirty="0">
                <a:solidFill>
                  <a:schemeClr val="tx2"/>
                </a:solidFill>
                <a:latin typeface="+mn-lt"/>
                <a:ea typeface="+mn-ea"/>
                <a:cs typeface="+mn-cs"/>
              </a:rPr>
              <a:t>public</a:t>
            </a:r>
          </a:p>
        </p:txBody>
      </p:sp>
      <p:sp>
        <p:nvSpPr>
          <p:cNvPr id="9" name="empower_classification_placeholder">
            <a:extLst>
              <a:ext uri="{FF2B5EF4-FFF2-40B4-BE49-F238E27FC236}">
                <a16:creationId xmlns:a16="http://schemas.microsoft.com/office/drawing/2014/main" id="{2E1A11AC-1395-4E21-827C-BF03F1350E73}"/>
              </a:ext>
            </a:extLst>
          </p:cNvPr>
          <p:cNvSpPr txBox="1"/>
          <p:nvPr>
            <p:custDataLst>
              <p:tags r:id="rId4"/>
            </p:custDataLst>
          </p:nvPr>
        </p:nvSpPr>
        <p:spPr bwMode="auto">
          <a:xfrm>
            <a:off x="5808608"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dirty="0">
                <a:solidFill>
                  <a:schemeClr val="tx1"/>
                </a:solidFill>
                <a:latin typeface="+mn-lt"/>
                <a:ea typeface="+mn-ea"/>
                <a:cs typeface="+mn-cs"/>
              </a:rPr>
              <a:t>public</a:t>
            </a:r>
          </a:p>
        </p:txBody>
      </p:sp>
      <p:sp>
        <p:nvSpPr>
          <p:cNvPr id="10" name="empower_document_placeholder" hidden="1">
            <a:extLst>
              <a:ext uri="{FF2B5EF4-FFF2-40B4-BE49-F238E27FC236}">
                <a16:creationId xmlns:a16="http://schemas.microsoft.com/office/drawing/2014/main" id="{8A1DAB4F-0FA1-4116-AD11-2FAD7B4CA74A}"/>
              </a:ext>
            </a:extLst>
          </p:cNvPr>
          <p:cNvSpPr txBox="1"/>
          <p:nvPr>
            <p:custDataLst>
              <p:tags r:id="rId5"/>
            </p:custDataLst>
          </p:nvPr>
        </p:nvSpPr>
        <p:spPr bwMode="auto">
          <a:xfrm>
            <a:off x="8328521"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algn="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9" name="empower_draft_placeholder" hidden="1">
            <a:extLst>
              <a:ext uri="{FF2B5EF4-FFF2-40B4-BE49-F238E27FC236}">
                <a16:creationId xmlns:a16="http://schemas.microsoft.com/office/drawing/2014/main" id="{6199DA7C-0CA0-4D66-B211-C7E7EAED8246}"/>
              </a:ext>
            </a:extLst>
          </p:cNvPr>
          <p:cNvSpPr txBox="1"/>
          <p:nvPr userDrawn="1">
            <p:custDataLst>
              <p:tags r:id="rId6"/>
            </p:custDataLst>
          </p:nvPr>
        </p:nvSpPr>
        <p:spPr bwMode="auto">
          <a:xfrm>
            <a:off x="7464565"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77B7EDDE-B2BF-41DF-B12E-29C55B064D28}"/>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6" name="MIO_AGENDA_IGNORE_CHAPTER_REFERENCE" hidden="1">
            <a:extLst>
              <a:ext uri="{FF2B5EF4-FFF2-40B4-BE49-F238E27FC236}">
                <a16:creationId xmlns:a16="http://schemas.microsoft.com/office/drawing/2014/main" id="{77CD087C-DFE1-43D5-AF8C-29BB0B90F67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8A2B950C-C584-4156-BAA9-284D4A5BB0F4}"/>
              </a:ext>
            </a:extLst>
          </p:cNvPr>
          <p:cNvSpPr>
            <a:spLocks noGrp="1"/>
          </p:cNvSpPr>
          <p:nvPr>
            <p:ph type="dt" sz="half" idx="19"/>
            <p:custDataLst>
              <p:tags r:id="rId7"/>
            </p:custDataLst>
          </p:nvPr>
        </p:nvSpPr>
        <p:spPr/>
        <p:txBody>
          <a:bodyPr/>
          <a:lstStyle/>
          <a:p>
            <a:endParaRPr lang="en-US" b="1" dirty="0"/>
          </a:p>
        </p:txBody>
      </p:sp>
      <p:sp>
        <p:nvSpPr>
          <p:cNvPr id="17" name="Footer Placeholder 16" hidden="1">
            <a:extLst>
              <a:ext uri="{FF2B5EF4-FFF2-40B4-BE49-F238E27FC236}">
                <a16:creationId xmlns:a16="http://schemas.microsoft.com/office/drawing/2014/main" id="{05BA39DF-1C65-465A-9ECA-C35A3F0705E9}"/>
              </a:ext>
            </a:extLst>
          </p:cNvPr>
          <p:cNvSpPr>
            <a:spLocks noGrp="1"/>
          </p:cNvSpPr>
          <p:nvPr>
            <p:ph type="ftr" sz="quarter" idx="20"/>
            <p:custDataLst>
              <p:tags r:id="rId8"/>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237973C6-0D90-4AEE-BB6E-AE4A8B5BA26B}"/>
              </a:ext>
            </a:extLst>
          </p:cNvPr>
          <p:cNvSpPr>
            <a:spLocks noGrp="1"/>
          </p:cNvSpPr>
          <p:nvPr>
            <p:ph type="sldNum" sz="quarter" idx="21"/>
            <p:custDataLst>
              <p:tags r:id="rId9"/>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D727B4D6-DF5E-49B7-A837-D207551F221D}"/>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A2558C1A-A4CE-495C-941B-21CFE7DE6C24}"/>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3805020276"/>
      </p:ext>
    </p:extLst>
  </p:cSld>
  <p:clrMapOvr>
    <a:masterClrMapping/>
  </p:clrMapOvr>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entation title 3">
    <p:bg>
      <p:bgPr>
        <a:solidFill>
          <a:schemeClr val="bg1"/>
        </a:solidFill>
        <a:effectLst/>
      </p:bgPr>
    </p:bg>
    <p:spTree>
      <p:nvGrpSpPr>
        <p:cNvPr id="1" name=""/>
        <p:cNvGrpSpPr/>
        <p:nvPr/>
      </p:nvGrpSpPr>
      <p:grpSpPr>
        <a:xfrm>
          <a:off x="0" y="0"/>
          <a:ext cx="0" cy="0"/>
          <a:chOff x="0" y="0"/>
          <a:chExt cx="0" cy="0"/>
        </a:xfrm>
      </p:grpSpPr>
      <p:sp>
        <p:nvSpPr>
          <p:cNvPr id="5" name="LOGO PROTECTION" hidden="1">
            <a:extLst>
              <a:ext uri="{FF2B5EF4-FFF2-40B4-BE49-F238E27FC236}">
                <a16:creationId xmlns:a16="http://schemas.microsoft.com/office/drawing/2014/main" id="{D04A951B-0B3C-4A20-86D2-B3C8F8FB9563}"/>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4" name="Background White">
            <a:extLst>
              <a:ext uri="{FF2B5EF4-FFF2-40B4-BE49-F238E27FC236}">
                <a16:creationId xmlns:a16="http://schemas.microsoft.com/office/drawing/2014/main" id="{1FBC75BD-957B-1EC7-B3A9-8C67FC480706}"/>
              </a:ext>
            </a:extLst>
          </p:cNvPr>
          <p:cNvSpPr/>
          <p:nvPr userDrawn="1"/>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rtl="0" eaLnBrk="0" hangingPunct="0"/>
            <a:endParaRPr lang="en-US" sz="2133" baseline="0" noProof="0">
              <a:latin typeface="+mn-lt"/>
              <a:ea typeface="+mn-ea"/>
              <a:cs typeface="+mn-cs"/>
            </a:endParaRPr>
          </a:p>
        </p:txBody>
      </p:sp>
      <p:sp>
        <p:nvSpPr>
          <p:cNvPr id="3" name="Crystal Shape">
            <a:extLst>
              <a:ext uri="{FF2B5EF4-FFF2-40B4-BE49-F238E27FC236}">
                <a16:creationId xmlns:a16="http://schemas.microsoft.com/office/drawing/2014/main" id="{2EA7ACC0-9174-0F6F-0B3E-9FE773D0A408}"/>
              </a:ext>
            </a:extLst>
          </p:cNvPr>
          <p:cNvSpPr/>
          <p:nvPr userDrawn="1"/>
        </p:nvSpPr>
        <p:spPr bwMode="auto">
          <a:xfrm>
            <a:off x="2" y="1"/>
            <a:ext cx="12191999" cy="3932241"/>
          </a:xfrm>
          <a:custGeom>
            <a:avLst/>
            <a:gdLst>
              <a:gd name="connsiteX0" fmla="*/ 0 w 12191999"/>
              <a:gd name="connsiteY0" fmla="*/ 0 h 3932241"/>
              <a:gd name="connsiteX1" fmla="*/ 12191999 w 12191999"/>
              <a:gd name="connsiteY1" fmla="*/ 0 h 3932241"/>
              <a:gd name="connsiteX2" fmla="*/ 12191999 w 12191999"/>
              <a:gd name="connsiteY2" fmla="*/ 3726156 h 3932241"/>
              <a:gd name="connsiteX3" fmla="*/ 3063660 w 12191999"/>
              <a:gd name="connsiteY3" fmla="*/ 2179105 h 3932241"/>
              <a:gd name="connsiteX4" fmla="*/ 387 w 12191999"/>
              <a:gd name="connsiteY4" fmla="*/ 3726157 h 3932241"/>
              <a:gd name="connsiteX5" fmla="*/ 387 w 12191999"/>
              <a:gd name="connsiteY5" fmla="*/ 3932241 h 3932241"/>
              <a:gd name="connsiteX6" fmla="*/ 0 w 12191999"/>
              <a:gd name="connsiteY6" fmla="*/ 3932241 h 39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932241">
                <a:moveTo>
                  <a:pt x="0" y="0"/>
                </a:moveTo>
                <a:lnTo>
                  <a:pt x="12191999" y="0"/>
                </a:lnTo>
                <a:lnTo>
                  <a:pt x="12191999" y="3726156"/>
                </a:lnTo>
                <a:lnTo>
                  <a:pt x="3063660" y="2179105"/>
                </a:lnTo>
                <a:lnTo>
                  <a:pt x="387" y="3726157"/>
                </a:lnTo>
                <a:lnTo>
                  <a:pt x="387" y="3932241"/>
                </a:lnTo>
                <a:lnTo>
                  <a:pt x="0" y="3932241"/>
                </a:lnTo>
                <a:close/>
              </a:path>
            </a:pathLst>
          </a:custGeom>
          <a:solidFill>
            <a:srgbClr val="0A8276"/>
          </a:solidFill>
          <a:ln w="9525">
            <a:noFill/>
            <a:miter lim="800000"/>
            <a:headEnd/>
            <a:tailEnd/>
          </a:ln>
        </p:spPr>
        <p:txBody>
          <a:bodyPr wrap="square" lIns="72000" tIns="72000" rIns="72000" bIns="72000" rtlCol="0" anchor="ctr">
            <a:noAutofit/>
          </a:bodyPr>
          <a:lstStyle/>
          <a:p>
            <a:pPr algn="ctr" defTabSz="576000" rtl="0" eaLnBrk="0" hangingPunct="0">
              <a:lnSpc>
                <a:spcPct val="120000"/>
              </a:lnSpc>
            </a:pPr>
            <a:endParaRPr lang="de-DE" sz="1600" baseline="0" dirty="0">
              <a:solidFill>
                <a:schemeClr val="bg1"/>
              </a:solidFill>
              <a:latin typeface="+mn-lt"/>
              <a:ea typeface="+mn-ea"/>
              <a:cs typeface="+mn-cs"/>
            </a:endParaRPr>
          </a:p>
        </p:txBody>
      </p:sp>
      <p:sp>
        <p:nvSpPr>
          <p:cNvPr id="36" name="Subtitle"/>
          <p:cNvSpPr>
            <a:spLocks noGrp="1"/>
          </p:cNvSpPr>
          <p:nvPr>
            <p:ph type="subTitle" idx="1" hasCustomPrompt="1"/>
          </p:nvPr>
        </p:nvSpPr>
        <p:spPr>
          <a:xfrm>
            <a:off x="624000" y="5641200"/>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6" name="Title">
            <a:extLst>
              <a:ext uri="{FF2B5EF4-FFF2-40B4-BE49-F238E27FC236}">
                <a16:creationId xmlns:a16="http://schemas.microsoft.com/office/drawing/2014/main" id="{DDFB9099-E080-4657-A124-1583A7385081}"/>
              </a:ext>
            </a:extLst>
          </p:cNvPr>
          <p:cNvSpPr>
            <a:spLocks noGrp="1"/>
          </p:cNvSpPr>
          <p:nvPr>
            <p:ph type="title" hasCustomPrompt="1"/>
            <p:custDataLst>
              <p:tags r:id="rId2"/>
            </p:custDataLst>
          </p:nvPr>
        </p:nvSpPr>
        <p:spPr>
          <a:xfrm>
            <a:off x="624001" y="4161599"/>
            <a:ext cx="8280000" cy="1119600"/>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597455C0-1C86-4D66-BC01-C39FC0636301}"/>
              </a:ext>
            </a:extLst>
          </p:cNvPr>
          <p:cNvSpPr txBox="1"/>
          <p:nvPr>
            <p:custDataLst>
              <p:tags r:id="rId3"/>
            </p:custDataLst>
          </p:nvPr>
        </p:nvSpPr>
        <p:spPr bwMode="auto">
          <a:xfrm>
            <a:off x="5411800"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dirty="0">
                <a:solidFill>
                  <a:schemeClr val="tx2"/>
                </a:solidFill>
                <a:latin typeface="+mn-lt"/>
                <a:ea typeface="+mn-ea"/>
                <a:cs typeface="+mn-cs"/>
              </a:rPr>
              <a:t>public</a:t>
            </a:r>
          </a:p>
        </p:txBody>
      </p:sp>
      <p:sp>
        <p:nvSpPr>
          <p:cNvPr id="9" name="empower_classification_placeholder">
            <a:extLst>
              <a:ext uri="{FF2B5EF4-FFF2-40B4-BE49-F238E27FC236}">
                <a16:creationId xmlns:a16="http://schemas.microsoft.com/office/drawing/2014/main" id="{F2A69E30-B66A-4640-A0FD-5D2C3EE160B0}"/>
              </a:ext>
            </a:extLst>
          </p:cNvPr>
          <p:cNvSpPr txBox="1"/>
          <p:nvPr>
            <p:custDataLst>
              <p:tags r:id="rId4"/>
            </p:custDataLst>
          </p:nvPr>
        </p:nvSpPr>
        <p:spPr bwMode="auto">
          <a:xfrm>
            <a:off x="5412000"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dirty="0">
                <a:solidFill>
                  <a:schemeClr val="tx1"/>
                </a:solidFill>
                <a:latin typeface="+mn-lt"/>
                <a:ea typeface="+mn-ea"/>
                <a:cs typeface="+mn-cs"/>
              </a:rPr>
              <a:t>public</a:t>
            </a:r>
          </a:p>
        </p:txBody>
      </p:sp>
      <p:sp>
        <p:nvSpPr>
          <p:cNvPr id="10" name="empower_document_placeholder" hidden="1">
            <a:extLst>
              <a:ext uri="{FF2B5EF4-FFF2-40B4-BE49-F238E27FC236}">
                <a16:creationId xmlns:a16="http://schemas.microsoft.com/office/drawing/2014/main" id="{96E39437-30C8-4D2C-BDE0-D743E3FA80DD}"/>
              </a:ext>
            </a:extLst>
          </p:cNvPr>
          <p:cNvSpPr txBox="1"/>
          <p:nvPr>
            <p:custDataLst>
              <p:tags r:id="rId5"/>
            </p:custDataLst>
          </p:nvPr>
        </p:nvSpPr>
        <p:spPr bwMode="auto">
          <a:xfrm>
            <a:off x="624000"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p>
        </p:txBody>
      </p:sp>
      <p:sp>
        <p:nvSpPr>
          <p:cNvPr id="19" name="empower_draft_placeholder" hidden="1">
            <a:extLst>
              <a:ext uri="{FF2B5EF4-FFF2-40B4-BE49-F238E27FC236}">
                <a16:creationId xmlns:a16="http://schemas.microsoft.com/office/drawing/2014/main" id="{4B8FCDCD-762A-43C6-901A-F85ED8B716CE}"/>
              </a:ext>
            </a:extLst>
          </p:cNvPr>
          <p:cNvSpPr txBox="1"/>
          <p:nvPr userDrawn="1">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E1EDD075-E4C7-4D42-B9EA-266CAA36278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5" name="MIO_AGENDA_IGNORE_CHAPTER_REFERENCE" hidden="1">
            <a:extLst>
              <a:ext uri="{FF2B5EF4-FFF2-40B4-BE49-F238E27FC236}">
                <a16:creationId xmlns:a16="http://schemas.microsoft.com/office/drawing/2014/main" id="{69714F47-DD62-4063-BF75-AE10B75ACD2F}"/>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C4801112-C226-4D1B-8109-89A1EA6E6950}"/>
              </a:ext>
            </a:extLst>
          </p:cNvPr>
          <p:cNvSpPr>
            <a:spLocks noGrp="1"/>
          </p:cNvSpPr>
          <p:nvPr>
            <p:ph type="dt" sz="half" idx="15"/>
            <p:custDataLst>
              <p:tags r:id="rId7"/>
            </p:custDataLst>
          </p:nvPr>
        </p:nvSpPr>
        <p:spPr/>
        <p:txBody>
          <a:bodyPr/>
          <a:lstStyle/>
          <a:p>
            <a:endParaRPr lang="en-US" b="1" dirty="0"/>
          </a:p>
        </p:txBody>
      </p:sp>
      <p:sp>
        <p:nvSpPr>
          <p:cNvPr id="17" name="Footer Placeholder 16" hidden="1">
            <a:extLst>
              <a:ext uri="{FF2B5EF4-FFF2-40B4-BE49-F238E27FC236}">
                <a16:creationId xmlns:a16="http://schemas.microsoft.com/office/drawing/2014/main" id="{4A132925-95FA-4753-A3A8-100A8B4A5840}"/>
              </a:ext>
            </a:extLst>
          </p:cNvPr>
          <p:cNvSpPr>
            <a:spLocks noGrp="1"/>
          </p:cNvSpPr>
          <p:nvPr>
            <p:ph type="ftr" sz="quarter" idx="16"/>
            <p:custDataLst>
              <p:tags r:id="rId8"/>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90BC69B8-D726-4EBC-AE1A-053251677C8B}"/>
              </a:ext>
            </a:extLst>
          </p:cNvPr>
          <p:cNvSpPr>
            <a:spLocks noGrp="1"/>
          </p:cNvSpPr>
          <p:nvPr>
            <p:ph type="sldNum" sz="quarter" idx="17"/>
            <p:custDataLst>
              <p:tags r:id="rId9"/>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3B046A58-B894-4C62-9312-C4EF9EDFF3F0}"/>
              </a:ext>
            </a:extLst>
          </p:cNvPr>
          <p:cNvSpPr/>
          <p:nvPr userDrawn="1">
            <p:custDataLst>
              <p:tags r:id="rId10"/>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0090C8BE-0F32-4CF4-BB5D-F435E6072DCB}"/>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2587259754"/>
      </p:ext>
    </p:extLst>
  </p:cSld>
  <p:clrMapOvr>
    <a:masterClrMapping/>
  </p:clrMapOvr>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empower_additionalText_placeholder" hidden="1">
            <a:extLst>
              <a:ext uri="{FF2B5EF4-FFF2-40B4-BE49-F238E27FC236}">
                <a16:creationId xmlns:a16="http://schemas.microsoft.com/office/drawing/2014/main" id="{93F7048C-8316-453D-8883-8716B78B0306}"/>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baseline="0"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19AD8A63-6441-49F3-BD90-8D4DF9E47EE1}"/>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baseline="0" noProof="0">
                <a:solidFill>
                  <a:schemeClr val="tx1"/>
                </a:solidFill>
                <a:latin typeface="+mn-lt"/>
                <a:ea typeface="+mn-ea"/>
                <a:cs typeface="+mn-cs"/>
              </a:rPr>
              <a:t>[Owner:   Doc ID:   Vers.: ]</a:t>
            </a:r>
          </a:p>
        </p:txBody>
      </p:sp>
      <p:sp>
        <p:nvSpPr>
          <p:cNvPr id="12" name="empower_proprietary_placeholder" hidden="1">
            <a:extLst>
              <a:ext uri="{FF2B5EF4-FFF2-40B4-BE49-F238E27FC236}">
                <a16:creationId xmlns:a16="http://schemas.microsoft.com/office/drawing/2014/main" id="{47EE7D08-6A4F-4583-B0FB-2642238529C0}"/>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Infineon Proprietary</a:t>
            </a:r>
          </a:p>
        </p:txBody>
      </p:sp>
      <p:sp>
        <p:nvSpPr>
          <p:cNvPr id="14" name="empower_draft_placeholder" hidden="1">
            <a:extLst>
              <a:ext uri="{FF2B5EF4-FFF2-40B4-BE49-F238E27FC236}">
                <a16:creationId xmlns:a16="http://schemas.microsoft.com/office/drawing/2014/main" id="{BBB3932D-D47B-4955-93EE-467AC52E4E27}"/>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16" name="empower_footer_placeholder">
            <a:extLst>
              <a:ext uri="{FF2B5EF4-FFF2-40B4-BE49-F238E27FC236}">
                <a16:creationId xmlns:a16="http://schemas.microsoft.com/office/drawing/2014/main" id="{BB857729-3B9C-45BF-8F44-236D56EED406}"/>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Copyright © Infineon Technologies AG 2025. All rights reserved.</a:t>
            </a:r>
          </a:p>
        </p:txBody>
      </p:sp>
      <p:sp>
        <p:nvSpPr>
          <p:cNvPr id="18" name="empower_classification_attention_placeholder" hidden="1">
            <a:extLst>
              <a:ext uri="{FF2B5EF4-FFF2-40B4-BE49-F238E27FC236}">
                <a16:creationId xmlns:a16="http://schemas.microsoft.com/office/drawing/2014/main" id="{ED12D396-6789-4220-B5FF-8F4E755A3C76}"/>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dirty="0">
                <a:solidFill>
                  <a:schemeClr val="tx2"/>
                </a:solidFill>
                <a:latin typeface="+mn-lt"/>
                <a:ea typeface="+mn-ea"/>
                <a:cs typeface="+mn-cs"/>
              </a:rPr>
              <a:t>public</a:t>
            </a:r>
          </a:p>
        </p:txBody>
      </p:sp>
      <p:sp>
        <p:nvSpPr>
          <p:cNvPr id="20" name="empower_classification_placeholder">
            <a:extLst>
              <a:ext uri="{FF2B5EF4-FFF2-40B4-BE49-F238E27FC236}">
                <a16:creationId xmlns:a16="http://schemas.microsoft.com/office/drawing/2014/main" id="{37C1E426-F34B-4FFB-A688-C9E251A8BC0B}"/>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dirty="0">
                <a:solidFill>
                  <a:schemeClr val="tx1"/>
                </a:solidFill>
                <a:latin typeface="+mn-lt"/>
                <a:ea typeface="+mn-ea"/>
                <a:cs typeface="+mn-cs"/>
              </a:rPr>
              <a:t>public</a:t>
            </a:r>
          </a:p>
        </p:txBody>
      </p:sp>
      <p:sp>
        <p:nvSpPr>
          <p:cNvPr id="22" name="empower_date_placeholder">
            <a:extLst>
              <a:ext uri="{FF2B5EF4-FFF2-40B4-BE49-F238E27FC236}">
                <a16:creationId xmlns:a16="http://schemas.microsoft.com/office/drawing/2014/main" id="{6976A686-032A-4DD8-ACB2-F6323D2BEB1D}"/>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dirty="0">
                <a:solidFill>
                  <a:schemeClr val="tx1"/>
                </a:solidFill>
                <a:latin typeface="+mn-lt"/>
                <a:ea typeface="+mn-ea"/>
                <a:cs typeface="+mn-cs"/>
              </a:rPr>
              <a:t>2025-12-10</a:t>
            </a:r>
          </a:p>
        </p:txBody>
      </p:sp>
      <p:sp>
        <p:nvSpPr>
          <p:cNvPr id="6" name="Title">
            <a:extLst>
              <a:ext uri="{FF2B5EF4-FFF2-40B4-BE49-F238E27FC236}">
                <a16:creationId xmlns:a16="http://schemas.microsoft.com/office/drawing/2014/main" id="{4807386D-5007-41B0-8720-8A575EEBAF43}"/>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F5FE3C92-21D9-4EC7-8208-A5BA097E9D7D}"/>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D1F9AA12-4C8C-4488-AF38-E06943B19AAF}"/>
              </a:ext>
            </a:extLst>
          </p:cNvPr>
          <p:cNvSpPr>
            <a:spLocks noGrp="1"/>
          </p:cNvSpPr>
          <p:nvPr>
            <p:ph type="dt" sz="half" idx="10"/>
            <p:custDataLst>
              <p:tags r:id="rId10"/>
            </p:custDataLst>
          </p:nvPr>
        </p:nvSpPr>
        <p:spPr/>
        <p:txBody>
          <a:bodyPr/>
          <a:lstStyle/>
          <a:p>
            <a:endParaRPr lang="en-US" b="1" dirty="0"/>
          </a:p>
        </p:txBody>
      </p:sp>
      <p:sp>
        <p:nvSpPr>
          <p:cNvPr id="9" name="Footer Placeholder 8" hidden="1">
            <a:extLst>
              <a:ext uri="{FF2B5EF4-FFF2-40B4-BE49-F238E27FC236}">
                <a16:creationId xmlns:a16="http://schemas.microsoft.com/office/drawing/2014/main" id="{971F8BAB-E178-4122-ADFD-FE4894CC864F}"/>
              </a:ext>
            </a:extLst>
          </p:cNvPr>
          <p:cNvSpPr>
            <a:spLocks noGrp="1"/>
          </p:cNvSpPr>
          <p:nvPr>
            <p:ph type="ftr" sz="quarter" idx="11"/>
            <p:custDataLst>
              <p:tags r:id="rId11"/>
            </p:custDataLst>
          </p:nvPr>
        </p:nvSpPr>
        <p:spPr/>
        <p:txBody>
          <a:bodyPr/>
          <a:lstStyle/>
          <a:p>
            <a:endParaRPr lang="en-US" dirty="0"/>
          </a:p>
        </p:txBody>
      </p:sp>
      <p:sp>
        <p:nvSpPr>
          <p:cNvPr id="11" name="Slide Number Placeholder 10" hidden="1">
            <a:extLst>
              <a:ext uri="{FF2B5EF4-FFF2-40B4-BE49-F238E27FC236}">
                <a16:creationId xmlns:a16="http://schemas.microsoft.com/office/drawing/2014/main" id="{F4BB077B-5178-4306-A596-17CDBFA21A56}"/>
              </a:ext>
            </a:extLst>
          </p:cNvPr>
          <p:cNvSpPr>
            <a:spLocks noGrp="1"/>
          </p:cNvSpPr>
          <p:nvPr>
            <p:ph type="sldNum" sz="quarter" idx="12"/>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E4D23B78-ED4D-4135-B16E-F5097554D30C}"/>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92117053"/>
      </p:ext>
    </p:extLst>
  </p:cSld>
  <p:clrMapOvr>
    <a:masterClrMapping/>
  </p:clrMapOvr>
  <p:hf hdr="0" dt="0"/>
  <p:extLst>
    <p:ext uri="{DCECCB84-F9BA-43D5-87BE-67443E8EF086}">
      <p15:sldGuideLst xmlns:p15="http://schemas.microsoft.com/office/powerpoint/2012/main">
        <p15:guide id="2" orient="horz" pos="4020">
          <p15:clr>
            <a:srgbClr val="FBAE40"/>
          </p15:clr>
        </p15:guide>
        <p15:guide id="3" pos="7469">
          <p15:clr>
            <a:srgbClr val="FBAE40"/>
          </p15:clr>
        </p15:guide>
        <p15:guide id="4" pos="211">
          <p15:clr>
            <a:srgbClr val="FBAE40"/>
          </p15:clr>
        </p15:guide>
        <p15:guide id="15" orient="horz" pos="79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 content">
    <p:spTree>
      <p:nvGrpSpPr>
        <p:cNvPr id="1" name=""/>
        <p:cNvGrpSpPr/>
        <p:nvPr/>
      </p:nvGrpSpPr>
      <p:grpSpPr>
        <a:xfrm>
          <a:off x="0" y="0"/>
          <a:ext cx="0" cy="0"/>
          <a:chOff x="0" y="0"/>
          <a:chExt cx="0" cy="0"/>
        </a:xfrm>
      </p:grpSpPr>
      <p:sp>
        <p:nvSpPr>
          <p:cNvPr id="8" name="empower_additionalText_placeholder" hidden="1">
            <a:extLst>
              <a:ext uri="{FF2B5EF4-FFF2-40B4-BE49-F238E27FC236}">
                <a16:creationId xmlns:a16="http://schemas.microsoft.com/office/drawing/2014/main" id="{9D9C4037-B0BC-4E62-B476-A41D0440655D}"/>
              </a:ext>
            </a:extLst>
          </p:cNvPr>
          <p:cNvSpPr txBox="1">
            <a:spLocks/>
          </p:cNvSpPr>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BEA6DD0-FBBB-494B-9C03-C447E71492A5}"/>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3" name="empower_proprietary_placeholder" hidden="1">
            <a:extLst>
              <a:ext uri="{FF2B5EF4-FFF2-40B4-BE49-F238E27FC236}">
                <a16:creationId xmlns:a16="http://schemas.microsoft.com/office/drawing/2014/main" id="{295E96AB-B6AB-4A8B-A097-6438B2DA5C51}"/>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5" name="empower_draft_placeholder" hidden="1">
            <a:extLst>
              <a:ext uri="{FF2B5EF4-FFF2-40B4-BE49-F238E27FC236}">
                <a16:creationId xmlns:a16="http://schemas.microsoft.com/office/drawing/2014/main" id="{0B3EC6CF-5868-40BD-BF1B-882B13F49F5C}"/>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7" name="empower_footer_placeholder">
            <a:extLst>
              <a:ext uri="{FF2B5EF4-FFF2-40B4-BE49-F238E27FC236}">
                <a16:creationId xmlns:a16="http://schemas.microsoft.com/office/drawing/2014/main" id="{FE09BAC5-F3BC-4C51-A794-098F4099C052}"/>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p>
        </p:txBody>
      </p:sp>
      <p:sp>
        <p:nvSpPr>
          <p:cNvPr id="19" name="empower_classification_attention_placeholder" hidden="1">
            <a:extLst>
              <a:ext uri="{FF2B5EF4-FFF2-40B4-BE49-F238E27FC236}">
                <a16:creationId xmlns:a16="http://schemas.microsoft.com/office/drawing/2014/main" id="{E695FB18-B641-433F-A03A-D58B93F377B4}"/>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dirty="0">
                <a:solidFill>
                  <a:schemeClr val="tx2"/>
                </a:solidFill>
                <a:latin typeface="+mn-lt"/>
                <a:ea typeface="+mn-ea"/>
                <a:cs typeface="+mn-cs"/>
              </a:rPr>
              <a:t>public</a:t>
            </a:r>
          </a:p>
        </p:txBody>
      </p:sp>
      <p:sp>
        <p:nvSpPr>
          <p:cNvPr id="21" name="empower_classification_placeholder">
            <a:extLst>
              <a:ext uri="{FF2B5EF4-FFF2-40B4-BE49-F238E27FC236}">
                <a16:creationId xmlns:a16="http://schemas.microsoft.com/office/drawing/2014/main" id="{6F76DDB4-3F8E-4A82-B473-4784C9B20BC1}"/>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dirty="0">
                <a:solidFill>
                  <a:schemeClr val="tx1"/>
                </a:solidFill>
                <a:latin typeface="+mn-lt"/>
                <a:ea typeface="+mn-ea"/>
                <a:cs typeface="+mn-cs"/>
              </a:rPr>
              <a:t>public</a:t>
            </a:r>
          </a:p>
        </p:txBody>
      </p:sp>
      <p:sp>
        <p:nvSpPr>
          <p:cNvPr id="23" name="empower_date_placeholder">
            <a:extLst>
              <a:ext uri="{FF2B5EF4-FFF2-40B4-BE49-F238E27FC236}">
                <a16:creationId xmlns:a16="http://schemas.microsoft.com/office/drawing/2014/main" id="{2C326E6F-F54B-4E77-BCF5-73E6B02466B0}"/>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dirty="0">
                <a:solidFill>
                  <a:schemeClr val="tx1"/>
                </a:solidFill>
                <a:latin typeface="+mn-lt"/>
                <a:ea typeface="+mn-ea"/>
                <a:cs typeface="+mn-cs"/>
              </a:rPr>
              <a:t>2025-12-10</a:t>
            </a:r>
          </a:p>
        </p:txBody>
      </p:sp>
      <p:sp>
        <p:nvSpPr>
          <p:cNvPr id="7" name="Content"/>
          <p:cNvSpPr>
            <a:spLocks noGrp="1"/>
          </p:cNvSpPr>
          <p:nvPr>
            <p:ph sz="quarter" idx="13" hasCustomPrompt="1"/>
          </p:nvPr>
        </p:nvSpPr>
        <p:spPr>
          <a:xfrm>
            <a:off x="334800" y="1268414"/>
            <a:ext cx="11520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2209D2CA-FDE2-4B12-9D75-213CCFE3FA9C}"/>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9" name="LOGO PROTECTION" hidden="1">
            <a:extLst>
              <a:ext uri="{FF2B5EF4-FFF2-40B4-BE49-F238E27FC236}">
                <a16:creationId xmlns:a16="http://schemas.microsoft.com/office/drawing/2014/main" id="{DF1FB678-4F92-45E5-9B25-2B5FE93A0952}"/>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17B8A1C3-E607-4E28-91A1-A973183FE78F}"/>
              </a:ext>
            </a:extLst>
          </p:cNvPr>
          <p:cNvSpPr>
            <a:spLocks noGrp="1"/>
          </p:cNvSpPr>
          <p:nvPr>
            <p:ph type="dt" sz="half" idx="14"/>
            <p:custDataLst>
              <p:tags r:id="rId10"/>
            </p:custDataLst>
          </p:nvPr>
        </p:nvSpPr>
        <p:spPr/>
        <p:txBody>
          <a:bodyPr/>
          <a:lstStyle/>
          <a:p>
            <a:endParaRPr lang="en-US" b="1" dirty="0"/>
          </a:p>
        </p:txBody>
      </p:sp>
      <p:sp>
        <p:nvSpPr>
          <p:cNvPr id="10" name="Footer Placeholder 9" hidden="1">
            <a:extLst>
              <a:ext uri="{FF2B5EF4-FFF2-40B4-BE49-F238E27FC236}">
                <a16:creationId xmlns:a16="http://schemas.microsoft.com/office/drawing/2014/main" id="{6B901E0B-D453-4CEB-8C35-51C25A27F89D}"/>
              </a:ext>
            </a:extLst>
          </p:cNvPr>
          <p:cNvSpPr>
            <a:spLocks noGrp="1"/>
          </p:cNvSpPr>
          <p:nvPr>
            <p:ph type="ftr" sz="quarter" idx="15"/>
            <p:custDataLst>
              <p:tags r:id="rId11"/>
            </p:custDataLst>
          </p:nvPr>
        </p:nvSpPr>
        <p:spPr/>
        <p:txBody>
          <a:bodyPr/>
          <a:lstStyle/>
          <a:p>
            <a:endParaRPr lang="en-US" dirty="0"/>
          </a:p>
        </p:txBody>
      </p:sp>
      <p:sp>
        <p:nvSpPr>
          <p:cNvPr id="12" name="Slide Number Placeholder 11" hidden="1">
            <a:extLst>
              <a:ext uri="{FF2B5EF4-FFF2-40B4-BE49-F238E27FC236}">
                <a16:creationId xmlns:a16="http://schemas.microsoft.com/office/drawing/2014/main" id="{212E0C1A-F772-4C8C-B2E7-03887DA46ED9}"/>
              </a:ext>
            </a:extLst>
          </p:cNvPr>
          <p:cNvSpPr>
            <a:spLocks noGrp="1"/>
          </p:cNvSpPr>
          <p:nvPr>
            <p:ph type="sldNum" sz="quarter" idx="16"/>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0BE19B5-FA3E-481C-ACF3-046C2AA8A91D}"/>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4012019780"/>
      </p:ext>
    </p:extLst>
  </p:cSld>
  <p:clrMapOvr>
    <a:masterClrMapping/>
  </p:clrMapOvr>
  <p:hf hdr="0" dt="0"/>
  <p:extLst>
    <p:ext uri="{DCECCB84-F9BA-43D5-87BE-67443E8EF086}">
      <p15:sldGuideLst xmlns:p15="http://schemas.microsoft.com/office/powerpoint/2012/main">
        <p15:guide id="1" pos="7469">
          <p15:clr>
            <a:srgbClr val="FBAE40"/>
          </p15:clr>
        </p15:guide>
        <p15:guide id="2" pos="211">
          <p15:clr>
            <a:srgbClr val="FBAE40"/>
          </p15:clr>
        </p15:guide>
        <p15:guide id="3" orient="horz" pos="799">
          <p15:clr>
            <a:srgbClr val="FBAE40"/>
          </p15:clr>
        </p15:guide>
        <p15:guide id="4" orient="horz" pos="402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2 content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FD35C554-56A1-4651-98F3-FC19B8770A8A}"/>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2" name="empower_document_placeholder" hidden="1">
            <a:extLst>
              <a:ext uri="{FF2B5EF4-FFF2-40B4-BE49-F238E27FC236}">
                <a16:creationId xmlns:a16="http://schemas.microsoft.com/office/drawing/2014/main" id="{4FA374A8-328C-4586-BEF8-CF0921FBF7D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4" name="empower_proprietary_placeholder" hidden="1">
            <a:extLst>
              <a:ext uri="{FF2B5EF4-FFF2-40B4-BE49-F238E27FC236}">
                <a16:creationId xmlns:a16="http://schemas.microsoft.com/office/drawing/2014/main" id="{AEB670C2-21D6-4210-BA37-DF3C9B9933BC}"/>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endParaRPr lang="en-US" sz="800" b="1" kern="0" noProof="0" dirty="0">
              <a:solidFill>
                <a:schemeClr val="tx1"/>
              </a:solidFill>
              <a:latin typeface="+mn-lt"/>
              <a:ea typeface="+mn-ea"/>
              <a:cs typeface="+mn-cs"/>
            </a:endParaRPr>
          </a:p>
        </p:txBody>
      </p:sp>
      <p:sp>
        <p:nvSpPr>
          <p:cNvPr id="16" name="empower_draft_placeholder" hidden="1">
            <a:extLst>
              <a:ext uri="{FF2B5EF4-FFF2-40B4-BE49-F238E27FC236}">
                <a16:creationId xmlns:a16="http://schemas.microsoft.com/office/drawing/2014/main" id="{21B71886-0324-4B36-AA82-C90CF46385B2}"/>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8" name="empower_footer_placeholder">
            <a:extLst>
              <a:ext uri="{FF2B5EF4-FFF2-40B4-BE49-F238E27FC236}">
                <a16:creationId xmlns:a16="http://schemas.microsoft.com/office/drawing/2014/main" id="{DC9834AE-8B30-477E-8C87-5F8E7D7B17A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p>
        </p:txBody>
      </p:sp>
      <p:sp>
        <p:nvSpPr>
          <p:cNvPr id="20" name="empower_classification_attention_placeholder" hidden="1">
            <a:extLst>
              <a:ext uri="{FF2B5EF4-FFF2-40B4-BE49-F238E27FC236}">
                <a16:creationId xmlns:a16="http://schemas.microsoft.com/office/drawing/2014/main" id="{B5FD8F85-4CB3-489A-86B2-4ABCB308F30D}"/>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dirty="0">
                <a:solidFill>
                  <a:schemeClr val="tx2"/>
                </a:solidFill>
                <a:latin typeface="+mn-lt"/>
                <a:ea typeface="+mn-ea"/>
                <a:cs typeface="+mn-cs"/>
              </a:rPr>
              <a:t>public</a:t>
            </a:r>
          </a:p>
        </p:txBody>
      </p:sp>
      <p:sp>
        <p:nvSpPr>
          <p:cNvPr id="22" name="empower_classification_placeholder">
            <a:extLst>
              <a:ext uri="{FF2B5EF4-FFF2-40B4-BE49-F238E27FC236}">
                <a16:creationId xmlns:a16="http://schemas.microsoft.com/office/drawing/2014/main" id="{A254D557-505E-4B08-8C5B-DEA083728C5A}"/>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dirty="0">
                <a:solidFill>
                  <a:schemeClr val="tx1"/>
                </a:solidFill>
                <a:latin typeface="+mn-lt"/>
                <a:ea typeface="+mn-ea"/>
                <a:cs typeface="+mn-cs"/>
              </a:rPr>
              <a:t>public</a:t>
            </a:r>
          </a:p>
        </p:txBody>
      </p:sp>
      <p:sp>
        <p:nvSpPr>
          <p:cNvPr id="24" name="empower_date_placeholder">
            <a:extLst>
              <a:ext uri="{FF2B5EF4-FFF2-40B4-BE49-F238E27FC236}">
                <a16:creationId xmlns:a16="http://schemas.microsoft.com/office/drawing/2014/main" id="{6E3D16E2-B858-4F89-B7A0-119FBFC70810}"/>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dirty="0">
                <a:solidFill>
                  <a:schemeClr val="tx1"/>
                </a:solidFill>
                <a:latin typeface="+mn-lt"/>
                <a:ea typeface="+mn-ea"/>
                <a:cs typeface="+mn-cs"/>
              </a:rPr>
              <a:t>2025-12-10</a:t>
            </a:r>
          </a:p>
        </p:txBody>
      </p:sp>
      <p:sp>
        <p:nvSpPr>
          <p:cNvPr id="7" name="Content Left"/>
          <p:cNvSpPr>
            <a:spLocks noGrp="1"/>
          </p:cNvSpPr>
          <p:nvPr>
            <p:ph sz="quarter" idx="13" hasCustomPrompt="1"/>
          </p:nvPr>
        </p:nvSpPr>
        <p:spPr>
          <a:xfrm>
            <a:off x="334800" y="1268414"/>
            <a:ext cx="5688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Right"/>
          <p:cNvSpPr>
            <a:spLocks noGrp="1"/>
          </p:cNvSpPr>
          <p:nvPr>
            <p:ph sz="quarter" idx="14" hasCustomPrompt="1"/>
          </p:nvPr>
        </p:nvSpPr>
        <p:spPr>
          <a:xfrm>
            <a:off x="6167439" y="1268414"/>
            <a:ext cx="5689202"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a:extLst>
              <a:ext uri="{FF2B5EF4-FFF2-40B4-BE49-F238E27FC236}">
                <a16:creationId xmlns:a16="http://schemas.microsoft.com/office/drawing/2014/main" id="{373E7DFD-EB78-498B-97A4-CE06BA4BEC4D}"/>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D623209F-EEBF-4451-AF99-363F6EA35F67}"/>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9850AB63-C5F5-4BA2-A73E-BB668324B70F}"/>
              </a:ext>
            </a:extLst>
          </p:cNvPr>
          <p:cNvSpPr>
            <a:spLocks noGrp="1"/>
          </p:cNvSpPr>
          <p:nvPr>
            <p:ph type="dt" sz="half" idx="15"/>
            <p:custDataLst>
              <p:tags r:id="rId10"/>
            </p:custDataLst>
          </p:nvPr>
        </p:nvSpPr>
        <p:spPr/>
        <p:txBody>
          <a:bodyPr/>
          <a:lstStyle/>
          <a:p>
            <a:endParaRPr lang="en-US" b="1" dirty="0"/>
          </a:p>
        </p:txBody>
      </p:sp>
      <p:sp>
        <p:nvSpPr>
          <p:cNvPr id="11" name="Footer Placeholder 10" hidden="1">
            <a:extLst>
              <a:ext uri="{FF2B5EF4-FFF2-40B4-BE49-F238E27FC236}">
                <a16:creationId xmlns:a16="http://schemas.microsoft.com/office/drawing/2014/main" id="{ED18627F-EDFA-45CA-A572-C60F0E37473A}"/>
              </a:ext>
            </a:extLst>
          </p:cNvPr>
          <p:cNvSpPr>
            <a:spLocks noGrp="1"/>
          </p:cNvSpPr>
          <p:nvPr>
            <p:ph type="ftr" sz="quarter" idx="16"/>
            <p:custDataLst>
              <p:tags r:id="rId11"/>
            </p:custDataLst>
          </p:nvPr>
        </p:nvSpPr>
        <p:spPr/>
        <p:txBody>
          <a:bodyPr/>
          <a:lstStyle/>
          <a:p>
            <a:endParaRPr lang="en-US" dirty="0"/>
          </a:p>
        </p:txBody>
      </p:sp>
      <p:sp>
        <p:nvSpPr>
          <p:cNvPr id="13" name="Slide Number Placeholder 12" hidden="1">
            <a:extLst>
              <a:ext uri="{FF2B5EF4-FFF2-40B4-BE49-F238E27FC236}">
                <a16:creationId xmlns:a16="http://schemas.microsoft.com/office/drawing/2014/main" id="{E2FA0071-6D08-45B0-AF4E-22BFCF09E76B}"/>
              </a:ext>
            </a:extLst>
          </p:cNvPr>
          <p:cNvSpPr>
            <a:spLocks noGrp="1"/>
          </p:cNvSpPr>
          <p:nvPr>
            <p:ph type="sldNum" sz="quarter" idx="17"/>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673026AB-61DE-4BDA-8F8E-CCC68BAAE095}"/>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1081828044"/>
      </p:ext>
    </p:extLst>
  </p:cSld>
  <p:clrMapOvr>
    <a:masterClrMapping/>
  </p:clrMapOvr>
  <p:hf hdr="0" dt="0"/>
  <p:extLst>
    <p:ext uri="{DCECCB84-F9BA-43D5-87BE-67443E8EF086}">
      <p15:sldGuideLst xmlns:p15="http://schemas.microsoft.com/office/powerpoint/2012/main">
        <p15:guide id="1" pos="3885">
          <p15:clr>
            <a:srgbClr val="FBAE40"/>
          </p15:clr>
        </p15:guide>
        <p15:guide id="2" pos="7469">
          <p15:clr>
            <a:srgbClr val="FBAE40"/>
          </p15:clr>
        </p15:guide>
        <p15:guide id="3" pos="3795">
          <p15:clr>
            <a:srgbClr val="FBAE40"/>
          </p15:clr>
        </p15:guide>
        <p15:guide id="4" pos="211">
          <p15:clr>
            <a:srgbClr val="FBAE40"/>
          </p15:clr>
        </p15:guide>
        <p15:guide id="5" orient="horz" pos="799">
          <p15:clr>
            <a:srgbClr val="FBAE40"/>
          </p15:clr>
        </p15:guide>
        <p15:guide id="6" orient="horz" pos="402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1">
    <p:spTree>
      <p:nvGrpSpPr>
        <p:cNvPr id="1" name=""/>
        <p:cNvGrpSpPr/>
        <p:nvPr/>
      </p:nvGrpSpPr>
      <p:grpSpPr>
        <a:xfrm>
          <a:off x="0" y="0"/>
          <a:ext cx="0" cy="0"/>
          <a:chOff x="0" y="0"/>
          <a:chExt cx="0" cy="0"/>
        </a:xfrm>
      </p:grpSpPr>
      <p:sp>
        <p:nvSpPr>
          <p:cNvPr id="6" name="Background White"/>
          <p:cNvSpPr/>
          <p:nvPr/>
        </p:nvSpPr>
        <p:spPr bwMode="auto">
          <a:xfrm>
            <a:off x="0" y="810000"/>
            <a:ext cx="12191998" cy="604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a:latin typeface="+mn-lt"/>
              <a:ea typeface="+mn-ea"/>
              <a:cs typeface="+mn-cs"/>
            </a:endParaRPr>
          </a:p>
        </p:txBody>
      </p:sp>
      <p:sp>
        <p:nvSpPr>
          <p:cNvPr id="2" name="Crystal Shape">
            <a:extLst>
              <a:ext uri="{FF2B5EF4-FFF2-40B4-BE49-F238E27FC236}">
                <a16:creationId xmlns:a16="http://schemas.microsoft.com/office/drawing/2014/main" id="{3FBBF7BF-BA7F-647C-39AB-CEDA0092AA91}"/>
              </a:ext>
            </a:extLst>
          </p:cNvPr>
          <p:cNvSpPr/>
          <p:nvPr userDrawn="1"/>
        </p:nvSpPr>
        <p:spPr>
          <a:xfrm rot="5400000">
            <a:off x="1207129" y="-1234005"/>
            <a:ext cx="6878637" cy="9330464"/>
          </a:xfrm>
          <a:custGeom>
            <a:avLst/>
            <a:gdLst>
              <a:gd name="connsiteX0" fmla="*/ 0 w 6870543"/>
              <a:gd name="connsiteY0" fmla="*/ 727877 h 5591944"/>
              <a:gd name="connsiteX1" fmla="*/ 1726296 w 6870543"/>
              <a:gd name="connsiteY1" fmla="*/ 0 h 5591944"/>
              <a:gd name="connsiteX2" fmla="*/ 6870543 w 6870543"/>
              <a:gd name="connsiteY2" fmla="*/ 1136853 h 5591944"/>
              <a:gd name="connsiteX3" fmla="*/ 6870543 w 6870543"/>
              <a:gd name="connsiteY3" fmla="*/ 5591944 h 5591944"/>
              <a:gd name="connsiteX4" fmla="*/ 0 w 6870543"/>
              <a:gd name="connsiteY4" fmla="*/ 5591944 h 5591944"/>
              <a:gd name="connsiteX5" fmla="*/ 0 w 6870543"/>
              <a:gd name="connsiteY5" fmla="*/ 727877 h 5591944"/>
              <a:gd name="connsiteX0" fmla="*/ 0 w 6870545"/>
              <a:gd name="connsiteY0" fmla="*/ 727877 h 9322375"/>
              <a:gd name="connsiteX1" fmla="*/ 1726296 w 6870545"/>
              <a:gd name="connsiteY1" fmla="*/ 0 h 9322375"/>
              <a:gd name="connsiteX2" fmla="*/ 6870543 w 6870545"/>
              <a:gd name="connsiteY2" fmla="*/ 1136853 h 9322375"/>
              <a:gd name="connsiteX3" fmla="*/ 6870545 w 6870545"/>
              <a:gd name="connsiteY3" fmla="*/ 9322375 h 9322375"/>
              <a:gd name="connsiteX4" fmla="*/ 0 w 6870545"/>
              <a:gd name="connsiteY4" fmla="*/ 5591944 h 9322375"/>
              <a:gd name="connsiteX5" fmla="*/ 0 w 6870545"/>
              <a:gd name="connsiteY5" fmla="*/ 727877 h 9322375"/>
              <a:gd name="connsiteX0" fmla="*/ 8092 w 6878637"/>
              <a:gd name="connsiteY0" fmla="*/ 727877 h 9330464"/>
              <a:gd name="connsiteX1" fmla="*/ 1734388 w 6878637"/>
              <a:gd name="connsiteY1" fmla="*/ 0 h 9330464"/>
              <a:gd name="connsiteX2" fmla="*/ 6878635 w 6878637"/>
              <a:gd name="connsiteY2" fmla="*/ 1136853 h 9330464"/>
              <a:gd name="connsiteX3" fmla="*/ 6878637 w 6878637"/>
              <a:gd name="connsiteY3" fmla="*/ 9322375 h 9330464"/>
              <a:gd name="connsiteX4" fmla="*/ 0 w 6878637"/>
              <a:gd name="connsiteY4" fmla="*/ 9330464 h 9330464"/>
              <a:gd name="connsiteX5" fmla="*/ 8092 w 6878637"/>
              <a:gd name="connsiteY5" fmla="*/ 727877 h 933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78637" h="9330464">
                <a:moveTo>
                  <a:pt x="8092" y="727877"/>
                </a:moveTo>
                <a:lnTo>
                  <a:pt x="1734388" y="0"/>
                </a:lnTo>
                <a:lnTo>
                  <a:pt x="6878635" y="1136853"/>
                </a:lnTo>
                <a:cubicBezTo>
                  <a:pt x="6878636" y="3865360"/>
                  <a:pt x="6878636" y="6593868"/>
                  <a:pt x="6878637" y="9322375"/>
                </a:cubicBezTo>
                <a:lnTo>
                  <a:pt x="0" y="9330464"/>
                </a:lnTo>
                <a:cubicBezTo>
                  <a:pt x="2697" y="6462935"/>
                  <a:pt x="5395" y="3595406"/>
                  <a:pt x="8092" y="727877"/>
                </a:cubicBezTo>
                <a:close/>
              </a:path>
            </a:pathLst>
          </a:custGeom>
          <a:solidFill>
            <a:srgbClr val="0A8276"/>
          </a:solidFill>
          <a:ln w="11542" cap="flat">
            <a:noFill/>
            <a:prstDash val="solid"/>
            <a:miter/>
          </a:ln>
        </p:spPr>
        <p:txBody>
          <a:bodyPr rtlCol="0" anchor="ctr"/>
          <a:lstStyle/>
          <a:p>
            <a:endParaRPr lang="de-DE"/>
          </a:p>
        </p:txBody>
      </p:sp>
      <p:sp>
        <p:nvSpPr>
          <p:cNvPr id="8" name="Title">
            <a:extLst>
              <a:ext uri="{FF2B5EF4-FFF2-40B4-BE49-F238E27FC236}">
                <a16:creationId xmlns:a16="http://schemas.microsoft.com/office/drawing/2014/main" id="{F95C3DD4-2582-4776-B0CC-687FF5436469}"/>
              </a:ext>
            </a:extLst>
          </p:cNvPr>
          <p:cNvSpPr>
            <a:spLocks noGrp="1"/>
          </p:cNvSpPr>
          <p:nvPr>
            <p:ph type="title" hasCustomPrompt="1"/>
          </p:nvPr>
        </p:nvSpPr>
        <p:spPr>
          <a:xfrm>
            <a:off x="335360" y="2134800"/>
            <a:ext cx="8137525" cy="683369"/>
          </a:xfrm>
        </p:spPr>
        <p:txBody>
          <a:bodyPr bIns="0"/>
          <a:lstStyle>
            <a:lvl1pPr>
              <a:defRPr sz="3600" baseline="0">
                <a:solidFill>
                  <a:schemeClr val="bg1"/>
                </a:solidFill>
                <a:latin typeface="+mj-lt"/>
                <a:ea typeface="+mj-ea"/>
                <a:cs typeface="+mj-cs"/>
              </a:defRPr>
            </a:lvl1pPr>
          </a:lstStyle>
          <a:p>
            <a:r>
              <a:rPr lang="en-US" noProof="0" dirty="0"/>
              <a:t>Click to enter Section</a:t>
            </a:r>
          </a:p>
        </p:txBody>
      </p:sp>
      <p:sp>
        <p:nvSpPr>
          <p:cNvPr id="5" name="LOGO PROTECTION" hidden="1">
            <a:extLst>
              <a:ext uri="{FF2B5EF4-FFF2-40B4-BE49-F238E27FC236}">
                <a16:creationId xmlns:a16="http://schemas.microsoft.com/office/drawing/2014/main" id="{D0048F1C-4756-47EC-8B66-DB56E576453D}"/>
              </a:ext>
            </a:extLst>
          </p:cNvPr>
          <p:cNvSpPr/>
          <p:nvPr>
            <p:custDataLst>
              <p:tags r:id="rId1"/>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5" name="MIO_AGENDA_IGNORE_NAVIGATION" hidden="1">
            <a:extLst>
              <a:ext uri="{FF2B5EF4-FFF2-40B4-BE49-F238E27FC236}">
                <a16:creationId xmlns:a16="http://schemas.microsoft.com/office/drawing/2014/main" id="{33FB814B-5214-4193-99B5-0E31D6690784}"/>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9" name="MIO_AGENDA_IGNORE_CHAPTER_REFERENCE" hidden="1">
            <a:extLst>
              <a:ext uri="{FF2B5EF4-FFF2-40B4-BE49-F238E27FC236}">
                <a16:creationId xmlns:a16="http://schemas.microsoft.com/office/drawing/2014/main" id="{524067FF-9067-40E5-ABF5-E79653E2B17D}"/>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0949F6EC-C7FD-4272-87A0-1C0174E09327}"/>
              </a:ext>
            </a:extLst>
          </p:cNvPr>
          <p:cNvSpPr>
            <a:spLocks noGrp="1"/>
          </p:cNvSpPr>
          <p:nvPr>
            <p:ph type="dt" sz="half" idx="10"/>
            <p:custDataLst>
              <p:tags r:id="rId2"/>
            </p:custDataLst>
          </p:nvPr>
        </p:nvSpPr>
        <p:spPr/>
        <p:txBody>
          <a:bodyPr/>
          <a:lstStyle/>
          <a:p>
            <a:endParaRPr lang="en-US" b="1" dirty="0"/>
          </a:p>
        </p:txBody>
      </p:sp>
      <p:sp>
        <p:nvSpPr>
          <p:cNvPr id="9" name="Footer Placeholder 8" hidden="1">
            <a:extLst>
              <a:ext uri="{FF2B5EF4-FFF2-40B4-BE49-F238E27FC236}">
                <a16:creationId xmlns:a16="http://schemas.microsoft.com/office/drawing/2014/main" id="{44ED5823-C4CB-420B-B80B-942E31DCE162}"/>
              </a:ext>
            </a:extLst>
          </p:cNvPr>
          <p:cNvSpPr>
            <a:spLocks noGrp="1"/>
          </p:cNvSpPr>
          <p:nvPr>
            <p:ph type="ftr" sz="quarter" idx="11"/>
            <p:custDataLst>
              <p:tags r:id="rId3"/>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4B1B9C5C-1639-4FEF-865D-BFEAD6451E85}"/>
              </a:ext>
            </a:extLst>
          </p:cNvPr>
          <p:cNvSpPr>
            <a:spLocks noGrp="1"/>
          </p:cNvSpPr>
          <p:nvPr>
            <p:ph type="sldNum" sz="quarter" idx="12"/>
            <p:custDataLst>
              <p:tags r:id="rId4"/>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E4554E90-4FD5-45B2-A49A-214245B7F6D7}"/>
              </a:ext>
            </a:extLst>
          </p:cNvPr>
          <p:cNvSpPr/>
          <p:nvPr userDrawn="1">
            <p:custDataLst>
              <p:tags r:id="rId5"/>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2900713720"/>
      </p:ext>
    </p:extLst>
  </p:cSld>
  <p:clrMapOvr>
    <a:masterClrMapping/>
  </p:clrMapOvr>
  <p:hf hdr="0" dt="0"/>
  <p:extLst>
    <p:ext uri="{DCECCB84-F9BA-43D5-87BE-67443E8EF086}">
      <p15:sldGuideLst xmlns:p15="http://schemas.microsoft.com/office/powerpoint/2012/main">
        <p15:guide id="1" pos="5337">
          <p15:clr>
            <a:srgbClr val="FBAE40"/>
          </p15:clr>
        </p15:guide>
        <p15:guide id="2" pos="211">
          <p15:clr>
            <a:srgbClr val="FBAE40"/>
          </p15:clr>
        </p15:guide>
        <p15:guide id="3" orient="horz" pos="1344">
          <p15:clr>
            <a:srgbClr val="FBAE40"/>
          </p15:clr>
        </p15:guide>
        <p15:guide id="4" orient="horz" pos="177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2">
    <p:spTree>
      <p:nvGrpSpPr>
        <p:cNvPr id="1" name=""/>
        <p:cNvGrpSpPr/>
        <p:nvPr/>
      </p:nvGrpSpPr>
      <p:grpSpPr>
        <a:xfrm>
          <a:off x="0" y="0"/>
          <a:ext cx="0" cy="0"/>
          <a:chOff x="0" y="0"/>
          <a:chExt cx="0" cy="0"/>
        </a:xfrm>
      </p:grpSpPr>
      <p:sp>
        <p:nvSpPr>
          <p:cNvPr id="6" name="Background White"/>
          <p:cNvSpPr/>
          <p:nvPr/>
        </p:nvSpPr>
        <p:spPr bwMode="auto">
          <a:xfrm>
            <a:off x="0" y="810000"/>
            <a:ext cx="12191998" cy="604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a:latin typeface="+mn-lt"/>
              <a:ea typeface="+mn-ea"/>
              <a:cs typeface="+mn-cs"/>
            </a:endParaRPr>
          </a:p>
        </p:txBody>
      </p:sp>
      <p:sp>
        <p:nvSpPr>
          <p:cNvPr id="16" name="Crystal Shape">
            <a:extLst>
              <a:ext uri="{FF2B5EF4-FFF2-40B4-BE49-F238E27FC236}">
                <a16:creationId xmlns:a16="http://schemas.microsoft.com/office/drawing/2014/main" id="{63F28C96-D1D9-271E-B326-A1C4DC6BC78F}"/>
              </a:ext>
            </a:extLst>
          </p:cNvPr>
          <p:cNvSpPr/>
          <p:nvPr userDrawn="1"/>
        </p:nvSpPr>
        <p:spPr>
          <a:xfrm rot="16200000">
            <a:off x="6866258" y="1532259"/>
            <a:ext cx="6857999" cy="3793483"/>
          </a:xfrm>
          <a:custGeom>
            <a:avLst/>
            <a:gdLst>
              <a:gd name="connsiteX0" fmla="*/ 6857999 w 6857999"/>
              <a:gd name="connsiteY0" fmla="*/ 1129077 h 3793483"/>
              <a:gd name="connsiteX1" fmla="*/ 6857999 w 6857999"/>
              <a:gd name="connsiteY1" fmla="*/ 3792536 h 3793483"/>
              <a:gd name="connsiteX2" fmla="*/ 0 w 6857999"/>
              <a:gd name="connsiteY2" fmla="*/ 3793483 h 3793483"/>
              <a:gd name="connsiteX3" fmla="*/ 0 w 6857999"/>
              <a:gd name="connsiteY3" fmla="*/ 729579 h 3793483"/>
              <a:gd name="connsiteX4" fmla="*/ 1748945 w 6857999"/>
              <a:gd name="connsiteY4" fmla="*/ 0 h 3793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7999" h="3793483">
                <a:moveTo>
                  <a:pt x="6857999" y="1129077"/>
                </a:moveTo>
                <a:lnTo>
                  <a:pt x="6857999" y="3792536"/>
                </a:lnTo>
                <a:lnTo>
                  <a:pt x="0" y="3793483"/>
                </a:lnTo>
                <a:lnTo>
                  <a:pt x="0" y="729579"/>
                </a:lnTo>
                <a:lnTo>
                  <a:pt x="1748945" y="0"/>
                </a:lnTo>
                <a:close/>
              </a:path>
            </a:pathLst>
          </a:custGeom>
          <a:solidFill>
            <a:srgbClr val="0A8276"/>
          </a:solidFill>
          <a:ln w="11542" cap="flat">
            <a:noFill/>
            <a:prstDash val="solid"/>
            <a:miter/>
          </a:ln>
        </p:spPr>
        <p:txBody>
          <a:bodyPr wrap="square" rtlCol="0" anchor="ctr">
            <a:noAutofit/>
          </a:bodyPr>
          <a:lstStyle/>
          <a:p>
            <a:endParaRPr lang="de-DE" dirty="0"/>
          </a:p>
        </p:txBody>
      </p:sp>
      <p:sp>
        <p:nvSpPr>
          <p:cNvPr id="8" name="Title">
            <a:extLst>
              <a:ext uri="{FF2B5EF4-FFF2-40B4-BE49-F238E27FC236}">
                <a16:creationId xmlns:a16="http://schemas.microsoft.com/office/drawing/2014/main" id="{F95C3DD4-2582-4776-B0CC-687FF5436469}"/>
              </a:ext>
            </a:extLst>
          </p:cNvPr>
          <p:cNvSpPr>
            <a:spLocks noGrp="1"/>
          </p:cNvSpPr>
          <p:nvPr>
            <p:ph type="title" hasCustomPrompt="1"/>
          </p:nvPr>
        </p:nvSpPr>
        <p:spPr>
          <a:xfrm>
            <a:off x="335360" y="2134800"/>
            <a:ext cx="8137525" cy="683369"/>
          </a:xfrm>
        </p:spPr>
        <p:txBody>
          <a:bodyPr bIns="0"/>
          <a:lstStyle>
            <a:lvl1pPr>
              <a:defRPr sz="3600" baseline="0">
                <a:solidFill>
                  <a:schemeClr val="tx2"/>
                </a:solidFill>
                <a:latin typeface="+mj-lt"/>
                <a:ea typeface="+mj-ea"/>
                <a:cs typeface="+mj-cs"/>
              </a:defRPr>
            </a:lvl1pPr>
          </a:lstStyle>
          <a:p>
            <a:r>
              <a:rPr lang="en-US" noProof="0" dirty="0"/>
              <a:t>Click to enter Section</a:t>
            </a:r>
          </a:p>
        </p:txBody>
      </p:sp>
      <p:sp>
        <p:nvSpPr>
          <p:cNvPr id="15" name="MIO_AGENDA_IGNORE_NAVIGATION" hidden="1">
            <a:extLst>
              <a:ext uri="{FF2B5EF4-FFF2-40B4-BE49-F238E27FC236}">
                <a16:creationId xmlns:a16="http://schemas.microsoft.com/office/drawing/2014/main" id="{33FB814B-5214-4193-99B5-0E31D6690784}"/>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9" name="MIO_AGENDA_IGNORE_CHAPTER_REFERENCE" hidden="1">
            <a:extLst>
              <a:ext uri="{FF2B5EF4-FFF2-40B4-BE49-F238E27FC236}">
                <a16:creationId xmlns:a16="http://schemas.microsoft.com/office/drawing/2014/main" id="{524067FF-9067-40E5-ABF5-E79653E2B17D}"/>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0949F6EC-C7FD-4272-87A0-1C0174E09327}"/>
              </a:ext>
            </a:extLst>
          </p:cNvPr>
          <p:cNvSpPr>
            <a:spLocks noGrp="1"/>
          </p:cNvSpPr>
          <p:nvPr>
            <p:ph type="dt" sz="half" idx="10"/>
            <p:custDataLst>
              <p:tags r:id="rId1"/>
            </p:custDataLst>
          </p:nvPr>
        </p:nvSpPr>
        <p:spPr/>
        <p:txBody>
          <a:bodyPr/>
          <a:lstStyle/>
          <a:p>
            <a:endParaRPr lang="en-US" b="1" dirty="0"/>
          </a:p>
        </p:txBody>
      </p:sp>
      <p:sp>
        <p:nvSpPr>
          <p:cNvPr id="9" name="Footer Placeholder 8" hidden="1">
            <a:extLst>
              <a:ext uri="{FF2B5EF4-FFF2-40B4-BE49-F238E27FC236}">
                <a16:creationId xmlns:a16="http://schemas.microsoft.com/office/drawing/2014/main" id="{44ED5823-C4CB-420B-B80B-942E31DCE162}"/>
              </a:ext>
            </a:extLst>
          </p:cNvPr>
          <p:cNvSpPr>
            <a:spLocks noGrp="1"/>
          </p:cNvSpPr>
          <p:nvPr>
            <p:ph type="ftr" sz="quarter" idx="11"/>
            <p:custDataLst>
              <p:tags r:id="rId2"/>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4B1B9C5C-1639-4FEF-865D-BFEAD6451E85}"/>
              </a:ext>
            </a:extLst>
          </p:cNvPr>
          <p:cNvSpPr>
            <a:spLocks noGrp="1"/>
          </p:cNvSpPr>
          <p:nvPr>
            <p:ph type="sldNum" sz="quarter" idx="12"/>
            <p:custDataLst>
              <p:tags r:id="rId3"/>
            </p:custDataLst>
          </p:nvPr>
        </p:nvSpPr>
        <p:spPr/>
        <p:txBody>
          <a:bodyPr/>
          <a:lstStyle/>
          <a:p>
            <a:r>
              <a:rPr lang="en-US"/>
              <a:t> </a:t>
            </a:r>
            <a:endParaRPr lang="en-US" dirty="0"/>
          </a:p>
        </p:txBody>
      </p:sp>
      <p:pic>
        <p:nvPicPr>
          <p:cNvPr id="14" name="LOGO">
            <a:extLst>
              <a:ext uri="{FF2B5EF4-FFF2-40B4-BE49-F238E27FC236}">
                <a16:creationId xmlns:a16="http://schemas.microsoft.com/office/drawing/2014/main" id="{E2919660-0784-4B00-9836-7A695159097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659042" y="193689"/>
            <a:ext cx="1207447" cy="528057"/>
          </a:xfrm>
          <a:prstGeom prst="rect">
            <a:avLst/>
          </a:prstGeom>
        </p:spPr>
      </p:pic>
    </p:spTree>
    <p:extLst>
      <p:ext uri="{BB962C8B-B14F-4D97-AF65-F5344CB8AC3E}">
        <p14:creationId xmlns:p14="http://schemas.microsoft.com/office/powerpoint/2010/main" val="2698728683"/>
      </p:ext>
    </p:extLst>
  </p:cSld>
  <p:clrMapOvr>
    <a:masterClrMapping/>
  </p:clrMapOvr>
  <p:hf hdr="0" dt="0"/>
  <p:extLst>
    <p:ext uri="{DCECCB84-F9BA-43D5-87BE-67443E8EF086}">
      <p15:sldGuideLst xmlns:p15="http://schemas.microsoft.com/office/powerpoint/2012/main">
        <p15:guide id="1" pos="5337">
          <p15:clr>
            <a:srgbClr val="FBAE40"/>
          </p15:clr>
        </p15:guide>
        <p15:guide id="2" pos="211">
          <p15:clr>
            <a:srgbClr val="FBAE40"/>
          </p15:clr>
        </p15:guide>
        <p15:guide id="3" orient="horz" pos="1344">
          <p15:clr>
            <a:srgbClr val="FBAE40"/>
          </p15:clr>
        </p15:guide>
        <p15:guide id="4" orient="horz" pos="177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fourObj" preserve="1">
  <p:cSld name="4 contents">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8B1B7AE2-264A-4900-9F60-CC5615C90F03}"/>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F2DD26D5-8427-4844-992F-AA5F995450F6}"/>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879A7BCC-64D2-4276-855E-685546620EF5}"/>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B8FD1BFA-BD00-4A1A-9BEE-984BDA7A138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rtl="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C0C951CC-CB9B-43AC-8395-FB2751814E0F}"/>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p>
        </p:txBody>
      </p:sp>
      <p:sp>
        <p:nvSpPr>
          <p:cNvPr id="22" name="empower_classification_attention_placeholder" hidden="1">
            <a:extLst>
              <a:ext uri="{FF2B5EF4-FFF2-40B4-BE49-F238E27FC236}">
                <a16:creationId xmlns:a16="http://schemas.microsoft.com/office/drawing/2014/main" id="{0FDEE340-AE14-4EB2-8F0B-840A5F5E2FB9}"/>
              </a:ext>
            </a:extLst>
          </p:cNvPr>
          <p:cNvSpPr txBox="1"/>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rtl="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dirty="0">
                <a:solidFill>
                  <a:schemeClr val="tx2"/>
                </a:solidFill>
                <a:latin typeface="+mn-lt"/>
                <a:ea typeface="+mn-ea"/>
                <a:cs typeface="+mn-cs"/>
              </a:rPr>
              <a:t>public</a:t>
            </a:r>
          </a:p>
        </p:txBody>
      </p:sp>
      <p:sp>
        <p:nvSpPr>
          <p:cNvPr id="24" name="empower_classification_placeholder">
            <a:extLst>
              <a:ext uri="{FF2B5EF4-FFF2-40B4-BE49-F238E27FC236}">
                <a16:creationId xmlns:a16="http://schemas.microsoft.com/office/drawing/2014/main" id="{3F4900C8-0A39-4B02-8E0A-398AAC4831BF}"/>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dirty="0">
                <a:solidFill>
                  <a:schemeClr val="tx1"/>
                </a:solidFill>
                <a:latin typeface="+mn-lt"/>
                <a:ea typeface="+mn-ea"/>
                <a:cs typeface="+mn-cs"/>
              </a:rPr>
              <a:t>public</a:t>
            </a:r>
          </a:p>
        </p:txBody>
      </p:sp>
      <p:sp>
        <p:nvSpPr>
          <p:cNvPr id="26" name="empower_date_placeholder">
            <a:extLst>
              <a:ext uri="{FF2B5EF4-FFF2-40B4-BE49-F238E27FC236}">
                <a16:creationId xmlns:a16="http://schemas.microsoft.com/office/drawing/2014/main" id="{A1158698-11CA-4310-AAEA-81BFB74C7A4D}"/>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dirty="0">
                <a:solidFill>
                  <a:schemeClr val="tx1"/>
                </a:solidFill>
                <a:latin typeface="+mn-lt"/>
                <a:ea typeface="+mn-ea"/>
                <a:cs typeface="+mn-cs"/>
              </a:rPr>
              <a:t>2025-12-10</a:t>
            </a:r>
          </a:p>
        </p:txBody>
      </p:sp>
      <p:sp>
        <p:nvSpPr>
          <p:cNvPr id="7" name="Content Top Left"/>
          <p:cNvSpPr>
            <a:spLocks noGrp="1"/>
          </p:cNvSpPr>
          <p:nvPr>
            <p:ph sz="quarter" idx="13" hasCustomPrompt="1"/>
          </p:nvPr>
        </p:nvSpPr>
        <p:spPr>
          <a:xfrm>
            <a:off x="334800" y="1268412"/>
            <a:ext cx="5688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Top Right"/>
          <p:cNvSpPr>
            <a:spLocks noGrp="1"/>
          </p:cNvSpPr>
          <p:nvPr>
            <p:ph sz="quarter" idx="14" hasCustomPrompt="1"/>
          </p:nvPr>
        </p:nvSpPr>
        <p:spPr>
          <a:xfrm>
            <a:off x="6166799" y="1268412"/>
            <a:ext cx="5688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Bottom Left"/>
          <p:cNvSpPr>
            <a:spLocks noGrp="1"/>
          </p:cNvSpPr>
          <p:nvPr>
            <p:ph sz="quarter" idx="15" hasCustomPrompt="1"/>
          </p:nvPr>
        </p:nvSpPr>
        <p:spPr>
          <a:xfrm>
            <a:off x="334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Content Bottom Right"/>
          <p:cNvSpPr>
            <a:spLocks noGrp="1"/>
          </p:cNvSpPr>
          <p:nvPr>
            <p:ph sz="quarter" idx="16" hasCustomPrompt="1"/>
          </p:nvPr>
        </p:nvSpPr>
        <p:spPr>
          <a:xfrm>
            <a:off x="6166799"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74034893-5E9F-45A3-8C16-98C9F6C02B8F}"/>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4ED1F400-5A94-4F05-84F8-53C80E7C434C}"/>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17C8E721-6FC1-4A4E-9559-945024071571}"/>
              </a:ext>
            </a:extLst>
          </p:cNvPr>
          <p:cNvSpPr>
            <a:spLocks noGrp="1"/>
          </p:cNvSpPr>
          <p:nvPr>
            <p:ph type="dt" sz="half" idx="17"/>
            <p:custDataLst>
              <p:tags r:id="rId10"/>
            </p:custDataLst>
          </p:nvPr>
        </p:nvSpPr>
        <p:spPr/>
        <p:txBody>
          <a:bodyPr/>
          <a:lstStyle/>
          <a:p>
            <a:endParaRPr lang="en-US" b="1" dirty="0"/>
          </a:p>
        </p:txBody>
      </p:sp>
      <p:sp>
        <p:nvSpPr>
          <p:cNvPr id="14" name="Footer Placeholder 13" hidden="1">
            <a:extLst>
              <a:ext uri="{FF2B5EF4-FFF2-40B4-BE49-F238E27FC236}">
                <a16:creationId xmlns:a16="http://schemas.microsoft.com/office/drawing/2014/main" id="{89885E48-72F6-4042-BF62-A49ACDF10504}"/>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0242B527-F278-4C5E-9E24-C19CDFEB73B1}"/>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4E976BE-C7DE-4FCF-9535-07568046A13E}"/>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822984057"/>
      </p:ext>
    </p:extLst>
  </p:cSld>
  <p:clrMapOvr>
    <a:masterClrMapping/>
  </p:clrMapOvr>
  <p:hf hdr="0" dt="0"/>
  <p:extLst>
    <p:ext uri="{DCECCB84-F9BA-43D5-87BE-67443E8EF086}">
      <p15:sldGuideLst xmlns:p15="http://schemas.microsoft.com/office/powerpoint/2012/main">
        <p15:guide id="1" pos="3795">
          <p15:clr>
            <a:srgbClr val="FBAE40"/>
          </p15:clr>
        </p15:guide>
        <p15:guide id="2" pos="211">
          <p15:clr>
            <a:srgbClr val="FBAE40"/>
          </p15:clr>
        </p15:guide>
        <p15:guide id="3" pos="3885">
          <p15:clr>
            <a:srgbClr val="FBAE40"/>
          </p15:clr>
        </p15:guide>
        <p15:guide id="4" pos="7469">
          <p15:clr>
            <a:srgbClr val="FBAE40"/>
          </p15:clr>
        </p15:guide>
        <p15:guide id="5" orient="horz" pos="799">
          <p15:clr>
            <a:srgbClr val="FBAE40"/>
          </p15:clr>
        </p15:guide>
        <p15:guide id="6" orient="horz" pos="4020">
          <p15:clr>
            <a:srgbClr val="FBAE40"/>
          </p15:clr>
        </p15:guide>
        <p15:guide id="7" orient="horz" pos="2273">
          <p15:clr>
            <a:srgbClr val="FBAE40"/>
          </p15:clr>
        </p15:guide>
        <p15:guide id="8" orient="horz" pos="24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AndTwoObj" preserve="1">
  <p:cSld name="Row | 2 column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ECAA0892-68E2-4E2E-9B18-4A8DC40F0E11}"/>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3" name="empower_document_placeholder" hidden="1">
            <a:extLst>
              <a:ext uri="{FF2B5EF4-FFF2-40B4-BE49-F238E27FC236}">
                <a16:creationId xmlns:a16="http://schemas.microsoft.com/office/drawing/2014/main" id="{D16A0514-897C-427C-A5CD-34FCB4F6BF11}"/>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5" name="empower_proprietary_placeholder" hidden="1">
            <a:extLst>
              <a:ext uri="{FF2B5EF4-FFF2-40B4-BE49-F238E27FC236}">
                <a16:creationId xmlns:a16="http://schemas.microsoft.com/office/drawing/2014/main" id="{A6FCF5E5-2935-4FDA-903C-EA43A699BD82}"/>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7" name="empower_draft_placeholder" hidden="1">
            <a:extLst>
              <a:ext uri="{FF2B5EF4-FFF2-40B4-BE49-F238E27FC236}">
                <a16:creationId xmlns:a16="http://schemas.microsoft.com/office/drawing/2014/main" id="{115A00C6-A501-466D-A34B-23C1071DA39E}"/>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9" name="empower_footer_placeholder">
            <a:extLst>
              <a:ext uri="{FF2B5EF4-FFF2-40B4-BE49-F238E27FC236}">
                <a16:creationId xmlns:a16="http://schemas.microsoft.com/office/drawing/2014/main" id="{0C8DD3BC-73D2-4101-B037-359F1B42B434}"/>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p>
        </p:txBody>
      </p:sp>
      <p:sp>
        <p:nvSpPr>
          <p:cNvPr id="21" name="empower_classification_attention_placeholder" hidden="1">
            <a:extLst>
              <a:ext uri="{FF2B5EF4-FFF2-40B4-BE49-F238E27FC236}">
                <a16:creationId xmlns:a16="http://schemas.microsoft.com/office/drawing/2014/main" id="{D39CEC28-75A6-43F3-9DE9-2436F3F4D9C6}"/>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dirty="0">
                <a:solidFill>
                  <a:schemeClr val="tx2"/>
                </a:solidFill>
                <a:latin typeface="+mn-lt"/>
                <a:ea typeface="+mn-ea"/>
                <a:cs typeface="+mn-cs"/>
              </a:rPr>
              <a:t>public</a:t>
            </a:r>
          </a:p>
        </p:txBody>
      </p:sp>
      <p:sp>
        <p:nvSpPr>
          <p:cNvPr id="23" name="empower_classification_placeholder">
            <a:extLst>
              <a:ext uri="{FF2B5EF4-FFF2-40B4-BE49-F238E27FC236}">
                <a16:creationId xmlns:a16="http://schemas.microsoft.com/office/drawing/2014/main" id="{FC21F178-EFAA-49DE-A35E-72E2C0CA3B0B}"/>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dirty="0">
                <a:solidFill>
                  <a:schemeClr val="tx1"/>
                </a:solidFill>
                <a:latin typeface="+mn-lt"/>
                <a:ea typeface="+mn-ea"/>
                <a:cs typeface="+mn-cs"/>
              </a:rPr>
              <a:t>public</a:t>
            </a:r>
          </a:p>
        </p:txBody>
      </p:sp>
      <p:sp>
        <p:nvSpPr>
          <p:cNvPr id="25" name="empower_date_placeholder">
            <a:extLst>
              <a:ext uri="{FF2B5EF4-FFF2-40B4-BE49-F238E27FC236}">
                <a16:creationId xmlns:a16="http://schemas.microsoft.com/office/drawing/2014/main" id="{43B2B732-8EC3-4F44-986D-B5DAC6EA77C1}"/>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dirty="0">
                <a:solidFill>
                  <a:schemeClr val="tx1"/>
                </a:solidFill>
                <a:latin typeface="+mn-lt"/>
                <a:ea typeface="+mn-ea"/>
                <a:cs typeface="+mn-cs"/>
              </a:rPr>
              <a:t>2025-12-10</a:t>
            </a:r>
          </a:p>
        </p:txBody>
      </p:sp>
      <p:sp>
        <p:nvSpPr>
          <p:cNvPr id="7" name="Content Top"/>
          <p:cNvSpPr>
            <a:spLocks noGrp="1"/>
          </p:cNvSpPr>
          <p:nvPr>
            <p:ph sz="quarter" idx="13" hasCustomPrompt="1"/>
          </p:nvPr>
        </p:nvSpPr>
        <p:spPr>
          <a:xfrm>
            <a:off x="334800" y="1268412"/>
            <a:ext cx="11520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Bottom Left"/>
          <p:cNvSpPr>
            <a:spLocks noGrp="1"/>
          </p:cNvSpPr>
          <p:nvPr>
            <p:ph sz="quarter" idx="14" hasCustomPrompt="1"/>
          </p:nvPr>
        </p:nvSpPr>
        <p:spPr>
          <a:xfrm>
            <a:off x="334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Bottom Right"/>
          <p:cNvSpPr>
            <a:spLocks noGrp="1"/>
          </p:cNvSpPr>
          <p:nvPr>
            <p:ph sz="quarter" idx="15" hasCustomPrompt="1"/>
          </p:nvPr>
        </p:nvSpPr>
        <p:spPr>
          <a:xfrm>
            <a:off x="6166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3ADACDEE-D42E-4EEF-8504-614B0FC9EF75}"/>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9F595BB6-F050-434C-AF4B-533D75C5E5D3}"/>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3ABBB783-BFC3-406F-9AE2-14E6D55F43A3}"/>
              </a:ext>
            </a:extLst>
          </p:cNvPr>
          <p:cNvSpPr>
            <a:spLocks noGrp="1"/>
          </p:cNvSpPr>
          <p:nvPr>
            <p:ph type="dt" sz="half" idx="16"/>
            <p:custDataLst>
              <p:tags r:id="rId10"/>
            </p:custDataLst>
          </p:nvPr>
        </p:nvSpPr>
        <p:spPr/>
        <p:txBody>
          <a:bodyPr/>
          <a:lstStyle/>
          <a:p>
            <a:endParaRPr lang="en-US" b="1" dirty="0"/>
          </a:p>
        </p:txBody>
      </p:sp>
      <p:sp>
        <p:nvSpPr>
          <p:cNvPr id="12" name="Footer Placeholder 11" hidden="1">
            <a:extLst>
              <a:ext uri="{FF2B5EF4-FFF2-40B4-BE49-F238E27FC236}">
                <a16:creationId xmlns:a16="http://schemas.microsoft.com/office/drawing/2014/main" id="{7DAA9CDC-CAD4-4554-97D9-7059E95FE638}"/>
              </a:ext>
            </a:extLst>
          </p:cNvPr>
          <p:cNvSpPr>
            <a:spLocks noGrp="1"/>
          </p:cNvSpPr>
          <p:nvPr>
            <p:ph type="ftr" sz="quarter" idx="17"/>
            <p:custDataLst>
              <p:tags r:id="rId11"/>
            </p:custDataLst>
          </p:nvPr>
        </p:nvSpPr>
        <p:spPr/>
        <p:txBody>
          <a:bodyPr/>
          <a:lstStyle/>
          <a:p>
            <a:endParaRPr lang="en-US" dirty="0"/>
          </a:p>
        </p:txBody>
      </p:sp>
      <p:sp>
        <p:nvSpPr>
          <p:cNvPr id="14" name="Slide Number Placeholder 13" hidden="1">
            <a:extLst>
              <a:ext uri="{FF2B5EF4-FFF2-40B4-BE49-F238E27FC236}">
                <a16:creationId xmlns:a16="http://schemas.microsoft.com/office/drawing/2014/main" id="{07C82FBB-C728-405A-8E31-DE02DA8D9177}"/>
              </a:ext>
            </a:extLst>
          </p:cNvPr>
          <p:cNvSpPr>
            <a:spLocks noGrp="1"/>
          </p:cNvSpPr>
          <p:nvPr>
            <p:ph type="sldNum" sz="quarter" idx="18"/>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03708507-303A-4696-8A49-D64DA70EAF1B}"/>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2846018553"/>
      </p:ext>
    </p:extLst>
  </p:cSld>
  <p:clrMapOvr>
    <a:masterClrMapping/>
  </p:clrMapOvr>
  <p:hf hdr="0" dt="0"/>
  <p:extLst>
    <p:ext uri="{DCECCB84-F9BA-43D5-87BE-67443E8EF086}">
      <p15:sldGuideLst xmlns:p15="http://schemas.microsoft.com/office/powerpoint/2012/main">
        <p15:guide id="1" orient="horz" pos="2273">
          <p15:clr>
            <a:srgbClr val="FBAE40"/>
          </p15:clr>
        </p15:guide>
        <p15:guide id="2" orient="horz" pos="799">
          <p15:clr>
            <a:srgbClr val="FBAE40"/>
          </p15:clr>
        </p15:guide>
        <p15:guide id="3" orient="horz" pos="4020">
          <p15:clr>
            <a:srgbClr val="FBAE40"/>
          </p15:clr>
        </p15:guide>
        <p15:guide id="4" pos="7469">
          <p15:clr>
            <a:srgbClr val="FBAE40"/>
          </p15:clr>
        </p15:guide>
        <p15:guide id="5" pos="3885">
          <p15:clr>
            <a:srgbClr val="FBAE40"/>
          </p15:clr>
        </p15:guide>
        <p15:guide id="6" pos="3795">
          <p15:clr>
            <a:srgbClr val="FBAE40"/>
          </p15:clr>
        </p15:guide>
        <p15:guide id="7" pos="211">
          <p15:clr>
            <a:srgbClr val="FBAE40"/>
          </p15:clr>
        </p15:guide>
        <p15:guide id="8" orient="horz" pos="243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xOverObj" preserve="1">
  <p:cSld name="Row | 2 columns | row">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C812AE9A-81D7-4AE8-BC9F-85686450823C}"/>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BA8D3527-E357-41F9-99D1-BCEAEC88D70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3A1A2EC5-F603-4F90-ADD8-B8933F3B810B}"/>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FA03A6F0-5545-409D-93A9-5E09698484A1}"/>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97E57A33-CDFD-4C72-B657-882682DACB1E}"/>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p>
        </p:txBody>
      </p:sp>
      <p:sp>
        <p:nvSpPr>
          <p:cNvPr id="22" name="empower_classification_attention_placeholder" hidden="1">
            <a:extLst>
              <a:ext uri="{FF2B5EF4-FFF2-40B4-BE49-F238E27FC236}">
                <a16:creationId xmlns:a16="http://schemas.microsoft.com/office/drawing/2014/main" id="{5A896D99-24DF-4F81-9EC3-37F5EF05FFED}"/>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dirty="0">
                <a:solidFill>
                  <a:schemeClr val="tx2"/>
                </a:solidFill>
                <a:latin typeface="+mn-lt"/>
                <a:ea typeface="+mn-ea"/>
                <a:cs typeface="+mn-cs"/>
              </a:rPr>
              <a:t>public</a:t>
            </a:r>
          </a:p>
        </p:txBody>
      </p:sp>
      <p:sp>
        <p:nvSpPr>
          <p:cNvPr id="24" name="empower_classification_placeholder">
            <a:extLst>
              <a:ext uri="{FF2B5EF4-FFF2-40B4-BE49-F238E27FC236}">
                <a16:creationId xmlns:a16="http://schemas.microsoft.com/office/drawing/2014/main" id="{F09BE8EF-EBD2-4B7A-9878-8440DC26C91A}"/>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dirty="0">
                <a:solidFill>
                  <a:schemeClr val="tx1"/>
                </a:solidFill>
                <a:latin typeface="+mn-lt"/>
                <a:ea typeface="+mn-ea"/>
                <a:cs typeface="+mn-cs"/>
              </a:rPr>
              <a:t>public</a:t>
            </a:r>
          </a:p>
        </p:txBody>
      </p:sp>
      <p:sp>
        <p:nvSpPr>
          <p:cNvPr id="26" name="empower_date_placeholder">
            <a:extLst>
              <a:ext uri="{FF2B5EF4-FFF2-40B4-BE49-F238E27FC236}">
                <a16:creationId xmlns:a16="http://schemas.microsoft.com/office/drawing/2014/main" id="{99207B66-AFA5-4510-BF1D-29423C34CEF2}"/>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dirty="0">
                <a:solidFill>
                  <a:schemeClr val="tx1"/>
                </a:solidFill>
                <a:latin typeface="+mn-lt"/>
                <a:ea typeface="+mn-ea"/>
                <a:cs typeface="+mn-cs"/>
              </a:rPr>
              <a:t>2025-12-10</a:t>
            </a:r>
          </a:p>
        </p:txBody>
      </p:sp>
      <p:sp>
        <p:nvSpPr>
          <p:cNvPr id="7" name="Content Top"/>
          <p:cNvSpPr>
            <a:spLocks noGrp="1"/>
          </p:cNvSpPr>
          <p:nvPr>
            <p:ph sz="quarter" idx="13" hasCustomPrompt="1"/>
          </p:nvPr>
        </p:nvSpPr>
        <p:spPr>
          <a:xfrm>
            <a:off x="334433" y="1268412"/>
            <a:ext cx="11521280" cy="126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9" name="Content Center Left"/>
          <p:cNvSpPr>
            <a:spLocks noGrp="1"/>
          </p:cNvSpPr>
          <p:nvPr>
            <p:ph sz="quarter" idx="14" hasCustomPrompt="1"/>
          </p:nvPr>
        </p:nvSpPr>
        <p:spPr>
          <a:xfrm>
            <a:off x="334800" y="2780913"/>
            <a:ext cx="5688000" cy="198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Center Right"/>
          <p:cNvSpPr>
            <a:spLocks noGrp="1"/>
          </p:cNvSpPr>
          <p:nvPr>
            <p:ph sz="quarter" idx="15" hasCustomPrompt="1"/>
          </p:nvPr>
        </p:nvSpPr>
        <p:spPr>
          <a:xfrm>
            <a:off x="6167437" y="2780913"/>
            <a:ext cx="5688000" cy="198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Bottom"/>
          <p:cNvSpPr>
            <a:spLocks noGrp="1"/>
          </p:cNvSpPr>
          <p:nvPr>
            <p:ph sz="quarter" idx="16" hasCustomPrompt="1"/>
          </p:nvPr>
        </p:nvSpPr>
        <p:spPr>
          <a:xfrm>
            <a:off x="334433" y="5085186"/>
            <a:ext cx="11521280" cy="1296567"/>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6" name="Title">
            <a:extLst>
              <a:ext uri="{FF2B5EF4-FFF2-40B4-BE49-F238E27FC236}">
                <a16:creationId xmlns:a16="http://schemas.microsoft.com/office/drawing/2014/main" id="{42CB6C61-472A-4F78-8808-601D74D8D1AD}"/>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878DF235-2AD8-4C82-A0BD-D1BDFC873704}"/>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A9104FB9-0912-4A0F-BBB7-DF055F829451}"/>
              </a:ext>
            </a:extLst>
          </p:cNvPr>
          <p:cNvSpPr>
            <a:spLocks noGrp="1"/>
          </p:cNvSpPr>
          <p:nvPr>
            <p:ph type="dt" sz="half" idx="17"/>
            <p:custDataLst>
              <p:tags r:id="rId10"/>
            </p:custDataLst>
          </p:nvPr>
        </p:nvSpPr>
        <p:spPr/>
        <p:txBody>
          <a:bodyPr/>
          <a:lstStyle/>
          <a:p>
            <a:endParaRPr lang="en-US" b="1" dirty="0"/>
          </a:p>
        </p:txBody>
      </p:sp>
      <p:sp>
        <p:nvSpPr>
          <p:cNvPr id="14" name="Footer Placeholder 13" hidden="1">
            <a:extLst>
              <a:ext uri="{FF2B5EF4-FFF2-40B4-BE49-F238E27FC236}">
                <a16:creationId xmlns:a16="http://schemas.microsoft.com/office/drawing/2014/main" id="{E424A36D-7777-4A82-B12F-96CE1F877678}"/>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E1CCD2B2-40D2-43D5-80C4-5322AD403334}"/>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1235F132-B0A2-4CF3-A146-5DF950DFB464}"/>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2224050572"/>
      </p:ext>
    </p:extLst>
  </p:cSld>
  <p:clrMapOvr>
    <a:masterClrMapping/>
  </p:clrMapOvr>
  <p:hf hdr="0" dt="0"/>
  <p:extLst>
    <p:ext uri="{DCECCB84-F9BA-43D5-87BE-67443E8EF086}">
      <p15:sldGuideLst xmlns:p15="http://schemas.microsoft.com/office/powerpoint/2012/main">
        <p15:guide id="1" pos="3885">
          <p15:clr>
            <a:srgbClr val="FBAE40"/>
          </p15:clr>
        </p15:guide>
        <p15:guide id="2" pos="3795">
          <p15:clr>
            <a:srgbClr val="FBAE40"/>
          </p15:clr>
        </p15:guide>
        <p15:guide id="3" pos="211">
          <p15:clr>
            <a:srgbClr val="FBAE40"/>
          </p15:clr>
        </p15:guide>
        <p15:guide id="4" pos="7469">
          <p15:clr>
            <a:srgbClr val="FBAE40"/>
          </p15:clr>
        </p15:guide>
        <p15:guide id="5" orient="horz" pos="799">
          <p15:clr>
            <a:srgbClr val="FBAE40"/>
          </p15:clr>
        </p15:guide>
        <p15:guide id="6" orient="horz" pos="1593">
          <p15:clr>
            <a:srgbClr val="FBAE40"/>
          </p15:clr>
        </p15:guide>
        <p15:guide id="7" orient="horz" pos="1752">
          <p15:clr>
            <a:srgbClr val="FBAE40"/>
          </p15:clr>
        </p15:guide>
        <p15:guide id="8" orient="horz" pos="2999">
          <p15:clr>
            <a:srgbClr val="FBAE40"/>
          </p15:clr>
        </p15:guide>
        <p15:guide id="9" orient="horz" pos="3203">
          <p15:clr>
            <a:srgbClr val="FBAE40"/>
          </p15:clr>
        </p15:guide>
        <p15:guide id="10" orient="horz" pos="40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AndTx" preserve="1">
  <p:cSld name="3 column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7FB993A8-52D6-439E-9FD7-796FB1371096}"/>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3" name="empower_document_placeholder" hidden="1">
            <a:extLst>
              <a:ext uri="{FF2B5EF4-FFF2-40B4-BE49-F238E27FC236}">
                <a16:creationId xmlns:a16="http://schemas.microsoft.com/office/drawing/2014/main" id="{112013B0-A00B-4A1F-90FB-E2E8B2F86D5D}"/>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5" name="empower_proprietary_placeholder" hidden="1">
            <a:extLst>
              <a:ext uri="{FF2B5EF4-FFF2-40B4-BE49-F238E27FC236}">
                <a16:creationId xmlns:a16="http://schemas.microsoft.com/office/drawing/2014/main" id="{FC3769D5-91E6-43B0-BC4B-C0040A71CFD6}"/>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7" name="empower_draft_placeholder" hidden="1">
            <a:extLst>
              <a:ext uri="{FF2B5EF4-FFF2-40B4-BE49-F238E27FC236}">
                <a16:creationId xmlns:a16="http://schemas.microsoft.com/office/drawing/2014/main" id="{B0E0CB85-0435-4FEC-B2B6-D19200B62923}"/>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9" name="empower_footer_placeholder">
            <a:extLst>
              <a:ext uri="{FF2B5EF4-FFF2-40B4-BE49-F238E27FC236}">
                <a16:creationId xmlns:a16="http://schemas.microsoft.com/office/drawing/2014/main" id="{557CA6BF-F2F9-417F-A2FD-035F1FC8569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p>
        </p:txBody>
      </p:sp>
      <p:sp>
        <p:nvSpPr>
          <p:cNvPr id="21" name="empower_classification_attention_placeholder" hidden="1">
            <a:extLst>
              <a:ext uri="{FF2B5EF4-FFF2-40B4-BE49-F238E27FC236}">
                <a16:creationId xmlns:a16="http://schemas.microsoft.com/office/drawing/2014/main" id="{8C605CA2-9EAD-450F-BC1B-8D9AF92E5875}"/>
              </a:ext>
            </a:extLst>
          </p:cNvPr>
          <p:cNvSpPr txBox="1">
            <a:spLocks/>
          </p:cNvSpPr>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dirty="0">
                <a:solidFill>
                  <a:schemeClr val="tx2"/>
                </a:solidFill>
                <a:latin typeface="+mn-lt"/>
                <a:ea typeface="+mn-ea"/>
                <a:cs typeface="+mn-cs"/>
              </a:rPr>
              <a:t>public</a:t>
            </a:r>
          </a:p>
        </p:txBody>
      </p:sp>
      <p:sp>
        <p:nvSpPr>
          <p:cNvPr id="23" name="empower_classification_placeholder">
            <a:extLst>
              <a:ext uri="{FF2B5EF4-FFF2-40B4-BE49-F238E27FC236}">
                <a16:creationId xmlns:a16="http://schemas.microsoft.com/office/drawing/2014/main" id="{4E82CE8C-8E20-4C1A-B65C-F8A30CF5A153}"/>
              </a:ext>
            </a:extLst>
          </p:cNvPr>
          <p:cNvSpPr txBox="1">
            <a:spLocks/>
          </p:cNvSpPr>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dirty="0">
                <a:solidFill>
                  <a:schemeClr val="tx1"/>
                </a:solidFill>
                <a:latin typeface="+mn-lt"/>
                <a:ea typeface="+mn-ea"/>
                <a:cs typeface="+mn-cs"/>
              </a:rPr>
              <a:t>public</a:t>
            </a:r>
          </a:p>
        </p:txBody>
      </p:sp>
      <p:sp>
        <p:nvSpPr>
          <p:cNvPr id="25" name="empower_date_placeholder">
            <a:extLst>
              <a:ext uri="{FF2B5EF4-FFF2-40B4-BE49-F238E27FC236}">
                <a16:creationId xmlns:a16="http://schemas.microsoft.com/office/drawing/2014/main" id="{D96F0A90-37BC-4B0D-A29D-8711C51DD447}"/>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dirty="0">
                <a:solidFill>
                  <a:schemeClr val="tx1"/>
                </a:solidFill>
                <a:latin typeface="+mn-lt"/>
                <a:ea typeface="+mn-ea"/>
                <a:cs typeface="+mn-cs"/>
              </a:rPr>
              <a:t>2025-12-10</a:t>
            </a:r>
          </a:p>
        </p:txBody>
      </p:sp>
      <p:sp>
        <p:nvSpPr>
          <p:cNvPr id="7" name="Content Left"/>
          <p:cNvSpPr>
            <a:spLocks noGrp="1"/>
          </p:cNvSpPr>
          <p:nvPr>
            <p:ph sz="quarter" idx="13" hasCustomPrompt="1"/>
          </p:nvPr>
        </p:nvSpPr>
        <p:spPr>
          <a:xfrm>
            <a:off x="334800" y="1268414"/>
            <a:ext cx="3744384"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Center"/>
          <p:cNvSpPr>
            <a:spLocks noGrp="1"/>
          </p:cNvSpPr>
          <p:nvPr>
            <p:ph sz="quarter" idx="14" hasCustomPrompt="1"/>
          </p:nvPr>
        </p:nvSpPr>
        <p:spPr>
          <a:xfrm>
            <a:off x="4262399" y="1268414"/>
            <a:ext cx="3672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Right"/>
          <p:cNvSpPr>
            <a:spLocks noGrp="1"/>
          </p:cNvSpPr>
          <p:nvPr>
            <p:ph sz="quarter" idx="15" hasCustomPrompt="1"/>
          </p:nvPr>
        </p:nvSpPr>
        <p:spPr>
          <a:xfrm>
            <a:off x="8113184" y="1268414"/>
            <a:ext cx="3744416"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7A635AE4-FE20-4282-BFFD-96EBDCED60D9}"/>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96E14A5B-9E91-4287-8D3D-9F9C469D8ECA}"/>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210BD89C-2BAC-459E-A79D-05B6C0B33362}"/>
              </a:ext>
            </a:extLst>
          </p:cNvPr>
          <p:cNvSpPr>
            <a:spLocks noGrp="1"/>
          </p:cNvSpPr>
          <p:nvPr>
            <p:ph type="dt" sz="half" idx="16"/>
            <p:custDataLst>
              <p:tags r:id="rId10"/>
            </p:custDataLst>
          </p:nvPr>
        </p:nvSpPr>
        <p:spPr/>
        <p:txBody>
          <a:bodyPr/>
          <a:lstStyle/>
          <a:p>
            <a:endParaRPr lang="en-US" b="1" dirty="0"/>
          </a:p>
        </p:txBody>
      </p:sp>
      <p:sp>
        <p:nvSpPr>
          <p:cNvPr id="12" name="Footer Placeholder 11" hidden="1">
            <a:extLst>
              <a:ext uri="{FF2B5EF4-FFF2-40B4-BE49-F238E27FC236}">
                <a16:creationId xmlns:a16="http://schemas.microsoft.com/office/drawing/2014/main" id="{13A018B2-30A4-435D-A599-2BE57EAB5CBC}"/>
              </a:ext>
            </a:extLst>
          </p:cNvPr>
          <p:cNvSpPr>
            <a:spLocks noGrp="1"/>
          </p:cNvSpPr>
          <p:nvPr>
            <p:ph type="ftr" sz="quarter" idx="17"/>
            <p:custDataLst>
              <p:tags r:id="rId11"/>
            </p:custDataLst>
          </p:nvPr>
        </p:nvSpPr>
        <p:spPr/>
        <p:txBody>
          <a:bodyPr/>
          <a:lstStyle/>
          <a:p>
            <a:endParaRPr lang="en-US" dirty="0"/>
          </a:p>
        </p:txBody>
      </p:sp>
      <p:sp>
        <p:nvSpPr>
          <p:cNvPr id="14" name="Slide Number Placeholder 13" hidden="1">
            <a:extLst>
              <a:ext uri="{FF2B5EF4-FFF2-40B4-BE49-F238E27FC236}">
                <a16:creationId xmlns:a16="http://schemas.microsoft.com/office/drawing/2014/main" id="{B6CA23A5-CFDD-4B39-B853-6A18A878BFBF}"/>
              </a:ext>
            </a:extLst>
          </p:cNvPr>
          <p:cNvSpPr>
            <a:spLocks noGrp="1"/>
          </p:cNvSpPr>
          <p:nvPr>
            <p:ph type="sldNum" sz="quarter" idx="18"/>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226441E8-60EA-42A3-B978-BA612ACACF40}"/>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4190322751"/>
      </p:ext>
    </p:extLst>
  </p:cSld>
  <p:clrMapOvr>
    <a:masterClrMapping/>
  </p:clrMapOvr>
  <p:hf hdr="0" dt="0"/>
  <p:extLst>
    <p:ext uri="{DCECCB84-F9BA-43D5-87BE-67443E8EF086}">
      <p15:sldGuideLst xmlns:p15="http://schemas.microsoft.com/office/powerpoint/2012/main">
        <p15:guide id="1" orient="horz" pos="4020">
          <p15:clr>
            <a:srgbClr val="FBAE40"/>
          </p15:clr>
        </p15:guide>
        <p15:guide id="2" orient="horz" pos="799">
          <p15:clr>
            <a:srgbClr val="FBAE40"/>
          </p15:clr>
        </p15:guide>
        <p15:guide id="3" pos="4997">
          <p15:clr>
            <a:srgbClr val="FBAE40"/>
          </p15:clr>
        </p15:guide>
        <p15:guide id="4" pos="2683">
          <p15:clr>
            <a:srgbClr val="FBAE40"/>
          </p15:clr>
        </p15:guide>
        <p15:guide id="5" pos="2570">
          <p15:clr>
            <a:srgbClr val="FBAE40"/>
          </p15:clr>
        </p15:guide>
        <p15:guide id="6" pos="5110">
          <p15:clr>
            <a:srgbClr val="FBAE40"/>
          </p15:clr>
        </p15:guide>
        <p15:guide id="7" pos="211">
          <p15:clr>
            <a:srgbClr val="FBAE40"/>
          </p15:clr>
        </p15:guide>
        <p15:guide id="8" pos="746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reserve="1">
  <p:cSld name="Row | 3 columns">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488416C1-009C-4276-862C-859A39D89869}"/>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B192327F-A51B-41E2-B3F1-79934B28290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EE529511-279F-4E8D-B98F-7745CB480D72}"/>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7712C297-5B52-4E05-AEC3-8C81F2A74EE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C492E0D9-97C5-4A27-B585-4460769C4D67}"/>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p>
        </p:txBody>
      </p:sp>
      <p:sp>
        <p:nvSpPr>
          <p:cNvPr id="22" name="empower_classification_attention_placeholder" hidden="1">
            <a:extLst>
              <a:ext uri="{FF2B5EF4-FFF2-40B4-BE49-F238E27FC236}">
                <a16:creationId xmlns:a16="http://schemas.microsoft.com/office/drawing/2014/main" id="{EB4DD739-504C-48CA-BA98-DEE0B3A91EAB}"/>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dirty="0">
                <a:solidFill>
                  <a:schemeClr val="tx2"/>
                </a:solidFill>
                <a:latin typeface="+mn-lt"/>
                <a:ea typeface="+mn-ea"/>
                <a:cs typeface="+mn-cs"/>
              </a:rPr>
              <a:t>public</a:t>
            </a:r>
          </a:p>
        </p:txBody>
      </p:sp>
      <p:sp>
        <p:nvSpPr>
          <p:cNvPr id="24" name="empower_classification_placeholder">
            <a:extLst>
              <a:ext uri="{FF2B5EF4-FFF2-40B4-BE49-F238E27FC236}">
                <a16:creationId xmlns:a16="http://schemas.microsoft.com/office/drawing/2014/main" id="{D547197E-1EC3-47AA-B644-4B7771421A2B}"/>
              </a:ext>
            </a:extLst>
          </p:cNvPr>
          <p:cNvSpPr txBox="1"/>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dirty="0">
                <a:solidFill>
                  <a:schemeClr val="tx1"/>
                </a:solidFill>
                <a:latin typeface="+mn-lt"/>
                <a:ea typeface="+mn-ea"/>
                <a:cs typeface="+mn-cs"/>
              </a:rPr>
              <a:t>public</a:t>
            </a:r>
          </a:p>
        </p:txBody>
      </p:sp>
      <p:sp>
        <p:nvSpPr>
          <p:cNvPr id="26" name="empower_date_placeholder">
            <a:extLst>
              <a:ext uri="{FF2B5EF4-FFF2-40B4-BE49-F238E27FC236}">
                <a16:creationId xmlns:a16="http://schemas.microsoft.com/office/drawing/2014/main" id="{5B4084F1-8114-4C22-84F5-3D14817A7904}"/>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dirty="0">
                <a:solidFill>
                  <a:schemeClr val="tx1"/>
                </a:solidFill>
                <a:latin typeface="+mn-lt"/>
                <a:ea typeface="+mn-ea"/>
                <a:cs typeface="+mn-cs"/>
              </a:rPr>
              <a:t>2025-12-10</a:t>
            </a:r>
          </a:p>
        </p:txBody>
      </p:sp>
      <p:sp>
        <p:nvSpPr>
          <p:cNvPr id="7" name="Content Top"/>
          <p:cNvSpPr>
            <a:spLocks noGrp="1"/>
          </p:cNvSpPr>
          <p:nvPr>
            <p:ph sz="quarter" idx="13" hasCustomPrompt="1"/>
          </p:nvPr>
        </p:nvSpPr>
        <p:spPr>
          <a:xfrm>
            <a:off x="334800" y="1268414"/>
            <a:ext cx="11521280" cy="1368425"/>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9" name="Content Left"/>
          <p:cNvSpPr>
            <a:spLocks noGrp="1"/>
          </p:cNvSpPr>
          <p:nvPr>
            <p:ph sz="quarter" idx="14" hasCustomPrompt="1"/>
          </p:nvPr>
        </p:nvSpPr>
        <p:spPr>
          <a:xfrm>
            <a:off x="334800" y="2781300"/>
            <a:ext cx="3744000"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Center"/>
          <p:cNvSpPr>
            <a:spLocks noGrp="1"/>
          </p:cNvSpPr>
          <p:nvPr>
            <p:ph sz="quarter" idx="15" hasCustomPrompt="1"/>
          </p:nvPr>
        </p:nvSpPr>
        <p:spPr>
          <a:xfrm>
            <a:off x="4259262" y="2781300"/>
            <a:ext cx="3673475"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Right"/>
          <p:cNvSpPr>
            <a:spLocks noGrp="1"/>
          </p:cNvSpPr>
          <p:nvPr>
            <p:ph sz="quarter" idx="16" hasCustomPrompt="1"/>
          </p:nvPr>
        </p:nvSpPr>
        <p:spPr>
          <a:xfrm>
            <a:off x="8113186" y="2781300"/>
            <a:ext cx="3744383"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6C581746-1B2C-4D98-9755-6221A3ED9E38}"/>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7AAAECD1-71D2-46B6-BF2D-6007823BA888}"/>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EA8AF054-4363-4E54-A605-8A5E7CD05422}"/>
              </a:ext>
            </a:extLst>
          </p:cNvPr>
          <p:cNvSpPr>
            <a:spLocks noGrp="1"/>
          </p:cNvSpPr>
          <p:nvPr>
            <p:ph type="dt" sz="half" idx="17"/>
            <p:custDataLst>
              <p:tags r:id="rId10"/>
            </p:custDataLst>
          </p:nvPr>
        </p:nvSpPr>
        <p:spPr/>
        <p:txBody>
          <a:bodyPr/>
          <a:lstStyle/>
          <a:p>
            <a:endParaRPr lang="en-US" b="1" dirty="0"/>
          </a:p>
        </p:txBody>
      </p:sp>
      <p:sp>
        <p:nvSpPr>
          <p:cNvPr id="14" name="Footer Placeholder 13" hidden="1">
            <a:extLst>
              <a:ext uri="{FF2B5EF4-FFF2-40B4-BE49-F238E27FC236}">
                <a16:creationId xmlns:a16="http://schemas.microsoft.com/office/drawing/2014/main" id="{C839DAF8-6F4C-441B-B45B-348B7EA8B4B3}"/>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0CBA086A-526B-43F0-BEDE-EC3219CC7834}"/>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F76E7CBE-7230-4110-85FB-3718D4B81343}"/>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562810528"/>
      </p:ext>
    </p:extLst>
  </p:cSld>
  <p:clrMapOvr>
    <a:masterClrMapping/>
  </p:clrMapOvr>
  <p:hf hdr="0" dt="0"/>
  <p:extLst>
    <p:ext uri="{DCECCB84-F9BA-43D5-87BE-67443E8EF086}">
      <p15:sldGuideLst xmlns:p15="http://schemas.microsoft.com/office/powerpoint/2012/main">
        <p15:guide id="1" pos="4997">
          <p15:clr>
            <a:srgbClr val="FBAE40"/>
          </p15:clr>
        </p15:guide>
        <p15:guide id="2" pos="5110">
          <p15:clr>
            <a:srgbClr val="FBAE40"/>
          </p15:clr>
        </p15:guide>
        <p15:guide id="3" pos="7469">
          <p15:clr>
            <a:srgbClr val="FBAE40"/>
          </p15:clr>
        </p15:guide>
        <p15:guide id="4" pos="2683">
          <p15:clr>
            <a:srgbClr val="FBAE40"/>
          </p15:clr>
        </p15:guide>
        <p15:guide id="5" pos="2570">
          <p15:clr>
            <a:srgbClr val="FBAE40"/>
          </p15:clr>
        </p15:guide>
        <p15:guide id="6" pos="211">
          <p15:clr>
            <a:srgbClr val="FBAE40"/>
          </p15:clr>
        </p15:guide>
        <p15:guide id="7" orient="horz" pos="799">
          <p15:clr>
            <a:srgbClr val="FBAE40"/>
          </p15:clr>
        </p15:guide>
        <p15:guide id="8" orient="horz" pos="4020">
          <p15:clr>
            <a:srgbClr val="FBAE40"/>
          </p15:clr>
        </p15:guide>
        <p15:guide id="9" orient="horz" pos="1661">
          <p15:clr>
            <a:srgbClr val="FBAE40"/>
          </p15:clr>
        </p15:guide>
        <p15:guide id="10" orient="horz" pos="175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xAndMedia" preserve="1">
  <p:cSld name="4 columns">
    <p:spTree>
      <p:nvGrpSpPr>
        <p:cNvPr id="1" name=""/>
        <p:cNvGrpSpPr/>
        <p:nvPr/>
      </p:nvGrpSpPr>
      <p:grpSpPr>
        <a:xfrm>
          <a:off x="0" y="0"/>
          <a:ext cx="0" cy="0"/>
          <a:chOff x="0" y="0"/>
          <a:chExt cx="0" cy="0"/>
        </a:xfrm>
      </p:grpSpPr>
      <p:sp>
        <p:nvSpPr>
          <p:cNvPr id="11" name="empower_additionalText_placeholder" hidden="1">
            <a:extLst>
              <a:ext uri="{FF2B5EF4-FFF2-40B4-BE49-F238E27FC236}">
                <a16:creationId xmlns:a16="http://schemas.microsoft.com/office/drawing/2014/main" id="{5BFFD0DD-DDFD-422B-86D9-F164E68C0538}"/>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5" name="empower_document_placeholder" hidden="1">
            <a:extLst>
              <a:ext uri="{FF2B5EF4-FFF2-40B4-BE49-F238E27FC236}">
                <a16:creationId xmlns:a16="http://schemas.microsoft.com/office/drawing/2014/main" id="{DF070F93-7F88-456A-894C-885F8AC591A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6" name="empower_proprietary_placeholder" hidden="1">
            <a:extLst>
              <a:ext uri="{FF2B5EF4-FFF2-40B4-BE49-F238E27FC236}">
                <a16:creationId xmlns:a16="http://schemas.microsoft.com/office/drawing/2014/main" id="{9A5FF993-F527-4569-A066-E8D346767DE0}"/>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7" name="empower_draft_placeholder" hidden="1">
            <a:extLst>
              <a:ext uri="{FF2B5EF4-FFF2-40B4-BE49-F238E27FC236}">
                <a16:creationId xmlns:a16="http://schemas.microsoft.com/office/drawing/2014/main" id="{709C3987-21ED-4B60-B90F-837FB1F2A7A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9" name="empower_footer_placeholder">
            <a:extLst>
              <a:ext uri="{FF2B5EF4-FFF2-40B4-BE49-F238E27FC236}">
                <a16:creationId xmlns:a16="http://schemas.microsoft.com/office/drawing/2014/main" id="{C33D0117-4C9D-47FC-BBAF-7D90814DB7C7}"/>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p>
        </p:txBody>
      </p:sp>
      <p:sp>
        <p:nvSpPr>
          <p:cNvPr id="10" name="empower_classification_attention_placeholder" hidden="1">
            <a:extLst>
              <a:ext uri="{FF2B5EF4-FFF2-40B4-BE49-F238E27FC236}">
                <a16:creationId xmlns:a16="http://schemas.microsoft.com/office/drawing/2014/main" id="{40F47B66-9156-4480-85AF-99EB0563F553}"/>
              </a:ext>
            </a:extLst>
          </p:cNvPr>
          <p:cNvSpPr txBox="1"/>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dirty="0">
                <a:solidFill>
                  <a:schemeClr val="tx2"/>
                </a:solidFill>
                <a:latin typeface="+mn-lt"/>
                <a:ea typeface="+mn-ea"/>
                <a:cs typeface="+mn-cs"/>
              </a:rPr>
              <a:t>public</a:t>
            </a:r>
          </a:p>
        </p:txBody>
      </p:sp>
      <p:sp>
        <p:nvSpPr>
          <p:cNvPr id="14" name="empower_classification_placeholder">
            <a:extLst>
              <a:ext uri="{FF2B5EF4-FFF2-40B4-BE49-F238E27FC236}">
                <a16:creationId xmlns:a16="http://schemas.microsoft.com/office/drawing/2014/main" id="{B1D76006-023D-437E-80D1-B8FC83CA1329}"/>
              </a:ext>
            </a:extLst>
          </p:cNvPr>
          <p:cNvSpPr txBox="1"/>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dirty="0">
                <a:solidFill>
                  <a:schemeClr val="tx1"/>
                </a:solidFill>
                <a:latin typeface="+mn-lt"/>
                <a:ea typeface="+mn-ea"/>
                <a:cs typeface="+mn-cs"/>
              </a:rPr>
              <a:t>public</a:t>
            </a:r>
          </a:p>
        </p:txBody>
      </p:sp>
      <p:sp>
        <p:nvSpPr>
          <p:cNvPr id="26" name="empower_date_placeholder">
            <a:extLst>
              <a:ext uri="{FF2B5EF4-FFF2-40B4-BE49-F238E27FC236}">
                <a16:creationId xmlns:a16="http://schemas.microsoft.com/office/drawing/2014/main" id="{71DC81B7-1CCA-48F9-8AB9-34BBC16340CF}"/>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dirty="0">
                <a:solidFill>
                  <a:schemeClr val="tx1"/>
                </a:solidFill>
                <a:latin typeface="+mn-lt"/>
                <a:ea typeface="+mn-ea"/>
                <a:cs typeface="+mn-cs"/>
              </a:rPr>
              <a:t>2025-12-10</a:t>
            </a:r>
          </a:p>
        </p:txBody>
      </p:sp>
      <p:sp>
        <p:nvSpPr>
          <p:cNvPr id="8" name="Content Left">
            <a:extLst>
              <a:ext uri="{FF2B5EF4-FFF2-40B4-BE49-F238E27FC236}">
                <a16:creationId xmlns:a16="http://schemas.microsoft.com/office/drawing/2014/main" id="{371B7856-37AA-4EBD-9A28-1045DC90A92A}"/>
              </a:ext>
            </a:extLst>
          </p:cNvPr>
          <p:cNvSpPr>
            <a:spLocks noGrp="1"/>
          </p:cNvSpPr>
          <p:nvPr>
            <p:ph sz="quarter" idx="20" hasCustomPrompt="1"/>
          </p:nvPr>
        </p:nvSpPr>
        <p:spPr>
          <a:xfrm>
            <a:off x="334799" y="1268414"/>
            <a:ext cx="2808000"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ntent Center Left">
            <a:extLst>
              <a:ext uri="{FF2B5EF4-FFF2-40B4-BE49-F238E27FC236}">
                <a16:creationId xmlns:a16="http://schemas.microsoft.com/office/drawing/2014/main" id="{AB4408A9-DF90-4D32-8AE8-9278539718C0}"/>
              </a:ext>
            </a:extLst>
          </p:cNvPr>
          <p:cNvSpPr>
            <a:spLocks noGrp="1"/>
          </p:cNvSpPr>
          <p:nvPr>
            <p:ph sz="quarter" idx="21" hasCustomPrompt="1"/>
          </p:nvPr>
        </p:nvSpPr>
        <p:spPr>
          <a:xfrm>
            <a:off x="3324225" y="1268414"/>
            <a:ext cx="2663825"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Center Right">
            <a:extLst>
              <a:ext uri="{FF2B5EF4-FFF2-40B4-BE49-F238E27FC236}">
                <a16:creationId xmlns:a16="http://schemas.microsoft.com/office/drawing/2014/main" id="{FFF96914-9970-46DB-82A4-AB1B80110378}"/>
              </a:ext>
            </a:extLst>
          </p:cNvPr>
          <p:cNvSpPr>
            <a:spLocks noGrp="1"/>
          </p:cNvSpPr>
          <p:nvPr>
            <p:ph sz="quarter" idx="22" hasCustomPrompt="1"/>
          </p:nvPr>
        </p:nvSpPr>
        <p:spPr>
          <a:xfrm>
            <a:off x="6203950" y="1268414"/>
            <a:ext cx="2663825"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Content Right">
            <a:extLst>
              <a:ext uri="{FF2B5EF4-FFF2-40B4-BE49-F238E27FC236}">
                <a16:creationId xmlns:a16="http://schemas.microsoft.com/office/drawing/2014/main" id="{6803C6B1-D864-4BE6-AE1F-CA280F4DABD8}"/>
              </a:ext>
            </a:extLst>
          </p:cNvPr>
          <p:cNvSpPr>
            <a:spLocks noGrp="1"/>
          </p:cNvSpPr>
          <p:nvPr>
            <p:ph sz="quarter" idx="23" hasCustomPrompt="1"/>
          </p:nvPr>
        </p:nvSpPr>
        <p:spPr>
          <a:xfrm>
            <a:off x="9048750" y="1268414"/>
            <a:ext cx="2807593"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a:extLst>
              <a:ext uri="{FF2B5EF4-FFF2-40B4-BE49-F238E27FC236}">
                <a16:creationId xmlns:a16="http://schemas.microsoft.com/office/drawing/2014/main" id="{CDD773CC-FCEC-46C8-A75B-E70A26A7BF5B}"/>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4" name="LOGO PROTECTION" hidden="1">
            <a:extLst>
              <a:ext uri="{FF2B5EF4-FFF2-40B4-BE49-F238E27FC236}">
                <a16:creationId xmlns:a16="http://schemas.microsoft.com/office/drawing/2014/main" id="{FC67C23C-8514-4FAA-ABF5-040B63DA67C4}"/>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735BE885-8732-4220-942B-E6D8F286274D}"/>
              </a:ext>
            </a:extLst>
          </p:cNvPr>
          <p:cNvSpPr>
            <a:spLocks noGrp="1"/>
          </p:cNvSpPr>
          <p:nvPr>
            <p:ph type="dt" sz="half" idx="24"/>
            <p:custDataLst>
              <p:tags r:id="rId10"/>
            </p:custDataLst>
          </p:nvPr>
        </p:nvSpPr>
        <p:spPr/>
        <p:txBody>
          <a:bodyPr/>
          <a:lstStyle/>
          <a:p>
            <a:endParaRPr lang="en-US" b="1" dirty="0"/>
          </a:p>
        </p:txBody>
      </p:sp>
      <p:sp>
        <p:nvSpPr>
          <p:cNvPr id="13" name="Footer Placeholder 12" hidden="1">
            <a:extLst>
              <a:ext uri="{FF2B5EF4-FFF2-40B4-BE49-F238E27FC236}">
                <a16:creationId xmlns:a16="http://schemas.microsoft.com/office/drawing/2014/main" id="{30570D12-AEFF-4406-B206-CB0D80D8FF49}"/>
              </a:ext>
            </a:extLst>
          </p:cNvPr>
          <p:cNvSpPr>
            <a:spLocks noGrp="1"/>
          </p:cNvSpPr>
          <p:nvPr>
            <p:ph type="ftr" sz="quarter" idx="25"/>
            <p:custDataLst>
              <p:tags r:id="rId11"/>
            </p:custDataLst>
          </p:nvPr>
        </p:nvSpPr>
        <p:spPr/>
        <p:txBody>
          <a:bodyPr/>
          <a:lstStyle/>
          <a:p>
            <a:endParaRPr lang="en-US" dirty="0"/>
          </a:p>
        </p:txBody>
      </p:sp>
      <p:sp>
        <p:nvSpPr>
          <p:cNvPr id="16" name="Slide Number Placeholder 15" hidden="1">
            <a:extLst>
              <a:ext uri="{FF2B5EF4-FFF2-40B4-BE49-F238E27FC236}">
                <a16:creationId xmlns:a16="http://schemas.microsoft.com/office/drawing/2014/main" id="{C49E2653-C8D1-4594-B3A4-0606A88CBB62}"/>
              </a:ext>
            </a:extLst>
          </p:cNvPr>
          <p:cNvSpPr>
            <a:spLocks noGrp="1"/>
          </p:cNvSpPr>
          <p:nvPr>
            <p:ph type="sldNum" sz="quarter" idx="26"/>
            <p:custDataLst>
              <p:tags r:id="rId12"/>
            </p:custDataLst>
          </p:nvPr>
        </p:nvSpPr>
        <p:spPr/>
        <p:txBody>
          <a:bodyPr/>
          <a:lstStyle/>
          <a:p>
            <a:r>
              <a:rPr lang="en-US"/>
              <a:t> </a:t>
            </a:r>
            <a:endParaRPr lang="en-US" dirty="0"/>
          </a:p>
        </p:txBody>
      </p:sp>
      <p:sp>
        <p:nvSpPr>
          <p:cNvPr id="18" name="MIO_Placeholder_Mapping" hidden="1">
            <a:extLst>
              <a:ext uri="{FF2B5EF4-FFF2-40B4-BE49-F238E27FC236}">
                <a16:creationId xmlns:a16="http://schemas.microsoft.com/office/drawing/2014/main" id="{12ADA7AE-DD1C-409A-B0A5-6D14FF7BF270}"/>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1052772099"/>
      </p:ext>
    </p:extLst>
  </p:cSld>
  <p:clrMapOvr>
    <a:masterClrMapping/>
  </p:clrMapOvr>
  <p:hf hdr="0" dt="0"/>
  <p:extLst>
    <p:ext uri="{DCECCB84-F9BA-43D5-87BE-67443E8EF086}">
      <p15:sldGuideLst xmlns:p15="http://schemas.microsoft.com/office/powerpoint/2012/main">
        <p15:guide id="1" orient="horz" pos="799">
          <p15:clr>
            <a:srgbClr val="FBAE40"/>
          </p15:clr>
        </p15:guide>
        <p15:guide id="2" orient="horz" pos="4020">
          <p15:clr>
            <a:srgbClr val="FBAE40"/>
          </p15:clr>
        </p15:guide>
        <p15:guide id="3" pos="7469">
          <p15:clr>
            <a:srgbClr val="FBAE40"/>
          </p15:clr>
        </p15:guide>
        <p15:guide id="4" pos="211">
          <p15:clr>
            <a:srgbClr val="FBAE40"/>
          </p15:clr>
        </p15:guide>
        <p15:guide id="5" pos="3908">
          <p15:clr>
            <a:srgbClr val="FBAE40"/>
          </p15:clr>
        </p15:guide>
        <p15:guide id="6" pos="3772">
          <p15:clr>
            <a:srgbClr val="FBAE40"/>
          </p15:clr>
        </p15:guide>
        <p15:guide id="7" pos="5586">
          <p15:clr>
            <a:srgbClr val="FBAE40"/>
          </p15:clr>
        </p15:guide>
        <p15:guide id="8" pos="5700">
          <p15:clr>
            <a:srgbClr val="FBAE40"/>
          </p15:clr>
        </p15:guide>
        <p15:guide id="9" pos="1980">
          <p15:clr>
            <a:srgbClr val="FBAE40"/>
          </p15:clr>
        </p15:guide>
        <p15:guide id="10" pos="209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OverTx" preserve="1">
  <p:cSld name="Row | 4 columns">
    <p:spTree>
      <p:nvGrpSpPr>
        <p:cNvPr id="1" name=""/>
        <p:cNvGrpSpPr/>
        <p:nvPr/>
      </p:nvGrpSpPr>
      <p:grpSpPr>
        <a:xfrm>
          <a:off x="0" y="0"/>
          <a:ext cx="0" cy="0"/>
          <a:chOff x="0" y="0"/>
          <a:chExt cx="0" cy="0"/>
        </a:xfrm>
      </p:grpSpPr>
      <p:sp>
        <p:nvSpPr>
          <p:cNvPr id="13" name="empower_additionalText_placeholder" hidden="1">
            <a:extLst>
              <a:ext uri="{FF2B5EF4-FFF2-40B4-BE49-F238E27FC236}">
                <a16:creationId xmlns:a16="http://schemas.microsoft.com/office/drawing/2014/main" id="{598DE9EE-A198-41B5-9814-41C66F96D3B0}"/>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5" name="empower_document_placeholder" hidden="1">
            <a:extLst>
              <a:ext uri="{FF2B5EF4-FFF2-40B4-BE49-F238E27FC236}">
                <a16:creationId xmlns:a16="http://schemas.microsoft.com/office/drawing/2014/main" id="{0AFB1D71-5FD7-446C-90B5-1DE68C513BD6}"/>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6" name="empower_proprietary_placeholder" hidden="1">
            <a:extLst>
              <a:ext uri="{FF2B5EF4-FFF2-40B4-BE49-F238E27FC236}">
                <a16:creationId xmlns:a16="http://schemas.microsoft.com/office/drawing/2014/main" id="{57168C6C-B95E-4260-9301-8D1D5988F67B}"/>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7" name="empower_draft_placeholder" hidden="1">
            <a:extLst>
              <a:ext uri="{FF2B5EF4-FFF2-40B4-BE49-F238E27FC236}">
                <a16:creationId xmlns:a16="http://schemas.microsoft.com/office/drawing/2014/main" id="{729E2230-F28C-4139-A2F7-536C0BDB8E99}"/>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9" name="empower_footer_placeholder">
            <a:extLst>
              <a:ext uri="{FF2B5EF4-FFF2-40B4-BE49-F238E27FC236}">
                <a16:creationId xmlns:a16="http://schemas.microsoft.com/office/drawing/2014/main" id="{2A98BB16-D9CD-4785-A71C-21C57A55488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p>
        </p:txBody>
      </p:sp>
      <p:sp>
        <p:nvSpPr>
          <p:cNvPr id="10" name="empower_classification_attention_placeholder" hidden="1">
            <a:extLst>
              <a:ext uri="{FF2B5EF4-FFF2-40B4-BE49-F238E27FC236}">
                <a16:creationId xmlns:a16="http://schemas.microsoft.com/office/drawing/2014/main" id="{333A1F8F-A990-434A-92C1-D59A014E7AFF}"/>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dirty="0">
                <a:solidFill>
                  <a:schemeClr val="tx2"/>
                </a:solidFill>
                <a:latin typeface="+mn-lt"/>
                <a:ea typeface="+mn-ea"/>
                <a:cs typeface="+mn-cs"/>
              </a:rPr>
              <a:t>public</a:t>
            </a:r>
          </a:p>
        </p:txBody>
      </p:sp>
      <p:sp>
        <p:nvSpPr>
          <p:cNvPr id="11" name="empower_classification_placeholder">
            <a:extLst>
              <a:ext uri="{FF2B5EF4-FFF2-40B4-BE49-F238E27FC236}">
                <a16:creationId xmlns:a16="http://schemas.microsoft.com/office/drawing/2014/main" id="{DBAA7875-DC7B-4CB1-AFAA-A99AEDD01BF7}"/>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dirty="0">
                <a:solidFill>
                  <a:schemeClr val="tx1"/>
                </a:solidFill>
                <a:latin typeface="+mn-lt"/>
                <a:ea typeface="+mn-ea"/>
                <a:cs typeface="+mn-cs"/>
              </a:rPr>
              <a:t>public</a:t>
            </a:r>
          </a:p>
        </p:txBody>
      </p:sp>
      <p:sp>
        <p:nvSpPr>
          <p:cNvPr id="15" name="empower_date_placeholder">
            <a:extLst>
              <a:ext uri="{FF2B5EF4-FFF2-40B4-BE49-F238E27FC236}">
                <a16:creationId xmlns:a16="http://schemas.microsoft.com/office/drawing/2014/main" id="{5743D8EF-9336-4669-BBD9-501D062A3DB4}"/>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dirty="0">
                <a:solidFill>
                  <a:schemeClr val="tx1"/>
                </a:solidFill>
                <a:latin typeface="+mn-lt"/>
                <a:ea typeface="+mn-ea"/>
                <a:cs typeface="+mn-cs"/>
              </a:rPr>
              <a:t>2025-12-10</a:t>
            </a:r>
          </a:p>
        </p:txBody>
      </p:sp>
      <p:sp>
        <p:nvSpPr>
          <p:cNvPr id="8" name="Content Top">
            <a:extLst>
              <a:ext uri="{FF2B5EF4-FFF2-40B4-BE49-F238E27FC236}">
                <a16:creationId xmlns:a16="http://schemas.microsoft.com/office/drawing/2014/main" id="{B528FDA5-64C4-4079-B7B7-97722BA30039}"/>
              </a:ext>
            </a:extLst>
          </p:cNvPr>
          <p:cNvSpPr>
            <a:spLocks noGrp="1"/>
          </p:cNvSpPr>
          <p:nvPr>
            <p:ph sz="quarter" idx="21" hasCustomPrompt="1"/>
          </p:nvPr>
        </p:nvSpPr>
        <p:spPr>
          <a:xfrm>
            <a:off x="334800" y="1268414"/>
            <a:ext cx="11521280" cy="1368425"/>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12" name="Content Left">
            <a:extLst>
              <a:ext uri="{FF2B5EF4-FFF2-40B4-BE49-F238E27FC236}">
                <a16:creationId xmlns:a16="http://schemas.microsoft.com/office/drawing/2014/main" id="{11455573-DB68-4634-9EB0-10FDA72EB09C}"/>
              </a:ext>
            </a:extLst>
          </p:cNvPr>
          <p:cNvSpPr>
            <a:spLocks noGrp="1"/>
          </p:cNvSpPr>
          <p:nvPr>
            <p:ph sz="quarter" idx="22" hasCustomPrompt="1"/>
          </p:nvPr>
        </p:nvSpPr>
        <p:spPr>
          <a:xfrm>
            <a:off x="334800" y="2781300"/>
            <a:ext cx="2808000"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Content Center Left">
            <a:extLst>
              <a:ext uri="{FF2B5EF4-FFF2-40B4-BE49-F238E27FC236}">
                <a16:creationId xmlns:a16="http://schemas.microsoft.com/office/drawing/2014/main" id="{DF6A34C2-8D0D-4C18-BD01-86B1344A92DF}"/>
              </a:ext>
            </a:extLst>
          </p:cNvPr>
          <p:cNvSpPr>
            <a:spLocks noGrp="1"/>
          </p:cNvSpPr>
          <p:nvPr>
            <p:ph sz="quarter" idx="23" hasCustomPrompt="1"/>
          </p:nvPr>
        </p:nvSpPr>
        <p:spPr>
          <a:xfrm>
            <a:off x="3324225" y="2781300"/>
            <a:ext cx="2663825"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Content Center Right">
            <a:extLst>
              <a:ext uri="{FF2B5EF4-FFF2-40B4-BE49-F238E27FC236}">
                <a16:creationId xmlns:a16="http://schemas.microsoft.com/office/drawing/2014/main" id="{A331F240-D4BB-4096-BFB7-002D583A4FC9}"/>
              </a:ext>
            </a:extLst>
          </p:cNvPr>
          <p:cNvSpPr>
            <a:spLocks noGrp="1"/>
          </p:cNvSpPr>
          <p:nvPr>
            <p:ph sz="quarter" idx="24" hasCustomPrompt="1"/>
          </p:nvPr>
        </p:nvSpPr>
        <p:spPr>
          <a:xfrm>
            <a:off x="6203950" y="2781300"/>
            <a:ext cx="2663825"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 name="Content Right">
            <a:extLst>
              <a:ext uri="{FF2B5EF4-FFF2-40B4-BE49-F238E27FC236}">
                <a16:creationId xmlns:a16="http://schemas.microsoft.com/office/drawing/2014/main" id="{2BEB3BE2-22F6-4B6B-AB28-F38AB449DED5}"/>
              </a:ext>
            </a:extLst>
          </p:cNvPr>
          <p:cNvSpPr>
            <a:spLocks noGrp="1"/>
          </p:cNvSpPr>
          <p:nvPr>
            <p:ph sz="quarter" idx="25" hasCustomPrompt="1"/>
          </p:nvPr>
        </p:nvSpPr>
        <p:spPr>
          <a:xfrm>
            <a:off x="9048750" y="2781300"/>
            <a:ext cx="2807593"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a:extLst>
              <a:ext uri="{FF2B5EF4-FFF2-40B4-BE49-F238E27FC236}">
                <a16:creationId xmlns:a16="http://schemas.microsoft.com/office/drawing/2014/main" id="{B9A27F18-A46A-4C29-AB62-7BEB5215CA63}"/>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4" name="LOGO PROTECTION" hidden="1">
            <a:extLst>
              <a:ext uri="{FF2B5EF4-FFF2-40B4-BE49-F238E27FC236}">
                <a16:creationId xmlns:a16="http://schemas.microsoft.com/office/drawing/2014/main" id="{DDE018F7-7CB9-4F69-872D-4609CBE453C0}"/>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580E7AAC-C545-4F05-8939-1B218CC948D8}"/>
              </a:ext>
            </a:extLst>
          </p:cNvPr>
          <p:cNvSpPr>
            <a:spLocks noGrp="1"/>
          </p:cNvSpPr>
          <p:nvPr>
            <p:ph type="dt" sz="half" idx="26"/>
            <p:custDataLst>
              <p:tags r:id="rId10"/>
            </p:custDataLst>
          </p:nvPr>
        </p:nvSpPr>
        <p:spPr/>
        <p:txBody>
          <a:bodyPr/>
          <a:lstStyle/>
          <a:p>
            <a:endParaRPr lang="en-US" b="1" dirty="0"/>
          </a:p>
        </p:txBody>
      </p:sp>
      <p:sp>
        <p:nvSpPr>
          <p:cNvPr id="14" name="Footer Placeholder 13" hidden="1">
            <a:extLst>
              <a:ext uri="{FF2B5EF4-FFF2-40B4-BE49-F238E27FC236}">
                <a16:creationId xmlns:a16="http://schemas.microsoft.com/office/drawing/2014/main" id="{86E86CFC-21FB-497B-BD25-729619D70F13}"/>
              </a:ext>
            </a:extLst>
          </p:cNvPr>
          <p:cNvSpPr>
            <a:spLocks noGrp="1"/>
          </p:cNvSpPr>
          <p:nvPr>
            <p:ph type="ftr" sz="quarter" idx="27"/>
            <p:custDataLst>
              <p:tags r:id="rId11"/>
            </p:custDataLst>
          </p:nvPr>
        </p:nvSpPr>
        <p:spPr/>
        <p:txBody>
          <a:bodyPr/>
          <a:lstStyle/>
          <a:p>
            <a:endParaRPr lang="en-US" dirty="0"/>
          </a:p>
        </p:txBody>
      </p:sp>
      <p:sp>
        <p:nvSpPr>
          <p:cNvPr id="17" name="Slide Number Placeholder 16" hidden="1">
            <a:extLst>
              <a:ext uri="{FF2B5EF4-FFF2-40B4-BE49-F238E27FC236}">
                <a16:creationId xmlns:a16="http://schemas.microsoft.com/office/drawing/2014/main" id="{C7A23CE7-AF5A-4245-A417-6A94DA58E485}"/>
              </a:ext>
            </a:extLst>
          </p:cNvPr>
          <p:cNvSpPr>
            <a:spLocks noGrp="1"/>
          </p:cNvSpPr>
          <p:nvPr>
            <p:ph type="sldNum" sz="quarter" idx="28"/>
            <p:custDataLst>
              <p:tags r:id="rId12"/>
            </p:custDataLst>
          </p:nvPr>
        </p:nvSpPr>
        <p:spPr/>
        <p:txBody>
          <a:bodyPr/>
          <a:lstStyle/>
          <a:p>
            <a:r>
              <a:rPr lang="en-US"/>
              <a:t> </a:t>
            </a:r>
            <a:endParaRPr lang="en-US" dirty="0"/>
          </a:p>
        </p:txBody>
      </p:sp>
      <p:sp>
        <p:nvSpPr>
          <p:cNvPr id="19" name="MIO_Placeholder_Mapping" hidden="1">
            <a:extLst>
              <a:ext uri="{FF2B5EF4-FFF2-40B4-BE49-F238E27FC236}">
                <a16:creationId xmlns:a16="http://schemas.microsoft.com/office/drawing/2014/main" id="{E3241B79-27A8-4873-89EC-D6F0564709E7}"/>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772529200"/>
      </p:ext>
    </p:extLst>
  </p:cSld>
  <p:clrMapOvr>
    <a:masterClrMapping/>
  </p:clrMapOvr>
  <p:hf hdr="0" dt="0"/>
  <p:extLst>
    <p:ext uri="{DCECCB84-F9BA-43D5-87BE-67443E8EF086}">
      <p15:sldGuideLst xmlns:p15="http://schemas.microsoft.com/office/powerpoint/2012/main">
        <p15:guide id="1" orient="horz" pos="799">
          <p15:clr>
            <a:srgbClr val="FBAE40"/>
          </p15:clr>
        </p15:guide>
        <p15:guide id="2" orient="horz" pos="1661">
          <p15:clr>
            <a:srgbClr val="FBAE40"/>
          </p15:clr>
        </p15:guide>
        <p15:guide id="3" orient="horz" pos="1752">
          <p15:clr>
            <a:srgbClr val="FBAE40"/>
          </p15:clr>
        </p15:guide>
        <p15:guide id="4" orient="horz" pos="4020">
          <p15:clr>
            <a:srgbClr val="FBAE40"/>
          </p15:clr>
        </p15:guide>
        <p15:guide id="5" pos="1980">
          <p15:clr>
            <a:srgbClr val="FBAE40"/>
          </p15:clr>
        </p15:guide>
        <p15:guide id="6" pos="211">
          <p15:clr>
            <a:srgbClr val="FBAE40"/>
          </p15:clr>
        </p15:guide>
        <p15:guide id="7" pos="2094">
          <p15:clr>
            <a:srgbClr val="FBAE40"/>
          </p15:clr>
        </p15:guide>
        <p15:guide id="8" pos="3772">
          <p15:clr>
            <a:srgbClr val="FBAE40"/>
          </p15:clr>
        </p15:guide>
        <p15:guide id="9" pos="3908">
          <p15:clr>
            <a:srgbClr val="FBAE40"/>
          </p15:clr>
        </p15:guide>
        <p15:guide id="10" pos="5586">
          <p15:clr>
            <a:srgbClr val="FBAE40"/>
          </p15:clr>
        </p15:guide>
        <p15:guide id="11" pos="5700">
          <p15:clr>
            <a:srgbClr val="FBAE40"/>
          </p15:clr>
        </p15:guide>
        <p15:guide id="12" pos="746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5" name="empower_additionalText_placeholder" hidden="1">
            <a:extLst>
              <a:ext uri="{FF2B5EF4-FFF2-40B4-BE49-F238E27FC236}">
                <a16:creationId xmlns:a16="http://schemas.microsoft.com/office/drawing/2014/main" id="{8B492BE2-D2A2-481A-B24A-CDE1C12A85F8}"/>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baseline="0"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C269EC22-FB11-4D33-A5AD-970FF7AE0E7D}"/>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baseline="0" noProof="0">
                <a:solidFill>
                  <a:schemeClr val="tx1"/>
                </a:solidFill>
                <a:latin typeface="+mn-lt"/>
                <a:ea typeface="+mn-ea"/>
                <a:cs typeface="+mn-cs"/>
              </a:rPr>
              <a:t>[Owner:   Doc ID:   Vers.: ]</a:t>
            </a:r>
          </a:p>
        </p:txBody>
      </p:sp>
      <p:sp>
        <p:nvSpPr>
          <p:cNvPr id="12" name="empower_proprietary_placeholder" hidden="1">
            <a:extLst>
              <a:ext uri="{FF2B5EF4-FFF2-40B4-BE49-F238E27FC236}">
                <a16:creationId xmlns:a16="http://schemas.microsoft.com/office/drawing/2014/main" id="{4B1BF6CA-DC2D-48CD-962D-066217BE39A2}"/>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Infineon Proprietary</a:t>
            </a:r>
          </a:p>
        </p:txBody>
      </p:sp>
      <p:sp>
        <p:nvSpPr>
          <p:cNvPr id="14" name="empower_draft_placeholder" hidden="1">
            <a:extLst>
              <a:ext uri="{FF2B5EF4-FFF2-40B4-BE49-F238E27FC236}">
                <a16:creationId xmlns:a16="http://schemas.microsoft.com/office/drawing/2014/main" id="{884DECEF-9719-4244-AEE1-2AEA4754457D}"/>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16" name="empower_footer_placeholder">
            <a:extLst>
              <a:ext uri="{FF2B5EF4-FFF2-40B4-BE49-F238E27FC236}">
                <a16:creationId xmlns:a16="http://schemas.microsoft.com/office/drawing/2014/main" id="{4E03D739-7852-4964-A407-6FD3B0FC1EEE}"/>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Copyright © Infineon Technologies AG 2025. All rights reserved.</a:t>
            </a:r>
          </a:p>
        </p:txBody>
      </p:sp>
      <p:sp>
        <p:nvSpPr>
          <p:cNvPr id="18" name="empower_classification_attention_placeholder" hidden="1">
            <a:extLst>
              <a:ext uri="{FF2B5EF4-FFF2-40B4-BE49-F238E27FC236}">
                <a16:creationId xmlns:a16="http://schemas.microsoft.com/office/drawing/2014/main" id="{8BB80B65-0382-459F-AC7F-F3D707F65045}"/>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dirty="0">
                <a:solidFill>
                  <a:schemeClr val="tx2"/>
                </a:solidFill>
                <a:latin typeface="+mn-lt"/>
                <a:ea typeface="+mn-ea"/>
                <a:cs typeface="+mn-cs"/>
              </a:rPr>
              <a:t>public</a:t>
            </a:r>
          </a:p>
        </p:txBody>
      </p:sp>
      <p:sp>
        <p:nvSpPr>
          <p:cNvPr id="20" name="empower_classification_placeholder">
            <a:extLst>
              <a:ext uri="{FF2B5EF4-FFF2-40B4-BE49-F238E27FC236}">
                <a16:creationId xmlns:a16="http://schemas.microsoft.com/office/drawing/2014/main" id="{35CA1B3C-86AD-43CD-94E9-5A2E81B7D24E}"/>
              </a:ext>
            </a:extLst>
          </p:cNvPr>
          <p:cNvSpPr txBox="1">
            <a:spLocks/>
          </p:cNvSpPr>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dirty="0">
                <a:solidFill>
                  <a:schemeClr val="tx1"/>
                </a:solidFill>
                <a:latin typeface="+mn-lt"/>
                <a:ea typeface="+mn-ea"/>
                <a:cs typeface="+mn-cs"/>
              </a:rPr>
              <a:t>public</a:t>
            </a:r>
          </a:p>
        </p:txBody>
      </p:sp>
      <p:sp>
        <p:nvSpPr>
          <p:cNvPr id="22" name="empower_date_placeholder">
            <a:extLst>
              <a:ext uri="{FF2B5EF4-FFF2-40B4-BE49-F238E27FC236}">
                <a16:creationId xmlns:a16="http://schemas.microsoft.com/office/drawing/2014/main" id="{8E11CE1F-6424-469C-8957-85A359561FBF}"/>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dirty="0">
                <a:solidFill>
                  <a:schemeClr val="tx1"/>
                </a:solidFill>
                <a:latin typeface="+mn-lt"/>
                <a:ea typeface="+mn-ea"/>
                <a:cs typeface="+mn-cs"/>
              </a:rPr>
              <a:t>2025-12-10</a:t>
            </a:r>
          </a:p>
        </p:txBody>
      </p:sp>
      <p:sp>
        <p:nvSpPr>
          <p:cNvPr id="7" name="Date Placeholder 6" hidden="1">
            <a:extLst>
              <a:ext uri="{FF2B5EF4-FFF2-40B4-BE49-F238E27FC236}">
                <a16:creationId xmlns:a16="http://schemas.microsoft.com/office/drawing/2014/main" id="{106A8C73-A6AF-4DF0-8894-BF2EC7AA230E}"/>
              </a:ext>
            </a:extLst>
          </p:cNvPr>
          <p:cNvSpPr>
            <a:spLocks noGrp="1"/>
          </p:cNvSpPr>
          <p:nvPr>
            <p:ph type="dt" sz="half" idx="10"/>
            <p:custDataLst>
              <p:tags r:id="rId9"/>
            </p:custDataLst>
          </p:nvPr>
        </p:nvSpPr>
        <p:spPr/>
        <p:txBody>
          <a:bodyPr/>
          <a:lstStyle/>
          <a:p>
            <a:endParaRPr lang="en-US" b="1" dirty="0"/>
          </a:p>
        </p:txBody>
      </p:sp>
      <p:sp>
        <p:nvSpPr>
          <p:cNvPr id="8" name="Footer Placeholder 7" hidden="1">
            <a:extLst>
              <a:ext uri="{FF2B5EF4-FFF2-40B4-BE49-F238E27FC236}">
                <a16:creationId xmlns:a16="http://schemas.microsoft.com/office/drawing/2014/main" id="{AB7F0ADB-6E9B-485D-93FC-12BF83F0A674}"/>
              </a:ext>
            </a:extLst>
          </p:cNvPr>
          <p:cNvSpPr>
            <a:spLocks noGrp="1"/>
          </p:cNvSpPr>
          <p:nvPr>
            <p:ph type="ftr" sz="quarter" idx="11"/>
            <p:custDataLst>
              <p:tags r:id="rId10"/>
            </p:custDataLst>
          </p:nvPr>
        </p:nvSpPr>
        <p:spPr/>
        <p:txBody>
          <a:bodyPr/>
          <a:lstStyle/>
          <a:p>
            <a:endParaRPr lang="en-US" dirty="0"/>
          </a:p>
        </p:txBody>
      </p:sp>
      <p:sp>
        <p:nvSpPr>
          <p:cNvPr id="9" name="Slide Number Placeholder 8" hidden="1">
            <a:extLst>
              <a:ext uri="{FF2B5EF4-FFF2-40B4-BE49-F238E27FC236}">
                <a16:creationId xmlns:a16="http://schemas.microsoft.com/office/drawing/2014/main" id="{688F703F-EAD1-4063-8445-95277BEEE9A3}"/>
              </a:ext>
            </a:extLst>
          </p:cNvPr>
          <p:cNvSpPr>
            <a:spLocks noGrp="1"/>
          </p:cNvSpPr>
          <p:nvPr>
            <p:ph type="sldNum" sz="quarter" idx="12"/>
            <p:custDataLst>
              <p:tags r:id="rId11"/>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1AE06898-E172-4A77-BE61-DAD235E107B9}"/>
              </a:ext>
            </a:extLst>
          </p:cNvPr>
          <p:cNvSpPr/>
          <p:nvPr userDrawn="1">
            <p:custDataLst>
              <p:tags r:id="rId12"/>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2592492543"/>
      </p:ext>
    </p:extLst>
  </p:cSld>
  <p:clrMapOvr>
    <a:masterClrMapping/>
  </p:clrMapOvr>
  <p:hf hdr="0" dt="0"/>
  <p:extLst>
    <p:ext uri="{DCECCB84-F9BA-43D5-87BE-67443E8EF086}">
      <p15:sldGuideLst xmlns:p15="http://schemas.microsoft.com/office/powerpoint/2012/main">
        <p15:guide id="1" pos="7469">
          <p15:clr>
            <a:srgbClr val="FBAE40"/>
          </p15:clr>
        </p15:guide>
        <p15:guide id="2" pos="211">
          <p15:clr>
            <a:srgbClr val="FBAE40"/>
          </p15:clr>
        </p15:guide>
        <p15:guide id="3" orient="horz" pos="4020">
          <p15:clr>
            <a:srgbClr val="FBAE40"/>
          </p15:clr>
        </p15:guide>
        <p15:guide id="4" orient="horz" pos="799">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Fullpic">
    <p:bg>
      <p:bgPr>
        <a:solidFill>
          <a:schemeClr val="accent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8C9A3C9F-7C21-45B3-9124-006DC5D0E647}"/>
              </a:ext>
            </a:extLst>
          </p:cNvPr>
          <p:cNvSpPr>
            <a:spLocks noGrp="1"/>
          </p:cNvSpPr>
          <p:nvPr>
            <p:ph type="pic" sz="quarter" idx="12"/>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12281 h 6858000"/>
              <a:gd name="connsiteX3" fmla="*/ 12192000 w 12192000"/>
              <a:gd name="connsiteY3" fmla="*/ 6823094 h 6858000"/>
              <a:gd name="connsiteX4" fmla="*/ 12192000 w 12192000"/>
              <a:gd name="connsiteY4" fmla="*/ 6858000 h 6858000"/>
              <a:gd name="connsiteX5" fmla="*/ 0 w 12192000"/>
              <a:gd name="connsiteY5" fmla="*/ 6858000 h 6858000"/>
              <a:gd name="connsiteX6" fmla="*/ 0 w 12192000"/>
              <a:gd name="connsiteY6" fmla="*/ 6823094 h 6858000"/>
              <a:gd name="connsiteX7" fmla="*/ 0 w 12192000"/>
              <a:gd name="connsiteY7" fmla="*/ 681228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12192000" y="0"/>
                </a:lnTo>
                <a:lnTo>
                  <a:pt x="12192000" y="6812281"/>
                </a:lnTo>
                <a:lnTo>
                  <a:pt x="12192000" y="6823094"/>
                </a:lnTo>
                <a:lnTo>
                  <a:pt x="12192000" y="6858000"/>
                </a:lnTo>
                <a:lnTo>
                  <a:pt x="0" y="6858000"/>
                </a:lnTo>
                <a:lnTo>
                  <a:pt x="0" y="6823094"/>
                </a:lnTo>
                <a:lnTo>
                  <a:pt x="0" y="6812281"/>
                </a:lnTo>
                <a:close/>
              </a:path>
            </a:pathLst>
          </a:custGeom>
          <a:solidFill>
            <a:srgbClr val="DCD5D7"/>
          </a:solidFill>
        </p:spPr>
        <p:txBody>
          <a:bodyPr wrap="square" tIns="2880000">
            <a:noAutofit/>
          </a:bodyPr>
          <a:lstStyle>
            <a:lvl1pPr algn="ctr">
              <a:buNone/>
              <a:defRPr baseline="0">
                <a:solidFill>
                  <a:schemeClr val="tx1"/>
                </a:solidFill>
                <a:latin typeface="+mn-lt"/>
                <a:ea typeface="+mn-ea"/>
                <a:cs typeface="+mn-cs"/>
              </a:defRPr>
            </a:lvl1pPr>
          </a:lstStyle>
          <a:p>
            <a:r>
              <a:rPr lang="en-US" noProof="0"/>
              <a:t>Click icon to add picture</a:t>
            </a:r>
            <a:endParaRPr lang="en-US" noProof="0" dirty="0"/>
          </a:p>
        </p:txBody>
      </p:sp>
      <p:sp>
        <p:nvSpPr>
          <p:cNvPr id="3" name="MIO_AGENDA_IGNORE_NAVIGATION" hidden="1">
            <a:extLst>
              <a:ext uri="{FF2B5EF4-FFF2-40B4-BE49-F238E27FC236}">
                <a16:creationId xmlns:a16="http://schemas.microsoft.com/office/drawing/2014/main" id="{298E6853-722D-4D8C-A4A5-A6FCEB4A06C0}"/>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4" name="MIO_AGENDA_IGNORE_CHAPTER_REFERENCE" hidden="1">
            <a:extLst>
              <a:ext uri="{FF2B5EF4-FFF2-40B4-BE49-F238E27FC236}">
                <a16:creationId xmlns:a16="http://schemas.microsoft.com/office/drawing/2014/main" id="{4C952A04-6CCB-455C-887C-1B9A3B0ACD0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2" name="Date Placeholder 1" hidden="1">
            <a:extLst>
              <a:ext uri="{FF2B5EF4-FFF2-40B4-BE49-F238E27FC236}">
                <a16:creationId xmlns:a16="http://schemas.microsoft.com/office/drawing/2014/main" id="{E7D6FAC8-11F4-4964-9B25-EE9D1E189D30}"/>
              </a:ext>
            </a:extLst>
          </p:cNvPr>
          <p:cNvSpPr>
            <a:spLocks noGrp="1"/>
          </p:cNvSpPr>
          <p:nvPr>
            <p:ph type="dt" sz="half" idx="13"/>
            <p:custDataLst>
              <p:tags r:id="rId1"/>
            </p:custDataLst>
          </p:nvPr>
        </p:nvSpPr>
        <p:spPr/>
        <p:txBody>
          <a:bodyPr/>
          <a:lstStyle/>
          <a:p>
            <a:endParaRPr lang="en-US" b="1" dirty="0"/>
          </a:p>
        </p:txBody>
      </p:sp>
      <p:sp>
        <p:nvSpPr>
          <p:cNvPr id="5" name="Footer Placeholder 4" hidden="1">
            <a:extLst>
              <a:ext uri="{FF2B5EF4-FFF2-40B4-BE49-F238E27FC236}">
                <a16:creationId xmlns:a16="http://schemas.microsoft.com/office/drawing/2014/main" id="{B6B82CD2-EA5C-4D03-98C1-175706CF32FC}"/>
              </a:ext>
            </a:extLst>
          </p:cNvPr>
          <p:cNvSpPr>
            <a:spLocks noGrp="1"/>
          </p:cNvSpPr>
          <p:nvPr>
            <p:ph type="ftr" sz="quarter" idx="14"/>
            <p:custDataLst>
              <p:tags r:id="rId2"/>
            </p:custDataLst>
          </p:nvPr>
        </p:nvSpPr>
        <p:spPr/>
        <p:txBody>
          <a:bodyPr/>
          <a:lstStyle/>
          <a:p>
            <a:endParaRPr lang="en-US" dirty="0"/>
          </a:p>
        </p:txBody>
      </p:sp>
      <p:sp>
        <p:nvSpPr>
          <p:cNvPr id="6" name="Slide Number Placeholder 5" hidden="1">
            <a:extLst>
              <a:ext uri="{FF2B5EF4-FFF2-40B4-BE49-F238E27FC236}">
                <a16:creationId xmlns:a16="http://schemas.microsoft.com/office/drawing/2014/main" id="{6C4E2716-EC8F-40FC-B4F8-3418FB160B39}"/>
              </a:ext>
            </a:extLst>
          </p:cNvPr>
          <p:cNvSpPr>
            <a:spLocks noGrp="1"/>
          </p:cNvSpPr>
          <p:nvPr>
            <p:ph type="sldNum" sz="quarter" idx="15"/>
            <p:custDataLst>
              <p:tags r:id="rId3"/>
            </p:custDataLst>
          </p:nvPr>
        </p:nvSpPr>
        <p:spPr/>
        <p:txBody>
          <a:bodyPr/>
          <a:lstStyle/>
          <a:p>
            <a:r>
              <a:rPr lang="en-US"/>
              <a:t> </a:t>
            </a:r>
            <a:endParaRPr lang="en-US" dirty="0"/>
          </a:p>
        </p:txBody>
      </p:sp>
      <p:sp>
        <p:nvSpPr>
          <p:cNvPr id="7" name="MIO_Placeholder_Mapping" hidden="1">
            <a:extLst>
              <a:ext uri="{FF2B5EF4-FFF2-40B4-BE49-F238E27FC236}">
                <a16:creationId xmlns:a16="http://schemas.microsoft.com/office/drawing/2014/main" id="{162DC542-CA6E-49F2-AE52-133D584ED71B}"/>
              </a:ext>
            </a:extLst>
          </p:cNvPr>
          <p:cNvSpPr/>
          <p:nvPr userDrawn="1">
            <p:custDataLst>
              <p:tags r:id="rId4"/>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4260210996"/>
      </p:ext>
    </p:extLst>
  </p:cSld>
  <p:clrMapOvr>
    <a:masterClrMapping/>
  </p:clrMapOvr>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Final">
    <p:spTree>
      <p:nvGrpSpPr>
        <p:cNvPr id="1" name=""/>
        <p:cNvGrpSpPr/>
        <p:nvPr/>
      </p:nvGrpSpPr>
      <p:grpSpPr>
        <a:xfrm>
          <a:off x="0" y="0"/>
          <a:ext cx="0" cy="0"/>
          <a:chOff x="0" y="0"/>
          <a:chExt cx="0" cy="0"/>
        </a:xfrm>
      </p:grpSpPr>
      <p:sp>
        <p:nvSpPr>
          <p:cNvPr id="10" name="Background White">
            <a:extLst>
              <a:ext uri="{FF2B5EF4-FFF2-40B4-BE49-F238E27FC236}">
                <a16:creationId xmlns:a16="http://schemas.microsoft.com/office/drawing/2014/main" id="{8739B1C3-A1A6-48E1-B2C4-F4CE3C824436}"/>
              </a:ext>
            </a:extLst>
          </p:cNvPr>
          <p:cNvSpPr/>
          <p:nvPr/>
        </p:nvSpPr>
        <p:spPr bwMode="auto">
          <a:xfrm>
            <a:off x="0" y="0"/>
            <a:ext cx="12192000" cy="6858000"/>
          </a:xfrm>
          <a:prstGeom prst="rect">
            <a:avLst/>
          </a:prstGeom>
          <a:solidFill>
            <a:schemeClr val="bg1"/>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LOGO PROTECTION" hidden="1">
            <a:extLst>
              <a:ext uri="{FF2B5EF4-FFF2-40B4-BE49-F238E27FC236}">
                <a16:creationId xmlns:a16="http://schemas.microsoft.com/office/drawing/2014/main" id="{8182E335-5A52-4E3C-BCEC-9507D81BA511}"/>
              </a:ext>
            </a:extLst>
          </p:cNvPr>
          <p:cNvSpPr/>
          <p:nvPr>
            <p:custDataLst>
              <p:tags r:id="rId1"/>
            </p:custDataLst>
          </p:nvPr>
        </p:nvSpPr>
        <p:spPr bwMode="auto">
          <a:xfrm>
            <a:off x="2927650" y="1920766"/>
            <a:ext cx="6336702" cy="3088476"/>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6" name="MIO_AGENDA_LAST_SLIDE" hidden="1">
            <a:extLst>
              <a:ext uri="{FF2B5EF4-FFF2-40B4-BE49-F238E27FC236}">
                <a16:creationId xmlns:a16="http://schemas.microsoft.com/office/drawing/2014/main" id="{45591D6F-6D52-44E5-B3AA-2575CCD45201}"/>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2" name="MIO_AGENDA_IGNORE_NAVIGATION" hidden="1">
            <a:extLst>
              <a:ext uri="{FF2B5EF4-FFF2-40B4-BE49-F238E27FC236}">
                <a16:creationId xmlns:a16="http://schemas.microsoft.com/office/drawing/2014/main" id="{C7038F66-C11F-4566-ADAF-A099AF957551}"/>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3" name="MIO_AGENDA_IGNORE_CHAPTER_REFERENCE" hidden="1">
            <a:extLst>
              <a:ext uri="{FF2B5EF4-FFF2-40B4-BE49-F238E27FC236}">
                <a16:creationId xmlns:a16="http://schemas.microsoft.com/office/drawing/2014/main" id="{E0318986-8EA2-446A-AFF2-E8441C3AF8A6}"/>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8" name="Date Placeholder 7" hidden="1">
            <a:extLst>
              <a:ext uri="{FF2B5EF4-FFF2-40B4-BE49-F238E27FC236}">
                <a16:creationId xmlns:a16="http://schemas.microsoft.com/office/drawing/2014/main" id="{087EFA22-3F6E-4210-A8FC-0864CD1DE4EF}"/>
              </a:ext>
            </a:extLst>
          </p:cNvPr>
          <p:cNvSpPr>
            <a:spLocks noGrp="1"/>
          </p:cNvSpPr>
          <p:nvPr>
            <p:ph type="dt" sz="half" idx="10"/>
            <p:custDataLst>
              <p:tags r:id="rId2"/>
            </p:custDataLst>
          </p:nvPr>
        </p:nvSpPr>
        <p:spPr/>
        <p:txBody>
          <a:bodyPr/>
          <a:lstStyle/>
          <a:p>
            <a:endParaRPr lang="en-US" b="1" dirty="0"/>
          </a:p>
        </p:txBody>
      </p:sp>
      <p:sp>
        <p:nvSpPr>
          <p:cNvPr id="14" name="Footer Placeholder 13" hidden="1">
            <a:extLst>
              <a:ext uri="{FF2B5EF4-FFF2-40B4-BE49-F238E27FC236}">
                <a16:creationId xmlns:a16="http://schemas.microsoft.com/office/drawing/2014/main" id="{BDF262C8-30D5-474A-BD81-CA14ACCE51B5}"/>
              </a:ext>
            </a:extLst>
          </p:cNvPr>
          <p:cNvSpPr>
            <a:spLocks noGrp="1"/>
          </p:cNvSpPr>
          <p:nvPr>
            <p:ph type="ftr" sz="quarter" idx="11"/>
            <p:custDataLst>
              <p:tags r:id="rId3"/>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3F1C5DF9-A781-4661-8C3B-816A398ADFDD}"/>
              </a:ext>
            </a:extLst>
          </p:cNvPr>
          <p:cNvSpPr>
            <a:spLocks noGrp="1"/>
          </p:cNvSpPr>
          <p:nvPr>
            <p:ph type="sldNum" sz="quarter" idx="12"/>
            <p:custDataLst>
              <p:tags r:id="rId4"/>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77B07280-C452-41A8-A8A7-B816EB9C3C9E}"/>
              </a:ext>
            </a:extLst>
          </p:cNvPr>
          <p:cNvSpPr/>
          <p:nvPr userDrawn="1">
            <p:custDataLst>
              <p:tags r:id="rId5"/>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4" name="LOGO">
            <a:extLst>
              <a:ext uri="{FF2B5EF4-FFF2-40B4-BE49-F238E27FC236}">
                <a16:creationId xmlns:a16="http://schemas.microsoft.com/office/drawing/2014/main" id="{1D664F82-C381-42D9-B168-31F6D4282D28}"/>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566446" y="2755984"/>
            <a:ext cx="3077814" cy="1346031"/>
          </a:xfrm>
          <a:prstGeom prst="rect">
            <a:avLst/>
          </a:prstGeom>
        </p:spPr>
      </p:pic>
    </p:spTree>
    <p:extLst>
      <p:ext uri="{BB962C8B-B14F-4D97-AF65-F5344CB8AC3E}">
        <p14:creationId xmlns:p14="http://schemas.microsoft.com/office/powerpoint/2010/main" val="841304894"/>
      </p:ext>
    </p:extLst>
  </p:cSld>
  <p:clrMapOvr>
    <a:masterClrMapping/>
  </p:clrMapOvr>
  <p:hf hdr="0" dt="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solidFill>
          <a:schemeClr val="bg1"/>
        </a:solidFill>
        <a:effectLst/>
      </p:bgPr>
    </p:bg>
    <p:spTree>
      <p:nvGrpSpPr>
        <p:cNvPr id="1" name=""/>
        <p:cNvGrpSpPr/>
        <p:nvPr/>
      </p:nvGrpSpPr>
      <p:grpSpPr>
        <a:xfrm>
          <a:off x="0" y="0"/>
          <a:ext cx="0" cy="0"/>
          <a:chOff x="0" y="0"/>
          <a:chExt cx="0" cy="0"/>
        </a:xfrm>
      </p:grpSpPr>
      <p:sp>
        <p:nvSpPr>
          <p:cNvPr id="5" name="Slide Number Placeholder" hidden="1">
            <a:extLst>
              <a:ext uri="{FF2B5EF4-FFF2-40B4-BE49-F238E27FC236}">
                <a16:creationId xmlns:a16="http://schemas.microsoft.com/office/drawing/2014/main" id="{372AE43B-8F10-43C8-8785-1E1CB85CFADE}"/>
              </a:ext>
            </a:extLst>
          </p:cNvPr>
          <p:cNvSpPr>
            <a:spLocks noGrp="1"/>
          </p:cNvSpPr>
          <p:nvPr>
            <p:ph type="sldNum" sz="quarter" idx="4"/>
            <p:custDataLst>
              <p:tags r:id="rId20"/>
            </p:custDataLst>
          </p:nvPr>
        </p:nvSpPr>
        <p:spPr>
          <a:xfrm>
            <a:off x="12192000" y="6858000"/>
            <a:ext cx="0" cy="0"/>
          </a:xfrm>
          <a:prstGeom prst="rect">
            <a:avLst/>
          </a:prstGeom>
        </p:spPr>
        <p:txBody>
          <a:bodyPr vert="horz" wrap="none" lIns="0" tIns="0" rIns="0" bIns="0" rtlCol="0" anchor="b">
            <a:noAutofit/>
          </a:bodyPr>
          <a:lstStyle>
            <a:lvl1pPr algn="r" fontAlgn="t">
              <a:buClr>
                <a:srgbClr val="928285"/>
              </a:buClr>
              <a:defRPr sz="100" b="0">
                <a:noFill/>
                <a:latin typeface="+mn-lt"/>
                <a:ea typeface="+mn-ea"/>
                <a:cs typeface="+mn-cs"/>
              </a:defRPr>
            </a:lvl1pPr>
          </a:lstStyle>
          <a:p>
            <a:r>
              <a:rPr lang="en-US"/>
              <a:t> </a:t>
            </a:r>
            <a:endParaRPr lang="en-US" dirty="0"/>
          </a:p>
        </p:txBody>
      </p:sp>
      <p:sp>
        <p:nvSpPr>
          <p:cNvPr id="7" name="Footer Placeholder" hidden="1">
            <a:extLst>
              <a:ext uri="{FF2B5EF4-FFF2-40B4-BE49-F238E27FC236}">
                <a16:creationId xmlns:a16="http://schemas.microsoft.com/office/drawing/2014/main" id="{4D268FD3-4056-49DC-8C79-D4C201EED65B}"/>
              </a:ext>
            </a:extLst>
          </p:cNvPr>
          <p:cNvSpPr>
            <a:spLocks noGrp="1"/>
          </p:cNvSpPr>
          <p:nvPr>
            <p:ph type="ftr" sz="quarter" idx="3"/>
            <p:custDataLst>
              <p:tags r:id="rId21"/>
            </p:custDataLst>
          </p:nvPr>
        </p:nvSpPr>
        <p:spPr>
          <a:xfrm>
            <a:off x="12192000" y="6858000"/>
            <a:ext cx="0" cy="0"/>
          </a:xfrm>
          <a:prstGeom prst="rect">
            <a:avLst/>
          </a:prstGeom>
        </p:spPr>
        <p:txBody>
          <a:bodyPr vert="horz" wrap="none" lIns="0" tIns="0" rIns="0" bIns="0" rtlCol="0" anchor="b">
            <a:noAutofit/>
          </a:bodyPr>
          <a:lstStyle>
            <a:lvl1pPr algn="r" fontAlgn="t">
              <a:buClr>
                <a:schemeClr val="accent2"/>
              </a:buClr>
              <a:defRPr sz="100" b="0">
                <a:noFill/>
                <a:latin typeface="+mn-lt"/>
                <a:ea typeface="+mn-ea"/>
              </a:defRPr>
            </a:lvl1pPr>
          </a:lstStyle>
          <a:p>
            <a:endParaRPr lang="en-US" dirty="0"/>
          </a:p>
        </p:txBody>
      </p:sp>
      <p:sp>
        <p:nvSpPr>
          <p:cNvPr id="6" name="Date Placeholder" hidden="1">
            <a:extLst>
              <a:ext uri="{FF2B5EF4-FFF2-40B4-BE49-F238E27FC236}">
                <a16:creationId xmlns:a16="http://schemas.microsoft.com/office/drawing/2014/main" id="{59032602-9911-40B1-9BF6-AFD731868C06}"/>
              </a:ext>
            </a:extLst>
          </p:cNvPr>
          <p:cNvSpPr>
            <a:spLocks noGrp="1"/>
          </p:cNvSpPr>
          <p:nvPr>
            <p:ph type="dt" sz="half" idx="2"/>
            <p:custDataLst>
              <p:tags r:id="rId22"/>
            </p:custDataLst>
          </p:nvPr>
        </p:nvSpPr>
        <p:spPr>
          <a:xfrm>
            <a:off x="12192000" y="6858000"/>
            <a:ext cx="0" cy="0"/>
          </a:xfrm>
          <a:prstGeom prst="rect">
            <a:avLst/>
          </a:prstGeom>
        </p:spPr>
        <p:txBody>
          <a:bodyPr vert="horz" wrap="none" lIns="0" tIns="0" rIns="0" bIns="0" rtlCol="0" anchor="b">
            <a:noAutofit/>
          </a:bodyPr>
          <a:lstStyle>
            <a:lvl1pPr algn="r" fontAlgn="t">
              <a:buClr>
                <a:schemeClr val="accent2"/>
              </a:buClr>
              <a:defRPr sz="100" b="0">
                <a:noFill/>
                <a:latin typeface="+mn-lt"/>
                <a:ea typeface="+mn-ea"/>
              </a:defRPr>
            </a:lvl1pPr>
          </a:lstStyle>
          <a:p>
            <a:endParaRPr lang="en-US" b="1" dirty="0"/>
          </a:p>
        </p:txBody>
      </p:sp>
      <p:sp>
        <p:nvSpPr>
          <p:cNvPr id="15" name="Title"/>
          <p:cNvSpPr>
            <a:spLocks noGrp="1"/>
          </p:cNvSpPr>
          <p:nvPr>
            <p:ph type="title"/>
          </p:nvPr>
        </p:nvSpPr>
        <p:spPr>
          <a:xfrm>
            <a:off x="335360" y="188720"/>
            <a:ext cx="9613068" cy="720000"/>
          </a:xfrm>
          <a:prstGeom prst="rect">
            <a:avLst/>
          </a:prstGeom>
        </p:spPr>
        <p:txBody>
          <a:bodyPr vert="horz" lIns="0" tIns="0" rIns="0" bIns="10800" rtlCol="0" anchor="b" anchorCtr="0">
            <a:noAutofit/>
          </a:bodyPr>
          <a:lstStyle/>
          <a:p>
            <a:r>
              <a:rPr lang="en-US" noProof="0" dirty="0"/>
              <a:t>Click to edit title</a:t>
            </a:r>
          </a:p>
        </p:txBody>
      </p:sp>
      <p:sp>
        <p:nvSpPr>
          <p:cNvPr id="16" name="Content"/>
          <p:cNvSpPr>
            <a:spLocks noGrp="1"/>
          </p:cNvSpPr>
          <p:nvPr>
            <p:ph type="body" idx="1"/>
          </p:nvPr>
        </p:nvSpPr>
        <p:spPr>
          <a:xfrm>
            <a:off x="334434" y="1268414"/>
            <a:ext cx="11521017" cy="5113337"/>
          </a:xfrm>
          <a:prstGeom prst="rect">
            <a:avLst/>
          </a:prstGeom>
        </p:spPr>
        <p:txBody>
          <a:bodyPr vert="horz" lIns="0" tIns="0" rIns="0" bIns="0" rtlCol="0">
            <a:noAutofit/>
          </a:body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a:p>
            <a:pPr lvl="7"/>
            <a:r>
              <a:rPr lang="en-US" noProof="0" dirty="0"/>
              <a:t>Eighth level</a:t>
            </a:r>
          </a:p>
          <a:p>
            <a:pPr lvl="8"/>
            <a:r>
              <a:rPr lang="en-US" noProof="0" dirty="0"/>
              <a:t>Ninth level</a:t>
            </a:r>
          </a:p>
        </p:txBody>
      </p:sp>
      <p:sp>
        <p:nvSpPr>
          <p:cNvPr id="3" name="empower - DO NOT DELETE!!!" hidden="1"/>
          <p:cNvSpPr/>
          <p:nvPr>
            <p:custDataLst>
              <p:tags r:id="rId23"/>
            </p:custDataLst>
          </p:nvPr>
        </p:nvSpPr>
        <p:spPr bwMode="auto">
          <a:xfrm>
            <a:off x="0" y="0"/>
            <a:ext cx="0" cy="0"/>
          </a:xfrm>
          <a:prstGeom prst="ellipse">
            <a:avLst/>
          </a:prstGeom>
          <a:solidFill>
            <a:schemeClr val="accent4"/>
          </a:solidFill>
          <a:ln w="9525">
            <a:noFill/>
            <a:miter lim="800000"/>
            <a:headEnd/>
            <a:tailEnd/>
          </a:ln>
        </p:spPr>
        <p:txBody>
          <a:bodyPr wrap="square" lIns="72000" tIns="72000" rIns="72000" bIns="72000" rtlCol="0" anchor="ctr"/>
          <a:lstStyle/>
          <a:p>
            <a:pPr lvl="0" algn="ctr" eaLnBrk="0" hangingPunct="0"/>
            <a:endParaRPr lang="en-US" sz="1600" baseline="0" noProof="0" dirty="0">
              <a:latin typeface="+mn-lt"/>
              <a:ea typeface="+mn-ea"/>
              <a:cs typeface="+mn-cs"/>
            </a:endParaRPr>
          </a:p>
        </p:txBody>
      </p:sp>
      <p:sp>
        <p:nvSpPr>
          <p:cNvPr id="4" name="Fixed Page Placeholder">
            <a:extLst>
              <a:ext uri="{FF2B5EF4-FFF2-40B4-BE49-F238E27FC236}">
                <a16:creationId xmlns:a16="http://schemas.microsoft.com/office/drawing/2014/main" id="{E361B9A9-2219-4F44-982D-701D7F2A6185}"/>
              </a:ext>
            </a:extLst>
          </p:cNvPr>
          <p:cNvSpPr txBox="1"/>
          <p:nvPr/>
        </p:nvSpPr>
        <p:spPr bwMode="auto">
          <a:xfrm>
            <a:off x="11471403" y="6489341"/>
            <a:ext cx="384048" cy="361460"/>
          </a:xfrm>
          <a:prstGeom prst="rect">
            <a:avLst/>
          </a:prstGeom>
          <a:noFill/>
          <a:ln w="9525">
            <a:noFill/>
            <a:miter lim="800000"/>
            <a:headEnd/>
            <a:tailEnd/>
          </a:ln>
          <a:effectLst/>
        </p:spPr>
        <p:txBody>
          <a:bodyPr wrap="square" lIns="0" tIns="0" rIns="0" bIns="0" rtlCol="0" anchor="ctr" anchorCtr="0">
            <a:noAutofit/>
          </a:bodyPr>
          <a:lstStyle/>
          <a:p>
            <a:pPr marL="0" marR="0" indent="0" algn="r" defTabSz="576000" eaLnBrk="0" fontAlgn="auto" latinLnBrk="0" hangingPunct="0">
              <a:spcBef>
                <a:spcPts val="0"/>
              </a:spcBef>
              <a:spcAft>
                <a:spcPts val="0"/>
              </a:spcAft>
              <a:buClr>
                <a:schemeClr val="accent1"/>
              </a:buClr>
              <a:buSzTx/>
              <a:buFontTx/>
              <a:buNone/>
              <a:tabLst/>
            </a:pPr>
            <a:fld id="{AE05A9AF-4D70-4052-9354-7E4D957B036D}" type="slidenum">
              <a:rPr lang="de-DE" sz="800" b="1" kern="0" baseline="0">
                <a:solidFill>
                  <a:schemeClr val="tx1"/>
                </a:solidFill>
                <a:latin typeface="+mn-lt"/>
                <a:ea typeface="+mn-ea"/>
                <a:cs typeface="+mn-cs"/>
              </a:rPr>
              <a:pPr marL="0" marR="0" indent="0" algn="r" defTabSz="576000" eaLnBrk="0" fontAlgn="auto" latinLnBrk="0" hangingPunct="0">
                <a:spcBef>
                  <a:spcPts val="0"/>
                </a:spcBef>
                <a:spcAft>
                  <a:spcPts val="0"/>
                </a:spcAft>
                <a:buClr>
                  <a:schemeClr val="accent1"/>
                </a:buClr>
                <a:buSzTx/>
                <a:buFontTx/>
                <a:buNone/>
                <a:tabLst/>
              </a:pPr>
              <a:t>‹#›</a:t>
            </a:fld>
            <a:endParaRPr lang="de-DE" sz="800" b="1" kern="0" baseline="0" dirty="0">
              <a:solidFill>
                <a:schemeClr val="tx1"/>
              </a:solidFill>
              <a:latin typeface="+mn-lt"/>
              <a:ea typeface="+mn-ea"/>
              <a:cs typeface="+mn-cs"/>
            </a:endParaRPr>
          </a:p>
        </p:txBody>
      </p:sp>
      <p:pic>
        <p:nvPicPr>
          <p:cNvPr id="10" name="LOGO">
            <a:extLst>
              <a:ext uri="{FF2B5EF4-FFF2-40B4-BE49-F238E27FC236}">
                <a16:creationId xmlns:a16="http://schemas.microsoft.com/office/drawing/2014/main" id="{F0C8D1F1-BA28-4973-A394-021D3C969BE1}"/>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10659042" y="193689"/>
            <a:ext cx="1207447" cy="528057"/>
          </a:xfrm>
          <a:prstGeom prst="rect">
            <a:avLst/>
          </a:prstGeom>
        </p:spPr>
      </p:pic>
    </p:spTree>
    <p:extLst>
      <p:ext uri="{BB962C8B-B14F-4D97-AF65-F5344CB8AC3E}">
        <p14:creationId xmlns:p14="http://schemas.microsoft.com/office/powerpoint/2010/main" val="904786999"/>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Lst>
  <p:hf hdr="0" dt="0"/>
  <p:txStyles>
    <p:titleStyle>
      <a:lvl1pPr algn="l" defTabSz="576000" rtl="0" eaLnBrk="1" fontAlgn="base" hangingPunct="1">
        <a:spcBef>
          <a:spcPct val="0"/>
        </a:spcBef>
        <a:spcAft>
          <a:spcPct val="0"/>
        </a:spcAft>
        <a:buClr>
          <a:schemeClr val="tx1"/>
        </a:buClr>
        <a:buFontTx/>
        <a:buNone/>
        <a:defRPr sz="2400" b="1" baseline="0">
          <a:solidFill>
            <a:schemeClr val="tx2"/>
          </a:solidFill>
          <a:latin typeface="+mj-lt"/>
          <a:ea typeface="+mj-ea"/>
          <a:cs typeface="+mj-cs"/>
        </a:defRPr>
      </a:lvl1pPr>
      <a:lvl2pPr algn="l" rtl="0" eaLnBrk="1" fontAlgn="base" hangingPunct="1">
        <a:spcBef>
          <a:spcPct val="0"/>
        </a:spcBef>
        <a:spcAft>
          <a:spcPct val="0"/>
        </a:spcAft>
        <a:defRPr sz="3467" b="1">
          <a:solidFill>
            <a:schemeClr val="tx2"/>
          </a:solidFill>
          <a:latin typeface="Arial" charset="0"/>
        </a:defRPr>
      </a:lvl2pPr>
      <a:lvl3pPr algn="l" rtl="0" eaLnBrk="1" fontAlgn="base" hangingPunct="1">
        <a:spcBef>
          <a:spcPct val="0"/>
        </a:spcBef>
        <a:spcAft>
          <a:spcPct val="0"/>
        </a:spcAft>
        <a:defRPr sz="3467" b="1">
          <a:solidFill>
            <a:schemeClr val="tx2"/>
          </a:solidFill>
          <a:latin typeface="Arial" charset="0"/>
        </a:defRPr>
      </a:lvl3pPr>
      <a:lvl4pPr algn="l" rtl="0" eaLnBrk="1" fontAlgn="base" hangingPunct="1">
        <a:spcBef>
          <a:spcPct val="0"/>
        </a:spcBef>
        <a:spcAft>
          <a:spcPct val="0"/>
        </a:spcAft>
        <a:defRPr sz="3467" b="1">
          <a:solidFill>
            <a:schemeClr val="tx2"/>
          </a:solidFill>
          <a:latin typeface="Arial" charset="0"/>
        </a:defRPr>
      </a:lvl4pPr>
      <a:lvl5pPr algn="l" rtl="0" eaLnBrk="1" fontAlgn="base" hangingPunct="1">
        <a:spcBef>
          <a:spcPct val="0"/>
        </a:spcBef>
        <a:spcAft>
          <a:spcPct val="0"/>
        </a:spcAft>
        <a:defRPr sz="3467" b="1">
          <a:solidFill>
            <a:schemeClr val="tx2"/>
          </a:solidFill>
          <a:latin typeface="Arial" charset="0"/>
        </a:defRPr>
      </a:lvl5pPr>
      <a:lvl6pPr marL="609585" algn="l" rtl="0" eaLnBrk="1" fontAlgn="base" hangingPunct="1">
        <a:spcBef>
          <a:spcPct val="0"/>
        </a:spcBef>
        <a:spcAft>
          <a:spcPct val="0"/>
        </a:spcAft>
        <a:defRPr sz="3467" b="1">
          <a:solidFill>
            <a:schemeClr val="tx2"/>
          </a:solidFill>
          <a:latin typeface="Arial" charset="0"/>
        </a:defRPr>
      </a:lvl6pPr>
      <a:lvl7pPr marL="1219170" algn="l" rtl="0" eaLnBrk="1" fontAlgn="base" hangingPunct="1">
        <a:spcBef>
          <a:spcPct val="0"/>
        </a:spcBef>
        <a:spcAft>
          <a:spcPct val="0"/>
        </a:spcAft>
        <a:defRPr sz="3467" b="1">
          <a:solidFill>
            <a:schemeClr val="tx2"/>
          </a:solidFill>
          <a:latin typeface="Arial" charset="0"/>
        </a:defRPr>
      </a:lvl7pPr>
      <a:lvl8pPr marL="1828754" algn="l" rtl="0" eaLnBrk="1" fontAlgn="base" hangingPunct="1">
        <a:spcBef>
          <a:spcPct val="0"/>
        </a:spcBef>
        <a:spcAft>
          <a:spcPct val="0"/>
        </a:spcAft>
        <a:defRPr sz="3467" b="1">
          <a:solidFill>
            <a:schemeClr val="tx2"/>
          </a:solidFill>
          <a:latin typeface="Arial" charset="0"/>
        </a:defRPr>
      </a:lvl8pPr>
      <a:lvl9pPr marL="2438339" algn="l" rtl="0" eaLnBrk="1" fontAlgn="base" hangingPunct="1">
        <a:spcBef>
          <a:spcPct val="0"/>
        </a:spcBef>
        <a:spcAft>
          <a:spcPct val="0"/>
        </a:spcAft>
        <a:defRPr sz="3467" b="1">
          <a:solidFill>
            <a:schemeClr val="tx2"/>
          </a:solidFill>
          <a:latin typeface="Arial" charset="0"/>
        </a:defRPr>
      </a:lvl9pPr>
    </p:titleStyle>
    <p:body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p:bodyStyle>
    <p:otherStyle>
      <a:defPPr>
        <a:defRPr lang="de-DE"/>
      </a:defPPr>
      <a:lvl1pPr marL="0" algn="l" defTabSz="1219170" rtl="0" eaLnBrk="1" latinLnBrk="0" hangingPunct="1">
        <a:defRPr sz="1800" kern="1200">
          <a:solidFill>
            <a:schemeClr val="tx1"/>
          </a:solidFill>
          <a:latin typeface="+mn-lt"/>
          <a:ea typeface="+mn-ea"/>
          <a:cs typeface="+mn-cs"/>
        </a:defRPr>
      </a:lvl1pPr>
      <a:lvl2pPr marL="609585" algn="l" defTabSz="1219170" rtl="0" eaLnBrk="1" latinLnBrk="0" hangingPunct="1">
        <a:defRPr sz="1800" kern="1200">
          <a:solidFill>
            <a:schemeClr val="tx1"/>
          </a:solidFill>
          <a:latin typeface="+mn-lt"/>
          <a:ea typeface="+mn-ea"/>
          <a:cs typeface="+mn-cs"/>
        </a:defRPr>
      </a:lvl2pPr>
      <a:lvl3pPr marL="1219170" algn="l" defTabSz="1219170" rtl="0" eaLnBrk="1" latinLnBrk="0" hangingPunct="1">
        <a:defRPr sz="1800" kern="1200">
          <a:solidFill>
            <a:schemeClr val="tx1"/>
          </a:solidFill>
          <a:latin typeface="+mn-lt"/>
          <a:ea typeface="+mn-ea"/>
          <a:cs typeface="+mn-cs"/>
        </a:defRPr>
      </a:lvl3pPr>
      <a:lvl4pPr marL="1828754" algn="l" defTabSz="1219170" rtl="0" eaLnBrk="1" latinLnBrk="0" hangingPunct="1">
        <a:defRPr sz="1800" kern="1200">
          <a:solidFill>
            <a:schemeClr val="tx1"/>
          </a:solidFill>
          <a:latin typeface="+mn-lt"/>
          <a:ea typeface="+mn-ea"/>
          <a:cs typeface="+mn-cs"/>
        </a:defRPr>
      </a:lvl4pPr>
      <a:lvl5pPr marL="2438339" algn="l" defTabSz="1219170" rtl="0" eaLnBrk="1" latinLnBrk="0" hangingPunct="1">
        <a:defRPr sz="1800" kern="1200">
          <a:solidFill>
            <a:schemeClr val="tx1"/>
          </a:solidFill>
          <a:latin typeface="+mn-lt"/>
          <a:ea typeface="+mn-ea"/>
          <a:cs typeface="+mn-cs"/>
        </a:defRPr>
      </a:lvl5pPr>
      <a:lvl6pPr marL="3047924" algn="l" defTabSz="1219170" rtl="0" eaLnBrk="1" latinLnBrk="0" hangingPunct="1">
        <a:defRPr sz="1800" kern="1200">
          <a:solidFill>
            <a:schemeClr val="tx1"/>
          </a:solidFill>
          <a:latin typeface="+mn-lt"/>
          <a:ea typeface="+mn-ea"/>
          <a:cs typeface="+mn-cs"/>
        </a:defRPr>
      </a:lvl6pPr>
      <a:lvl7pPr marL="3657509" algn="l" defTabSz="1219170" rtl="0" eaLnBrk="1" latinLnBrk="0" hangingPunct="1">
        <a:defRPr sz="1800" kern="1200">
          <a:solidFill>
            <a:schemeClr val="tx1"/>
          </a:solidFill>
          <a:latin typeface="+mn-lt"/>
          <a:ea typeface="+mn-ea"/>
          <a:cs typeface="+mn-cs"/>
        </a:defRPr>
      </a:lvl7pPr>
      <a:lvl8pPr marL="4267093" algn="l" defTabSz="1219170" rtl="0" eaLnBrk="1" latinLnBrk="0" hangingPunct="1">
        <a:defRPr sz="1800" kern="1200">
          <a:solidFill>
            <a:schemeClr val="tx1"/>
          </a:solidFill>
          <a:latin typeface="+mn-lt"/>
          <a:ea typeface="+mn-ea"/>
          <a:cs typeface="+mn-cs"/>
        </a:defRPr>
      </a:lvl8pPr>
      <a:lvl9pPr marL="4876678" algn="l" defTabSz="121917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221.xml"/><Relationship Id="rId13" Type="http://schemas.openxmlformats.org/officeDocument/2006/relationships/notesSlide" Target="../notesSlides/notesSlide2.xml"/><Relationship Id="rId3" Type="http://schemas.openxmlformats.org/officeDocument/2006/relationships/tags" Target="../tags/tag216.xml"/><Relationship Id="rId7" Type="http://schemas.openxmlformats.org/officeDocument/2006/relationships/tags" Target="../tags/tag220.xml"/><Relationship Id="rId12" Type="http://schemas.openxmlformats.org/officeDocument/2006/relationships/slideLayout" Target="../slideLayouts/slideLayout4.xml"/><Relationship Id="rId2" Type="http://schemas.openxmlformats.org/officeDocument/2006/relationships/tags" Target="../tags/tag215.xml"/><Relationship Id="rId16" Type="http://schemas.openxmlformats.org/officeDocument/2006/relationships/slide" Target="slide50.xml"/><Relationship Id="rId1" Type="http://schemas.openxmlformats.org/officeDocument/2006/relationships/tags" Target="../tags/tag214.xml"/><Relationship Id="rId6" Type="http://schemas.openxmlformats.org/officeDocument/2006/relationships/tags" Target="../tags/tag219.xml"/><Relationship Id="rId11" Type="http://schemas.openxmlformats.org/officeDocument/2006/relationships/tags" Target="../tags/tag224.xml"/><Relationship Id="rId5" Type="http://schemas.openxmlformats.org/officeDocument/2006/relationships/tags" Target="../tags/tag218.xml"/><Relationship Id="rId15" Type="http://schemas.openxmlformats.org/officeDocument/2006/relationships/slide" Target="slide46.xml"/><Relationship Id="rId10" Type="http://schemas.openxmlformats.org/officeDocument/2006/relationships/tags" Target="../tags/tag223.xml"/><Relationship Id="rId4" Type="http://schemas.openxmlformats.org/officeDocument/2006/relationships/tags" Target="../tags/tag217.xml"/><Relationship Id="rId9" Type="http://schemas.openxmlformats.org/officeDocument/2006/relationships/tags" Target="../tags/tag222.xml"/><Relationship Id="rId14" Type="http://schemas.openxmlformats.org/officeDocument/2006/relationships/slide" Target="slide3.xml"/></Relationships>
</file>

<file path=ppt/slides/_rels/slide3.xml.rels><?xml version="1.0" encoding="UTF-8" standalone="yes"?>
<Relationships xmlns="http://schemas.openxmlformats.org/package/2006/relationships"><Relationship Id="rId8" Type="http://schemas.openxmlformats.org/officeDocument/2006/relationships/tags" Target="../tags/tag232.xml"/><Relationship Id="rId13" Type="http://schemas.openxmlformats.org/officeDocument/2006/relationships/notesSlide" Target="../notesSlides/notesSlide3.xml"/><Relationship Id="rId3" Type="http://schemas.openxmlformats.org/officeDocument/2006/relationships/tags" Target="../tags/tag227.xml"/><Relationship Id="rId7" Type="http://schemas.openxmlformats.org/officeDocument/2006/relationships/tags" Target="../tags/tag231.xml"/><Relationship Id="rId12" Type="http://schemas.openxmlformats.org/officeDocument/2006/relationships/slideLayout" Target="../slideLayouts/slideLayout4.xml"/><Relationship Id="rId2" Type="http://schemas.openxmlformats.org/officeDocument/2006/relationships/tags" Target="../tags/tag226.xml"/><Relationship Id="rId16" Type="http://schemas.openxmlformats.org/officeDocument/2006/relationships/slide" Target="slide50.xml"/><Relationship Id="rId1" Type="http://schemas.openxmlformats.org/officeDocument/2006/relationships/tags" Target="../tags/tag225.xml"/><Relationship Id="rId6" Type="http://schemas.openxmlformats.org/officeDocument/2006/relationships/tags" Target="../tags/tag230.xml"/><Relationship Id="rId11" Type="http://schemas.openxmlformats.org/officeDocument/2006/relationships/tags" Target="../tags/tag235.xml"/><Relationship Id="rId5" Type="http://schemas.openxmlformats.org/officeDocument/2006/relationships/tags" Target="../tags/tag229.xml"/><Relationship Id="rId15" Type="http://schemas.openxmlformats.org/officeDocument/2006/relationships/slide" Target="slide46.xml"/><Relationship Id="rId10" Type="http://schemas.openxmlformats.org/officeDocument/2006/relationships/tags" Target="../tags/tag234.xml"/><Relationship Id="rId4" Type="http://schemas.openxmlformats.org/officeDocument/2006/relationships/tags" Target="../tags/tag228.xml"/><Relationship Id="rId9" Type="http://schemas.openxmlformats.org/officeDocument/2006/relationships/tags" Target="../tags/tag233.xml"/><Relationship Id="rId14" Type="http://schemas.openxmlformats.org/officeDocument/2006/relationships/slide" Target="sl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hyperlink" Target="https://www.infineon.com/ModusToolboxInstallguide"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5.xml"/><Relationship Id="rId5" Type="http://schemas.openxmlformats.org/officeDocument/2006/relationships/image" Target="../media/image41.png"/><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hyperlink" Target="https://infineon.github.io/mtb-dsl-pse8xxgp/html/index.html" TargetMode="External"/><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46.png"/></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8" Type="http://schemas.openxmlformats.org/officeDocument/2006/relationships/tags" Target="../tags/tag243.xml"/><Relationship Id="rId13" Type="http://schemas.openxmlformats.org/officeDocument/2006/relationships/slide" Target="slide3.xml"/><Relationship Id="rId3" Type="http://schemas.openxmlformats.org/officeDocument/2006/relationships/tags" Target="../tags/tag238.xml"/><Relationship Id="rId7" Type="http://schemas.openxmlformats.org/officeDocument/2006/relationships/tags" Target="../tags/tag242.xml"/><Relationship Id="rId12" Type="http://schemas.openxmlformats.org/officeDocument/2006/relationships/slideLayout" Target="../slideLayouts/slideLayout4.xml"/><Relationship Id="rId2" Type="http://schemas.openxmlformats.org/officeDocument/2006/relationships/tags" Target="../tags/tag237.xml"/><Relationship Id="rId1" Type="http://schemas.openxmlformats.org/officeDocument/2006/relationships/tags" Target="../tags/tag236.xml"/><Relationship Id="rId6" Type="http://schemas.openxmlformats.org/officeDocument/2006/relationships/tags" Target="../tags/tag241.xml"/><Relationship Id="rId11" Type="http://schemas.openxmlformats.org/officeDocument/2006/relationships/tags" Target="../tags/tag246.xml"/><Relationship Id="rId5" Type="http://schemas.openxmlformats.org/officeDocument/2006/relationships/tags" Target="../tags/tag240.xml"/><Relationship Id="rId15" Type="http://schemas.openxmlformats.org/officeDocument/2006/relationships/slide" Target="slide50.xml"/><Relationship Id="rId10" Type="http://schemas.openxmlformats.org/officeDocument/2006/relationships/tags" Target="../tags/tag245.xml"/><Relationship Id="rId4" Type="http://schemas.openxmlformats.org/officeDocument/2006/relationships/tags" Target="../tags/tag239.xml"/><Relationship Id="rId9" Type="http://schemas.openxmlformats.org/officeDocument/2006/relationships/tags" Target="../tags/tag244.xml"/><Relationship Id="rId14" Type="http://schemas.openxmlformats.org/officeDocument/2006/relationships/slide" Target="slide4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8.xml"/><Relationship Id="rId1" Type="http://schemas.openxmlformats.org/officeDocument/2006/relationships/slideLayout" Target="../slideLayouts/slideLayout5.xml"/><Relationship Id="rId4" Type="http://schemas.openxmlformats.org/officeDocument/2006/relationships/image" Target="../media/image52.png"/></Relationships>
</file>

<file path=ppt/slides/_rels/slide50.xml.rels><?xml version="1.0" encoding="UTF-8" standalone="yes"?>
<Relationships xmlns="http://schemas.openxmlformats.org/package/2006/relationships"><Relationship Id="rId8" Type="http://schemas.openxmlformats.org/officeDocument/2006/relationships/tags" Target="../tags/tag254.xml"/><Relationship Id="rId13" Type="http://schemas.openxmlformats.org/officeDocument/2006/relationships/notesSlide" Target="../notesSlides/notesSlide49.xml"/><Relationship Id="rId3" Type="http://schemas.openxmlformats.org/officeDocument/2006/relationships/tags" Target="../tags/tag249.xml"/><Relationship Id="rId7" Type="http://schemas.openxmlformats.org/officeDocument/2006/relationships/tags" Target="../tags/tag253.xml"/><Relationship Id="rId12" Type="http://schemas.openxmlformats.org/officeDocument/2006/relationships/slideLayout" Target="../slideLayouts/slideLayout4.xml"/><Relationship Id="rId2" Type="http://schemas.openxmlformats.org/officeDocument/2006/relationships/tags" Target="../tags/tag248.xml"/><Relationship Id="rId16" Type="http://schemas.openxmlformats.org/officeDocument/2006/relationships/slide" Target="slide50.xml"/><Relationship Id="rId1" Type="http://schemas.openxmlformats.org/officeDocument/2006/relationships/tags" Target="../tags/tag247.xml"/><Relationship Id="rId6" Type="http://schemas.openxmlformats.org/officeDocument/2006/relationships/tags" Target="../tags/tag252.xml"/><Relationship Id="rId11" Type="http://schemas.openxmlformats.org/officeDocument/2006/relationships/tags" Target="../tags/tag257.xml"/><Relationship Id="rId5" Type="http://schemas.openxmlformats.org/officeDocument/2006/relationships/tags" Target="../tags/tag251.xml"/><Relationship Id="rId15" Type="http://schemas.openxmlformats.org/officeDocument/2006/relationships/slide" Target="slide46.xml"/><Relationship Id="rId10" Type="http://schemas.openxmlformats.org/officeDocument/2006/relationships/tags" Target="../tags/tag256.xml"/><Relationship Id="rId4" Type="http://schemas.openxmlformats.org/officeDocument/2006/relationships/tags" Target="../tags/tag250.xml"/><Relationship Id="rId9" Type="http://schemas.openxmlformats.org/officeDocument/2006/relationships/tags" Target="../tags/tag255.xml"/><Relationship Id="rId14" Type="http://schemas.openxmlformats.org/officeDocument/2006/relationships/slide" Target="slide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1589B28-D26E-44F4-8C62-FEE4AAED4A70}"/>
              </a:ext>
            </a:extLst>
          </p:cNvPr>
          <p:cNvSpPr>
            <a:spLocks noGrp="1"/>
          </p:cNvSpPr>
          <p:nvPr>
            <p:ph type="pic" sz="quarter" idx="15"/>
          </p:nvPr>
        </p:nvSpPr>
        <p:spPr/>
        <p:txBody>
          <a:bodyPr/>
          <a:lstStyle/>
          <a:p>
            <a:endParaRPr lang="en-US" dirty="0"/>
          </a:p>
        </p:txBody>
      </p:sp>
      <p:sp>
        <p:nvSpPr>
          <p:cNvPr id="7" name="Title 6">
            <a:extLst>
              <a:ext uri="{FF2B5EF4-FFF2-40B4-BE49-F238E27FC236}">
                <a16:creationId xmlns:a16="http://schemas.microsoft.com/office/drawing/2014/main" id="{3FB1C68C-D054-4F8D-AA7A-F778CCFFFD34}"/>
              </a:ext>
            </a:extLst>
          </p:cNvPr>
          <p:cNvSpPr>
            <a:spLocks noGrp="1"/>
          </p:cNvSpPr>
          <p:nvPr>
            <p:ph type="ctrTitle" hasCustomPrompt="1"/>
          </p:nvPr>
        </p:nvSpPr>
        <p:spPr/>
        <p:txBody>
          <a:bodyPr>
            <a:normAutofit fontScale="90000"/>
          </a:bodyPr>
          <a:lstStyle/>
          <a:p>
            <a:r>
              <a:rPr dirty="0"/>
              <a:t>E2 - Getting Started with the Development Ecosystem for PSOC™ Edge E84</a:t>
            </a:r>
          </a:p>
        </p:txBody>
      </p:sp>
      <p:sp>
        <p:nvSpPr>
          <p:cNvPr id="2" name="Footer Placeholder 1">
            <a:extLst>
              <a:ext uri="{FF2B5EF4-FFF2-40B4-BE49-F238E27FC236}">
                <a16:creationId xmlns:a16="http://schemas.microsoft.com/office/drawing/2014/main" id="{A8BDF799-B6F5-BAF9-3247-3C59A57300AE}"/>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235021668"/>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7B1C372-4D59-7B26-470C-2B7C3E3B9DF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0DF9E85F-6DD0-8B4F-CF69-CB3E9B9DF35A}"/>
              </a:ext>
            </a:extLst>
          </p:cNvPr>
          <p:cNvSpPr>
            <a:spLocks noGrp="1"/>
          </p:cNvSpPr>
          <p:nvPr>
            <p:ph type="sldNum" sz="quarter" idx="12"/>
          </p:nvPr>
        </p:nvSpPr>
        <p:spPr/>
        <p:txBody>
          <a:bodyPr/>
          <a:lstStyle/>
          <a:p>
            <a:r>
              <a:rPr lang="en-US"/>
              <a:t> </a:t>
            </a:r>
            <a:endParaRPr lang="en-US" dirty="0"/>
          </a:p>
        </p:txBody>
      </p:sp>
      <p:grpSp>
        <p:nvGrpSpPr>
          <p:cNvPr id="14" name="Group 13">
            <a:extLst>
              <a:ext uri="{FF2B5EF4-FFF2-40B4-BE49-F238E27FC236}">
                <a16:creationId xmlns:a16="http://schemas.microsoft.com/office/drawing/2014/main" id="{789ACC8A-189C-12DE-6245-0D995C627E57}"/>
              </a:ext>
            </a:extLst>
          </p:cNvPr>
          <p:cNvGrpSpPr/>
          <p:nvPr>
            <p:custDataLst>
              <p:tags r:id="rId1"/>
            </p:custDataLst>
          </p:nvPr>
        </p:nvGrpSpPr>
        <p:grpSpPr>
          <a:xfrm>
            <a:off x="334434" y="1268413"/>
            <a:ext cx="11521017" cy="1655999"/>
            <a:chOff x="334434" y="1268413"/>
            <a:chExt cx="11521017" cy="1655999"/>
          </a:xfrm>
        </p:grpSpPr>
        <p:sp>
          <p:nvSpPr>
            <p:cNvPr id="5" name="MIO_AGENDA_ELEMENT_TITEL_1">
              <a:hlinkClick r:id="rId14" action="ppaction://hlinksldjump"/>
              <a:extLst>
                <a:ext uri="{FF2B5EF4-FFF2-40B4-BE49-F238E27FC236}">
                  <a16:creationId xmlns:a16="http://schemas.microsoft.com/office/drawing/2014/main" id="{CDD86EA0-83FB-3DA3-3B7F-587F560462D9}"/>
                </a:ext>
              </a:extLst>
            </p:cNvPr>
            <p:cNvSpPr>
              <a:spLocks/>
            </p:cNvSpPr>
            <p:nvPr>
              <p:custDataLst>
                <p:tags r:id="rId3"/>
              </p:custDataLst>
            </p:nvPr>
          </p:nvSpPr>
          <p:spPr>
            <a:xfrm>
              <a:off x="1235076" y="1268413"/>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a:latin typeface="+mn-lt"/>
                </a:rPr>
                <a:t>Development ecosystem for PSOC™ Edge E84</a:t>
              </a:r>
              <a:endParaRPr lang="de-DE" sz="1800" dirty="0">
                <a:latin typeface="+mn-lt"/>
              </a:endParaRPr>
            </a:p>
          </p:txBody>
        </p:sp>
        <p:sp>
          <p:nvSpPr>
            <p:cNvPr id="6" name="MIO_AGENDA_ELEMENT_ELEMENTNUMBER_1">
              <a:hlinkClick r:id="rId14" action="ppaction://hlinksldjump"/>
              <a:extLst>
                <a:ext uri="{FF2B5EF4-FFF2-40B4-BE49-F238E27FC236}">
                  <a16:creationId xmlns:a16="http://schemas.microsoft.com/office/drawing/2014/main" id="{6AEB79BC-2B4E-281B-3870-EE08B4717E6C}"/>
                </a:ext>
              </a:extLst>
            </p:cNvPr>
            <p:cNvSpPr>
              <a:spLocks noChangeAspect="1"/>
            </p:cNvSpPr>
            <p:nvPr>
              <p:custDataLst>
                <p:tags r:id="rId4"/>
              </p:custDataLst>
            </p:nvPr>
          </p:nvSpPr>
          <p:spPr>
            <a:xfrm>
              <a:off x="334434" y="1268413"/>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1</a:t>
              </a:r>
              <a:endParaRPr lang="de-DE" b="1" dirty="0">
                <a:solidFill>
                  <a:schemeClr val="bg1"/>
                </a:solidFill>
                <a:latin typeface="+mn-lt"/>
                <a:cs typeface="Arial" panose="020B0604020202020204" pitchFamily="34" charset="0"/>
              </a:endParaRPr>
            </a:p>
          </p:txBody>
        </p:sp>
        <p:sp>
          <p:nvSpPr>
            <p:cNvPr id="7" name="MIO_AGENDA_ELEMENT_PAGENUMBER_1">
              <a:hlinkClick r:id="rId14" action="ppaction://hlinksldjump"/>
              <a:extLst>
                <a:ext uri="{FF2B5EF4-FFF2-40B4-BE49-F238E27FC236}">
                  <a16:creationId xmlns:a16="http://schemas.microsoft.com/office/drawing/2014/main" id="{CB602071-D611-AF76-BFEE-774E44F209FF}"/>
                </a:ext>
              </a:extLst>
            </p:cNvPr>
            <p:cNvSpPr txBox="1">
              <a:spLocks/>
            </p:cNvSpPr>
            <p:nvPr>
              <p:custDataLst>
                <p:tags r:id="rId5"/>
              </p:custDataLst>
            </p:nvPr>
          </p:nvSpPr>
          <p:spPr>
            <a:xfrm>
              <a:off x="11026666" y="1268413"/>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3</a:t>
              </a:r>
              <a:endParaRPr lang="de-DE" sz="1800" dirty="0">
                <a:latin typeface="+mn-lt"/>
              </a:endParaRPr>
            </a:p>
          </p:txBody>
        </p:sp>
        <p:sp>
          <p:nvSpPr>
            <p:cNvPr id="8" name="MIO_AGENDA_ELEMENT_TITEL_2">
              <a:hlinkClick r:id="rId15" action="ppaction://hlinksldjump"/>
              <a:extLst>
                <a:ext uri="{FF2B5EF4-FFF2-40B4-BE49-F238E27FC236}">
                  <a16:creationId xmlns:a16="http://schemas.microsoft.com/office/drawing/2014/main" id="{82B868F6-0CAC-F702-E23B-767C746B4E62}"/>
                </a:ext>
              </a:extLst>
            </p:cNvPr>
            <p:cNvSpPr>
              <a:spLocks/>
            </p:cNvSpPr>
            <p:nvPr>
              <p:custDataLst>
                <p:tags r:id="rId6"/>
              </p:custDataLst>
            </p:nvPr>
          </p:nvSpPr>
          <p:spPr>
            <a:xfrm>
              <a:off x="1235076" y="1844412"/>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a:latin typeface="+mn-lt"/>
                </a:rPr>
                <a:t>Code Example #1: Hello World + Blinky</a:t>
              </a:r>
              <a:endParaRPr lang="de-DE" sz="1800" dirty="0">
                <a:latin typeface="+mn-lt"/>
              </a:endParaRPr>
            </a:p>
          </p:txBody>
        </p:sp>
        <p:sp>
          <p:nvSpPr>
            <p:cNvPr id="9" name="MIO_AGENDA_ELEMENT_ELEMENTNUMBER_2">
              <a:hlinkClick r:id="rId15" action="ppaction://hlinksldjump"/>
              <a:extLst>
                <a:ext uri="{FF2B5EF4-FFF2-40B4-BE49-F238E27FC236}">
                  <a16:creationId xmlns:a16="http://schemas.microsoft.com/office/drawing/2014/main" id="{9DEFD22E-E857-DA0B-1807-341E95BE497D}"/>
                </a:ext>
              </a:extLst>
            </p:cNvPr>
            <p:cNvSpPr>
              <a:spLocks noChangeAspect="1"/>
            </p:cNvSpPr>
            <p:nvPr>
              <p:custDataLst>
                <p:tags r:id="rId7"/>
              </p:custDataLst>
            </p:nvPr>
          </p:nvSpPr>
          <p:spPr>
            <a:xfrm>
              <a:off x="334434" y="1844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2</a:t>
              </a:r>
              <a:endParaRPr lang="de-DE" b="1" dirty="0">
                <a:solidFill>
                  <a:schemeClr val="bg1"/>
                </a:solidFill>
                <a:latin typeface="+mn-lt"/>
                <a:cs typeface="Arial" panose="020B0604020202020204" pitchFamily="34" charset="0"/>
              </a:endParaRPr>
            </a:p>
          </p:txBody>
        </p:sp>
        <p:sp>
          <p:nvSpPr>
            <p:cNvPr id="10" name="MIO_AGENDA_ELEMENT_PAGENUMBER_2">
              <a:hlinkClick r:id="rId15" action="ppaction://hlinksldjump"/>
              <a:extLst>
                <a:ext uri="{FF2B5EF4-FFF2-40B4-BE49-F238E27FC236}">
                  <a16:creationId xmlns:a16="http://schemas.microsoft.com/office/drawing/2014/main" id="{1BE49961-A009-E5E7-A0BB-5B3AB31CB25D}"/>
                </a:ext>
              </a:extLst>
            </p:cNvPr>
            <p:cNvSpPr txBox="1">
              <a:spLocks/>
            </p:cNvSpPr>
            <p:nvPr>
              <p:custDataLst>
                <p:tags r:id="rId8"/>
              </p:custDataLst>
            </p:nvPr>
          </p:nvSpPr>
          <p:spPr>
            <a:xfrm>
              <a:off x="11026666" y="1844412"/>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46</a:t>
              </a:r>
              <a:endParaRPr lang="de-DE" sz="1800" dirty="0">
                <a:latin typeface="+mn-lt"/>
              </a:endParaRPr>
            </a:p>
          </p:txBody>
        </p:sp>
        <p:sp>
          <p:nvSpPr>
            <p:cNvPr id="11" name="MIO_AGENDA_ELEMENT_TITEL_3">
              <a:hlinkClick r:id="rId16" action="ppaction://hlinksldjump"/>
              <a:extLst>
                <a:ext uri="{FF2B5EF4-FFF2-40B4-BE49-F238E27FC236}">
                  <a16:creationId xmlns:a16="http://schemas.microsoft.com/office/drawing/2014/main" id="{54DF2A2E-4461-8B89-0F71-ED00889DEA21}"/>
                </a:ext>
              </a:extLst>
            </p:cNvPr>
            <p:cNvSpPr>
              <a:spLocks/>
            </p:cNvSpPr>
            <p:nvPr>
              <p:custDataLst>
                <p:tags r:id="rId9"/>
              </p:custDataLst>
            </p:nvPr>
          </p:nvSpPr>
          <p:spPr>
            <a:xfrm>
              <a:off x="1235076" y="2420412"/>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dirty="0">
                  <a:latin typeface="+mn-lt"/>
                </a:rPr>
                <a:t>Code Example #2: IPC Semaphores using PDL API</a:t>
              </a:r>
              <a:endParaRPr lang="de-DE" sz="1800" dirty="0">
                <a:latin typeface="+mn-lt"/>
              </a:endParaRPr>
            </a:p>
          </p:txBody>
        </p:sp>
        <p:sp>
          <p:nvSpPr>
            <p:cNvPr id="12" name="MIO_AGENDA_ELEMENT_ELEMENTNUMBER_3">
              <a:hlinkClick r:id="rId16" action="ppaction://hlinksldjump"/>
              <a:extLst>
                <a:ext uri="{FF2B5EF4-FFF2-40B4-BE49-F238E27FC236}">
                  <a16:creationId xmlns:a16="http://schemas.microsoft.com/office/drawing/2014/main" id="{04B03A9A-29E8-8689-62F1-1837E3B8D749}"/>
                </a:ext>
              </a:extLst>
            </p:cNvPr>
            <p:cNvSpPr>
              <a:spLocks noChangeAspect="1"/>
            </p:cNvSpPr>
            <p:nvPr>
              <p:custDataLst>
                <p:tags r:id="rId10"/>
              </p:custDataLst>
            </p:nvPr>
          </p:nvSpPr>
          <p:spPr>
            <a:xfrm>
              <a:off x="334434" y="2420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3</a:t>
              </a:r>
              <a:endParaRPr lang="de-DE" b="1" dirty="0">
                <a:solidFill>
                  <a:schemeClr val="bg1"/>
                </a:solidFill>
                <a:latin typeface="+mn-lt"/>
                <a:cs typeface="Arial" panose="020B0604020202020204" pitchFamily="34" charset="0"/>
              </a:endParaRPr>
            </a:p>
          </p:txBody>
        </p:sp>
        <p:sp>
          <p:nvSpPr>
            <p:cNvPr id="13" name="MIO_AGENDA_ELEMENT_PAGENUMBER_3">
              <a:hlinkClick r:id="rId16" action="ppaction://hlinksldjump"/>
              <a:extLst>
                <a:ext uri="{FF2B5EF4-FFF2-40B4-BE49-F238E27FC236}">
                  <a16:creationId xmlns:a16="http://schemas.microsoft.com/office/drawing/2014/main" id="{E4655352-F7A8-C6A9-C4B5-721078833981}"/>
                </a:ext>
              </a:extLst>
            </p:cNvPr>
            <p:cNvSpPr txBox="1">
              <a:spLocks/>
            </p:cNvSpPr>
            <p:nvPr>
              <p:custDataLst>
                <p:tags r:id="rId11"/>
              </p:custDataLst>
            </p:nvPr>
          </p:nvSpPr>
          <p:spPr>
            <a:xfrm>
              <a:off x="11026666" y="2420412"/>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50</a:t>
              </a:r>
              <a:endParaRPr lang="de-DE" sz="1800" dirty="0">
                <a:latin typeface="+mn-lt"/>
              </a:endParaRPr>
            </a:p>
          </p:txBody>
        </p:sp>
      </p:grpSp>
      <p:sp>
        <p:nvSpPr>
          <p:cNvPr id="2" name="Title 1">
            <a:extLst>
              <a:ext uri="{FF2B5EF4-FFF2-40B4-BE49-F238E27FC236}">
                <a16:creationId xmlns:a16="http://schemas.microsoft.com/office/drawing/2014/main" id="{1B002E10-8AF4-869D-ACEA-05CF83201509}"/>
              </a:ext>
            </a:extLst>
          </p:cNvPr>
          <p:cNvSpPr>
            <a:spLocks noGrp="1"/>
          </p:cNvSpPr>
          <p:nvPr>
            <p:ph type="title"/>
            <p:custDataLst>
              <p:tags r:id="rId2"/>
            </p:custDataLst>
          </p:nvPr>
        </p:nvSpPr>
        <p:spPr/>
        <p:txBody>
          <a:bodyPr/>
          <a:lstStyle/>
          <a:p>
            <a:r>
              <a:rPr lang="en-US"/>
              <a:t>Table of contents</a:t>
            </a:r>
          </a:p>
        </p:txBody>
      </p:sp>
    </p:spTree>
    <p:extLst>
      <p:ext uri="{BB962C8B-B14F-4D97-AF65-F5344CB8AC3E}">
        <p14:creationId xmlns:p14="http://schemas.microsoft.com/office/powerpoint/2010/main" val="1180226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7B1C372-4D59-7B26-470C-2B7C3E3B9DF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0DF9E85F-6DD0-8B4F-CF69-CB3E9B9DF35A}"/>
              </a:ext>
            </a:extLst>
          </p:cNvPr>
          <p:cNvSpPr>
            <a:spLocks noGrp="1"/>
          </p:cNvSpPr>
          <p:nvPr>
            <p:ph type="sldNum" sz="quarter" idx="12"/>
          </p:nvPr>
        </p:nvSpPr>
        <p:spPr/>
        <p:txBody>
          <a:bodyPr/>
          <a:lstStyle/>
          <a:p>
            <a:r>
              <a:rPr lang="en-US"/>
              <a:t> </a:t>
            </a:r>
            <a:endParaRPr lang="en-US" dirty="0"/>
          </a:p>
        </p:txBody>
      </p:sp>
      <p:grpSp>
        <p:nvGrpSpPr>
          <p:cNvPr id="14" name="Group 13">
            <a:extLst>
              <a:ext uri="{FF2B5EF4-FFF2-40B4-BE49-F238E27FC236}">
                <a16:creationId xmlns:a16="http://schemas.microsoft.com/office/drawing/2014/main" id="{3ADCE805-2FDF-588E-0718-7446D030C45C}"/>
              </a:ext>
            </a:extLst>
          </p:cNvPr>
          <p:cNvGrpSpPr/>
          <p:nvPr>
            <p:custDataLst>
              <p:tags r:id="rId1"/>
            </p:custDataLst>
          </p:nvPr>
        </p:nvGrpSpPr>
        <p:grpSpPr>
          <a:xfrm>
            <a:off x="334434" y="1268413"/>
            <a:ext cx="11521017" cy="1655999"/>
            <a:chOff x="334434" y="1268413"/>
            <a:chExt cx="11521017" cy="1655999"/>
          </a:xfrm>
        </p:grpSpPr>
        <p:sp>
          <p:nvSpPr>
            <p:cNvPr id="5" name="MIO_AGENDA_ELEMENT_TITEL_1">
              <a:hlinkClick r:id="rId14" action="ppaction://hlinksldjump"/>
              <a:extLst>
                <a:ext uri="{FF2B5EF4-FFF2-40B4-BE49-F238E27FC236}">
                  <a16:creationId xmlns:a16="http://schemas.microsoft.com/office/drawing/2014/main" id="{E92FD2DF-F48E-C6A4-8C61-8B2CFC2F65E6}"/>
                </a:ext>
              </a:extLst>
            </p:cNvPr>
            <p:cNvSpPr>
              <a:spLocks/>
            </p:cNvSpPr>
            <p:nvPr>
              <p:custDataLst>
                <p:tags r:id="rId3"/>
              </p:custDataLst>
            </p:nvPr>
          </p:nvSpPr>
          <p:spPr>
            <a:xfrm>
              <a:off x="1235075" y="1268413"/>
              <a:ext cx="9791589" cy="504000"/>
            </a:xfrm>
            <a:prstGeom prst="rect">
              <a:avLst/>
            </a:prstGeom>
            <a:noFill/>
            <a:extLst>
              <a:ext uri="{909E8E84-426E-40DD-AFC4-6F175D3DCCD1}">
                <a14:hiddenFill xmlns:a14="http://schemas.microsoft.com/office/drawing/2010/main">
                  <a:solidFill>
                    <a:schemeClr val="bg2"/>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b="1" dirty="0">
                  <a:solidFill>
                    <a:schemeClr val="tx2"/>
                  </a:solidFill>
                  <a:latin typeface="+mn-lt"/>
                </a:rPr>
                <a:t>Development ecosystem for PSOC™ Edge E84</a:t>
              </a:r>
              <a:endParaRPr lang="de-DE" sz="1800" b="1" dirty="0">
                <a:solidFill>
                  <a:schemeClr val="tx2"/>
                </a:solidFill>
                <a:latin typeface="+mn-lt"/>
              </a:endParaRPr>
            </a:p>
          </p:txBody>
        </p:sp>
        <p:sp>
          <p:nvSpPr>
            <p:cNvPr id="6" name="MIO_AGENDA_ELEMENT_ELEMENTNUMBER_1">
              <a:hlinkClick r:id="rId14" action="ppaction://hlinksldjump"/>
              <a:extLst>
                <a:ext uri="{FF2B5EF4-FFF2-40B4-BE49-F238E27FC236}">
                  <a16:creationId xmlns:a16="http://schemas.microsoft.com/office/drawing/2014/main" id="{7B592DC4-6B7F-B489-836D-CF9B9E7B6087}"/>
                </a:ext>
              </a:extLst>
            </p:cNvPr>
            <p:cNvSpPr>
              <a:spLocks noChangeAspect="1"/>
            </p:cNvSpPr>
            <p:nvPr>
              <p:custDataLst>
                <p:tags r:id="rId4"/>
              </p:custDataLst>
            </p:nvPr>
          </p:nvSpPr>
          <p:spPr>
            <a:xfrm>
              <a:off x="334434" y="1268413"/>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1</a:t>
              </a:r>
              <a:endParaRPr lang="de-DE" b="1" dirty="0">
                <a:solidFill>
                  <a:schemeClr val="bg1"/>
                </a:solidFill>
                <a:latin typeface="+mn-lt"/>
                <a:cs typeface="Arial" panose="020B0604020202020204" pitchFamily="34" charset="0"/>
              </a:endParaRPr>
            </a:p>
          </p:txBody>
        </p:sp>
        <p:sp>
          <p:nvSpPr>
            <p:cNvPr id="7" name="MIO_AGENDA_ELEMENT_PAGENUMBER_1">
              <a:hlinkClick r:id="rId14" action="ppaction://hlinksldjump"/>
              <a:extLst>
                <a:ext uri="{FF2B5EF4-FFF2-40B4-BE49-F238E27FC236}">
                  <a16:creationId xmlns:a16="http://schemas.microsoft.com/office/drawing/2014/main" id="{B7B8A591-A3EF-DD95-CC06-43BDE1F772D8}"/>
                </a:ext>
              </a:extLst>
            </p:cNvPr>
            <p:cNvSpPr txBox="1">
              <a:spLocks/>
            </p:cNvSpPr>
            <p:nvPr>
              <p:custDataLst>
                <p:tags r:id="rId5"/>
              </p:custDataLst>
            </p:nvPr>
          </p:nvSpPr>
          <p:spPr>
            <a:xfrm>
              <a:off x="11026666" y="1268413"/>
              <a:ext cx="828785" cy="504000"/>
            </a:xfrm>
            <a:prstGeom prst="rect">
              <a:avLst/>
            </a:prstGeom>
            <a:noFill/>
          </p:spPr>
          <p:txBody>
            <a:bodyPr wrap="none" lIns="0" tIns="36000" rIns="216000" bIns="36000" rtlCol="0" anchor="ctr" anchorCtr="0">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r"/>
              <a:r>
                <a:rPr lang="de-DE" sz="1800" b="1">
                  <a:solidFill>
                    <a:schemeClr val="tx2"/>
                  </a:solidFill>
                  <a:latin typeface="+mn-lt"/>
                  <a:cs typeface="Segoe UI Semibold" panose="020B0702040204020203" pitchFamily="34" charset="0"/>
                </a:rPr>
                <a:t>3</a:t>
              </a:r>
              <a:endParaRPr lang="de-DE" sz="1800" b="1" dirty="0">
                <a:solidFill>
                  <a:schemeClr val="tx2"/>
                </a:solidFill>
                <a:latin typeface="+mn-lt"/>
                <a:cs typeface="Segoe UI Semibold" panose="020B0702040204020203" pitchFamily="34" charset="0"/>
              </a:endParaRPr>
            </a:p>
          </p:txBody>
        </p:sp>
        <p:sp>
          <p:nvSpPr>
            <p:cNvPr id="8" name="MIO_AGENDA_ELEMENT_TITEL_2">
              <a:hlinkClick r:id="rId15" action="ppaction://hlinksldjump"/>
              <a:extLst>
                <a:ext uri="{FF2B5EF4-FFF2-40B4-BE49-F238E27FC236}">
                  <a16:creationId xmlns:a16="http://schemas.microsoft.com/office/drawing/2014/main" id="{B789DAB8-3FE6-4884-B7D2-DDC8EA1CA1E9}"/>
                </a:ext>
              </a:extLst>
            </p:cNvPr>
            <p:cNvSpPr>
              <a:spLocks/>
            </p:cNvSpPr>
            <p:nvPr>
              <p:custDataLst>
                <p:tags r:id="rId6"/>
              </p:custDataLst>
            </p:nvPr>
          </p:nvSpPr>
          <p:spPr>
            <a:xfrm>
              <a:off x="1235076" y="1844412"/>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a:latin typeface="+mn-lt"/>
                </a:rPr>
                <a:t>Code Example #1: Hello World + Blinky</a:t>
              </a:r>
              <a:endParaRPr lang="de-DE" sz="1800" dirty="0">
                <a:latin typeface="+mn-lt"/>
              </a:endParaRPr>
            </a:p>
          </p:txBody>
        </p:sp>
        <p:sp>
          <p:nvSpPr>
            <p:cNvPr id="9" name="MIO_AGENDA_ELEMENT_ELEMENTNUMBER_2">
              <a:hlinkClick r:id="rId15" action="ppaction://hlinksldjump"/>
              <a:extLst>
                <a:ext uri="{FF2B5EF4-FFF2-40B4-BE49-F238E27FC236}">
                  <a16:creationId xmlns:a16="http://schemas.microsoft.com/office/drawing/2014/main" id="{001878F7-8B5D-7802-755B-39EFFF1B8F57}"/>
                </a:ext>
              </a:extLst>
            </p:cNvPr>
            <p:cNvSpPr>
              <a:spLocks noChangeAspect="1"/>
            </p:cNvSpPr>
            <p:nvPr>
              <p:custDataLst>
                <p:tags r:id="rId7"/>
              </p:custDataLst>
            </p:nvPr>
          </p:nvSpPr>
          <p:spPr>
            <a:xfrm>
              <a:off x="334434" y="1844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2</a:t>
              </a:r>
              <a:endParaRPr lang="de-DE" b="1" dirty="0">
                <a:solidFill>
                  <a:schemeClr val="bg1"/>
                </a:solidFill>
                <a:latin typeface="+mn-lt"/>
                <a:cs typeface="Arial" panose="020B0604020202020204" pitchFamily="34" charset="0"/>
              </a:endParaRPr>
            </a:p>
          </p:txBody>
        </p:sp>
        <p:sp>
          <p:nvSpPr>
            <p:cNvPr id="10" name="MIO_AGENDA_ELEMENT_PAGENUMBER_2">
              <a:hlinkClick r:id="rId15" action="ppaction://hlinksldjump"/>
              <a:extLst>
                <a:ext uri="{FF2B5EF4-FFF2-40B4-BE49-F238E27FC236}">
                  <a16:creationId xmlns:a16="http://schemas.microsoft.com/office/drawing/2014/main" id="{65F569D8-1A40-6229-1BA8-D6AE55513D5D}"/>
                </a:ext>
              </a:extLst>
            </p:cNvPr>
            <p:cNvSpPr txBox="1">
              <a:spLocks/>
            </p:cNvSpPr>
            <p:nvPr>
              <p:custDataLst>
                <p:tags r:id="rId8"/>
              </p:custDataLst>
            </p:nvPr>
          </p:nvSpPr>
          <p:spPr>
            <a:xfrm>
              <a:off x="11026666" y="1844412"/>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46</a:t>
              </a:r>
              <a:endParaRPr lang="de-DE" sz="1800" dirty="0">
                <a:latin typeface="+mn-lt"/>
              </a:endParaRPr>
            </a:p>
          </p:txBody>
        </p:sp>
        <p:sp>
          <p:nvSpPr>
            <p:cNvPr id="11" name="MIO_AGENDA_ELEMENT_TITEL_3">
              <a:hlinkClick r:id="rId16" action="ppaction://hlinksldjump"/>
              <a:extLst>
                <a:ext uri="{FF2B5EF4-FFF2-40B4-BE49-F238E27FC236}">
                  <a16:creationId xmlns:a16="http://schemas.microsoft.com/office/drawing/2014/main" id="{734C3197-C866-26D5-14CC-E1C0A1AEBE78}"/>
                </a:ext>
              </a:extLst>
            </p:cNvPr>
            <p:cNvSpPr>
              <a:spLocks/>
            </p:cNvSpPr>
            <p:nvPr>
              <p:custDataLst>
                <p:tags r:id="rId9"/>
              </p:custDataLst>
            </p:nvPr>
          </p:nvSpPr>
          <p:spPr>
            <a:xfrm>
              <a:off x="1235076" y="2420412"/>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a:latin typeface="+mn-lt"/>
                </a:rPr>
                <a:t>Code Example #2: IPC Semaphores using PDL API</a:t>
              </a:r>
              <a:endParaRPr lang="de-DE" sz="1800" dirty="0">
                <a:latin typeface="+mn-lt"/>
              </a:endParaRPr>
            </a:p>
          </p:txBody>
        </p:sp>
        <p:sp>
          <p:nvSpPr>
            <p:cNvPr id="12" name="MIO_AGENDA_ELEMENT_ELEMENTNUMBER_3">
              <a:hlinkClick r:id="rId16" action="ppaction://hlinksldjump"/>
              <a:extLst>
                <a:ext uri="{FF2B5EF4-FFF2-40B4-BE49-F238E27FC236}">
                  <a16:creationId xmlns:a16="http://schemas.microsoft.com/office/drawing/2014/main" id="{88B9576A-3F36-399D-2A01-4A68A963125E}"/>
                </a:ext>
              </a:extLst>
            </p:cNvPr>
            <p:cNvSpPr>
              <a:spLocks noChangeAspect="1"/>
            </p:cNvSpPr>
            <p:nvPr>
              <p:custDataLst>
                <p:tags r:id="rId10"/>
              </p:custDataLst>
            </p:nvPr>
          </p:nvSpPr>
          <p:spPr>
            <a:xfrm>
              <a:off x="334434" y="2420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3</a:t>
              </a:r>
              <a:endParaRPr lang="de-DE" b="1" dirty="0">
                <a:solidFill>
                  <a:schemeClr val="bg1"/>
                </a:solidFill>
                <a:latin typeface="+mn-lt"/>
                <a:cs typeface="Arial" panose="020B0604020202020204" pitchFamily="34" charset="0"/>
              </a:endParaRPr>
            </a:p>
          </p:txBody>
        </p:sp>
        <p:sp>
          <p:nvSpPr>
            <p:cNvPr id="13" name="MIO_AGENDA_ELEMENT_PAGENUMBER_3">
              <a:hlinkClick r:id="rId16" action="ppaction://hlinksldjump"/>
              <a:extLst>
                <a:ext uri="{FF2B5EF4-FFF2-40B4-BE49-F238E27FC236}">
                  <a16:creationId xmlns:a16="http://schemas.microsoft.com/office/drawing/2014/main" id="{D03D548E-63E6-E654-A0C6-7B1E622B7FEE}"/>
                </a:ext>
              </a:extLst>
            </p:cNvPr>
            <p:cNvSpPr txBox="1">
              <a:spLocks/>
            </p:cNvSpPr>
            <p:nvPr>
              <p:custDataLst>
                <p:tags r:id="rId11"/>
              </p:custDataLst>
            </p:nvPr>
          </p:nvSpPr>
          <p:spPr>
            <a:xfrm>
              <a:off x="11026666" y="2420412"/>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50</a:t>
              </a:r>
              <a:endParaRPr lang="de-DE" sz="1800" dirty="0">
                <a:latin typeface="+mn-lt"/>
              </a:endParaRPr>
            </a:p>
          </p:txBody>
        </p:sp>
      </p:grpSp>
      <p:sp>
        <p:nvSpPr>
          <p:cNvPr id="2" name="Title 1">
            <a:extLst>
              <a:ext uri="{FF2B5EF4-FFF2-40B4-BE49-F238E27FC236}">
                <a16:creationId xmlns:a16="http://schemas.microsoft.com/office/drawing/2014/main" id="{1B002E10-8AF4-869D-ACEA-05CF83201509}"/>
              </a:ext>
            </a:extLst>
          </p:cNvPr>
          <p:cNvSpPr>
            <a:spLocks noGrp="1"/>
          </p:cNvSpPr>
          <p:nvPr>
            <p:ph type="title"/>
            <p:custDataLst>
              <p:tags r:id="rId2"/>
            </p:custDataLst>
          </p:nvPr>
        </p:nvSpPr>
        <p:spPr/>
        <p:txBody>
          <a:bodyPr/>
          <a:lstStyle/>
          <a:p>
            <a:r>
              <a:rPr lang="en-US"/>
              <a:t>Table of contents</a:t>
            </a:r>
          </a:p>
        </p:txBody>
      </p:sp>
    </p:spTree>
    <p:extLst>
      <p:ext uri="{BB962C8B-B14F-4D97-AF65-F5344CB8AC3E}">
        <p14:creationId xmlns:p14="http://schemas.microsoft.com/office/powerpoint/2010/main" val="3403374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A27F10-987C-4773-9670-C2405C0139DA}"/>
              </a:ext>
            </a:extLst>
          </p:cNvPr>
          <p:cNvSpPr>
            <a:spLocks noGrp="1"/>
          </p:cNvSpPr>
          <p:nvPr>
            <p:ph sz="quarter" idx="13" hasCustomPrompt="1"/>
          </p:nvPr>
        </p:nvSpPr>
        <p:spPr>
          <a:xfrm>
            <a:off x="334800" y="1268415"/>
            <a:ext cx="11520000" cy="1296490"/>
          </a:xfrm>
        </p:spPr>
        <p:txBody>
          <a:bodyPr/>
          <a:lstStyle/>
          <a:p>
            <a:pPr>
              <a:lnSpc>
                <a:spcPct val="150000"/>
              </a:lnSpc>
              <a:buFont typeface="Arial" panose="020B0604020202020204" pitchFamily="34" charset="0"/>
              <a:buChar char="‒"/>
            </a:pPr>
            <a:r>
              <a:rPr dirty="0"/>
              <a:t> PSOC™ Edge E84 MCU</a:t>
            </a:r>
            <a:r>
              <a:rPr lang="en-US" dirty="0"/>
              <a:t> Product page and PSOC™ Developer Journey on Infineon.com</a:t>
            </a:r>
            <a:endParaRPr dirty="0"/>
          </a:p>
          <a:p>
            <a:pPr>
              <a:lnSpc>
                <a:spcPct val="150000"/>
              </a:lnSpc>
              <a:buFont typeface="Arial" panose="020B0604020202020204" pitchFamily="34" charset="0"/>
              <a:buChar char="‒"/>
            </a:pPr>
            <a:r>
              <a:rPr dirty="0"/>
              <a:t> Datasheets </a:t>
            </a:r>
          </a:p>
          <a:p>
            <a:pPr>
              <a:lnSpc>
                <a:spcPct val="150000"/>
              </a:lnSpc>
              <a:buFont typeface="Arial" panose="020B0604020202020204" pitchFamily="34" charset="0"/>
              <a:buChar char="‒"/>
            </a:pPr>
            <a:r>
              <a:rPr dirty="0"/>
              <a:t> Reference manuals (RM): architecture and registers</a:t>
            </a:r>
            <a:endParaRPr lang="en-US" sz="2400" b="1" i="1" dirty="0"/>
          </a:p>
          <a:p>
            <a:pPr>
              <a:lnSpc>
                <a:spcPct val="150000"/>
              </a:lnSpc>
              <a:buFont typeface="Arial" panose="020B0604020202020204" pitchFamily="34" charset="0"/>
              <a:buChar char="‒"/>
            </a:pPr>
            <a:endParaRPr lang="en-US" sz="2200" b="1" dirty="0"/>
          </a:p>
          <a:p>
            <a:pPr>
              <a:lnSpc>
                <a:spcPct val="150000"/>
              </a:lnSpc>
              <a:buClr>
                <a:srgbClr val="5EA290"/>
              </a:buClr>
              <a:buFont typeface="Wingdings" panose="05000000000000000000" pitchFamily="2" charset="2"/>
              <a:buChar char="q"/>
            </a:pPr>
            <a:endParaRPr lang="en-US" sz="2200" b="1" dirty="0"/>
          </a:p>
        </p:txBody>
      </p:sp>
      <p:sp>
        <p:nvSpPr>
          <p:cNvPr id="3" name="Title 2">
            <a:extLst>
              <a:ext uri="{FF2B5EF4-FFF2-40B4-BE49-F238E27FC236}">
                <a16:creationId xmlns:a16="http://schemas.microsoft.com/office/drawing/2014/main" id="{D14CA30D-9474-49A7-9B49-1A4F8407DEED}"/>
              </a:ext>
            </a:extLst>
          </p:cNvPr>
          <p:cNvSpPr>
            <a:spLocks noGrp="1"/>
          </p:cNvSpPr>
          <p:nvPr>
            <p:ph type="title" hasCustomPrompt="1"/>
          </p:nvPr>
        </p:nvSpPr>
        <p:spPr>
          <a:xfrm>
            <a:off x="335360" y="188720"/>
            <a:ext cx="9613068" cy="720000"/>
          </a:xfrm>
          <a:noFill/>
          <a:ln/>
          <a:extLst>
            <a:ext uri="{909E8E84-426E-40DD-AFC4-6F175D3DCCD1}">
              <a14:hiddenFill xmlns:a14="http://schemas.microsoft.com/office/drawing/2010/main">
                <a:solidFill>
                  <a:srgbClr val="FFFFFF">
                    <a:alpha val="0"/>
                  </a:srgbClr>
                </a:solidFill>
              </a14:hiddenFill>
            </a:ext>
          </a:extLst>
        </p:spPr>
        <p:txBody>
          <a:bodyPr lIns="0" tIns="0" rIns="0" bIns="10800" anchor="b">
            <a:noAutofit/>
          </a:bodyPr>
          <a:lstStyle/>
          <a:p>
            <a:r>
              <a:rPr>
                <a:solidFill>
                  <a:srgbClr val="0A8276"/>
                </a:solidFill>
                <a:latin typeface="Arial" panose="020B0604020202020204" pitchFamily="34" charset="0"/>
              </a:rPr>
              <a:t>PSOC™ Edge E84 Resources </a:t>
            </a:r>
          </a:p>
        </p:txBody>
      </p:sp>
      <p:sp>
        <p:nvSpPr>
          <p:cNvPr id="4" name="TextBox 3">
            <a:extLst>
              <a:ext uri="{FF2B5EF4-FFF2-40B4-BE49-F238E27FC236}">
                <a16:creationId xmlns:a16="http://schemas.microsoft.com/office/drawing/2014/main" id="{71F79F9A-A555-443E-802E-120125C26DE9}"/>
              </a:ext>
            </a:extLst>
          </p:cNvPr>
          <p:cNvSpPr txBox="1"/>
          <p:nvPr/>
        </p:nvSpPr>
        <p:spPr bwMode="auto">
          <a:xfrm>
            <a:off x="334800" y="2507287"/>
            <a:ext cx="3625552" cy="1610697"/>
          </a:xfrm>
          <a:prstGeom prst="rect">
            <a:avLst/>
          </a:prstGeom>
          <a:noFill/>
          <a:ln w="9525">
            <a:noFill/>
            <a:miter lim="800000"/>
            <a:headEnd/>
            <a:tailEnd/>
          </a:ln>
          <a:effectLst/>
        </p:spPr>
        <p:txBody>
          <a:bodyPr wrap="square" lIns="0" tIns="0" rIns="0" bIns="0" rtlCol="0" anchor="t" anchorCtr="0">
            <a:spAutoFit/>
          </a:bodyPr>
          <a:lstStyle/>
          <a:p>
            <a:pPr marL="285750" indent="-285750">
              <a:lnSpc>
                <a:spcPct val="150000"/>
              </a:lnSpc>
              <a:buClr>
                <a:schemeClr val="tx2"/>
              </a:buClr>
              <a:buFont typeface="Arial" panose="020B0604020202020204" pitchFamily="34" charset="0"/>
              <a:buChar char="‒"/>
            </a:pPr>
            <a:r>
              <a:rPr lang="en-US" sz="1800" dirty="0">
                <a:latin typeface="+mn-lt"/>
              </a:rPr>
              <a:t>  Application notes </a:t>
            </a:r>
          </a:p>
          <a:p>
            <a:pPr marL="285750" indent="-285750">
              <a:lnSpc>
                <a:spcPct val="150000"/>
              </a:lnSpc>
              <a:buClr>
                <a:schemeClr val="tx2"/>
              </a:buClr>
              <a:buFont typeface="Arial" panose="020B0604020202020204" pitchFamily="34" charset="0"/>
              <a:buChar char="‒"/>
            </a:pPr>
            <a:r>
              <a:rPr lang="en-US" sz="1800" dirty="0">
                <a:latin typeface="+mn-lt"/>
              </a:rPr>
              <a:t>  Code examples </a:t>
            </a:r>
          </a:p>
          <a:p>
            <a:pPr marL="285750" indent="-285750">
              <a:lnSpc>
                <a:spcPct val="150000"/>
              </a:lnSpc>
              <a:buClr>
                <a:schemeClr val="tx2"/>
              </a:buClr>
              <a:buFont typeface="Arial" panose="020B0604020202020204" pitchFamily="34" charset="0"/>
              <a:buChar char="‒"/>
            </a:pPr>
            <a:r>
              <a:rPr lang="en-US" sz="1800" dirty="0">
                <a:latin typeface="+mn-lt"/>
              </a:rPr>
              <a:t>  Development kits </a:t>
            </a:r>
          </a:p>
          <a:p>
            <a:pPr marL="285750" indent="-285750">
              <a:lnSpc>
                <a:spcPct val="150000"/>
              </a:lnSpc>
              <a:buClr>
                <a:schemeClr val="tx2"/>
              </a:buClr>
              <a:buFont typeface="Arial" panose="020B0604020202020204" pitchFamily="34" charset="0"/>
              <a:buChar char="‒"/>
            </a:pPr>
            <a:r>
              <a:rPr lang="en-US" sz="1800" dirty="0">
                <a:latin typeface="+mn-lt"/>
              </a:rPr>
              <a:t>  KBAs and community forum</a:t>
            </a:r>
          </a:p>
        </p:txBody>
      </p:sp>
    </p:spTree>
    <p:extLst>
      <p:ext uri="{BB962C8B-B14F-4D97-AF65-F5344CB8AC3E}">
        <p14:creationId xmlns:p14="http://schemas.microsoft.com/office/powerpoint/2010/main" val="372074758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0-#ppt_w/2"/>
                                          </p:val>
                                        </p:tav>
                                        <p:tav tm="100000">
                                          <p:val>
                                            <p:strVal val="#ppt_x"/>
                                          </p:val>
                                        </p:tav>
                                      </p:tavLst>
                                    </p:anim>
                                    <p:anim calcmode="lin" valueType="num">
                                      <p:cBhvr additive="base">
                                        <p:cTn id="26"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C798ED4-470F-4CAA-85BD-5CEDD36AB8BC}"/>
              </a:ext>
            </a:extLst>
          </p:cNvPr>
          <p:cNvSpPr>
            <a:spLocks noGrp="1"/>
          </p:cNvSpPr>
          <p:nvPr>
            <p:ph type="title" hasCustomPrompt="1"/>
          </p:nvPr>
        </p:nvSpPr>
        <p:spPr/>
        <p:txBody>
          <a:bodyPr/>
          <a:lstStyle/>
          <a:p>
            <a:r>
              <a:t>Firmware / Application Development</a:t>
            </a:r>
          </a:p>
        </p:txBody>
      </p:sp>
      <p:sp>
        <p:nvSpPr>
          <p:cNvPr id="5" name="Content Placeholder 1">
            <a:extLst>
              <a:ext uri="{FF2B5EF4-FFF2-40B4-BE49-F238E27FC236}">
                <a16:creationId xmlns:a16="http://schemas.microsoft.com/office/drawing/2014/main" id="{A011D990-3044-4ACB-9577-45308A449B3B}"/>
              </a:ext>
            </a:extLst>
          </p:cNvPr>
          <p:cNvSpPr txBox="1">
            <a:spLocks/>
          </p:cNvSpPr>
          <p:nvPr/>
        </p:nvSpPr>
        <p:spPr>
          <a:xfrm>
            <a:off x="334800" y="1268414"/>
            <a:ext cx="11161800" cy="5113337"/>
          </a:xfrm>
          <a:prstGeom prst="rect">
            <a:avLst/>
          </a:prstGeom>
        </p:spPr>
        <p:txBody>
          <a:bodyPr vert="horz" lIns="0" tIns="0" rIns="0" bIns="0" rtlCol="0">
            <a:noAutofit/>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ea typeface="+mn-ea"/>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pPr>
              <a:lnSpc>
                <a:spcPct val="150000"/>
              </a:lnSpc>
              <a:buFont typeface="Arial" panose="020B0604020202020204" pitchFamily="34" charset="0"/>
              <a:buChar char="‒"/>
            </a:pPr>
            <a:r>
              <a:rPr lang="en-US" sz="2400" b="1" kern="0" dirty="0"/>
              <a:t> ModusToolbox™ provides</a:t>
            </a:r>
          </a:p>
          <a:p>
            <a:pPr lvl="1">
              <a:lnSpc>
                <a:spcPct val="150000"/>
              </a:lnSpc>
              <a:buFont typeface="Arial" panose="020B0604020202020204" pitchFamily="34" charset="0"/>
              <a:buChar char="‒"/>
            </a:pPr>
            <a:r>
              <a:rPr lang="en-US" sz="2200" b="1" kern="0" dirty="0"/>
              <a:t> Development environment for Infineon MCUs </a:t>
            </a:r>
          </a:p>
          <a:p>
            <a:pPr lvl="1">
              <a:lnSpc>
                <a:spcPct val="150000"/>
              </a:lnSpc>
              <a:buFont typeface="Arial" panose="020B0604020202020204" pitchFamily="34" charset="0"/>
              <a:buChar char="‒"/>
            </a:pPr>
            <a:r>
              <a:rPr lang="en-US" sz="2200" b="1" kern="0" dirty="0"/>
              <a:t> Flexible set of tools for project and system</a:t>
            </a:r>
          </a:p>
          <a:p>
            <a:pPr marL="252000" lvl="1" indent="0">
              <a:lnSpc>
                <a:spcPct val="150000"/>
              </a:lnSpc>
              <a:buNone/>
            </a:pPr>
            <a:r>
              <a:rPr lang="en-US" sz="2200" b="1" kern="0" dirty="0"/>
              <a:t>     level configuration</a:t>
            </a:r>
          </a:p>
          <a:p>
            <a:pPr lvl="1">
              <a:lnSpc>
                <a:spcPct val="150000"/>
              </a:lnSpc>
              <a:buFont typeface="Arial" panose="020B0604020202020204" pitchFamily="34" charset="0"/>
              <a:buChar char="‒"/>
            </a:pPr>
            <a:r>
              <a:rPr lang="en-US" sz="2200" b="1" kern="0" dirty="0"/>
              <a:t> Low-level drivers</a:t>
            </a:r>
          </a:p>
          <a:p>
            <a:pPr lvl="1">
              <a:lnSpc>
                <a:spcPct val="150000"/>
              </a:lnSpc>
              <a:buFont typeface="Arial" panose="020B0604020202020204" pitchFamily="34" charset="0"/>
              <a:buChar char="‒"/>
            </a:pPr>
            <a:r>
              <a:rPr lang="en-US" sz="2200" b="1" kern="0" dirty="0"/>
              <a:t> Libraries</a:t>
            </a:r>
          </a:p>
          <a:p>
            <a:pPr lvl="1">
              <a:lnSpc>
                <a:spcPct val="150000"/>
              </a:lnSpc>
              <a:buFont typeface="Arial" panose="020B0604020202020204" pitchFamily="34" charset="0"/>
              <a:buChar char="‒"/>
            </a:pPr>
            <a:r>
              <a:rPr lang="en-US" sz="2200" b="1" kern="0" dirty="0"/>
              <a:t> Operating system support (Linux, macOS, </a:t>
            </a:r>
          </a:p>
          <a:p>
            <a:pPr marL="504000" lvl="2" indent="0">
              <a:lnSpc>
                <a:spcPct val="150000"/>
              </a:lnSpc>
              <a:buNone/>
            </a:pPr>
            <a:r>
              <a:rPr lang="en-US" sz="2200" b="1" kern="0" dirty="0"/>
              <a:t>  Windows)</a:t>
            </a:r>
          </a:p>
          <a:p>
            <a:pPr marL="504000" lvl="2" indent="0">
              <a:lnSpc>
                <a:spcPct val="150000"/>
              </a:lnSpc>
              <a:buNone/>
            </a:pPr>
            <a:endParaRPr lang="en-US" sz="2200" b="1" kern="0" dirty="0"/>
          </a:p>
          <a:p>
            <a:pPr marL="504000" lvl="2" indent="0">
              <a:lnSpc>
                <a:spcPct val="150000"/>
              </a:lnSpc>
              <a:buNone/>
            </a:pPr>
            <a:r>
              <a:rPr lang="en-US" sz="2200" b="1" kern="0" dirty="0"/>
              <a:t>Reference link : </a:t>
            </a:r>
            <a:r>
              <a:rPr lang="en-US" u="sng" dirty="0">
                <a:hlinkClick r:id="rId3"/>
              </a:rPr>
              <a:t>https://www.infineon.com/ModusToolboxInstallguide</a:t>
            </a:r>
            <a:endParaRPr lang="en-US" dirty="0"/>
          </a:p>
          <a:p>
            <a:pPr marL="504000" lvl="2" indent="0">
              <a:lnSpc>
                <a:spcPct val="150000"/>
              </a:lnSpc>
              <a:buNone/>
            </a:pPr>
            <a:endParaRPr lang="en-US" sz="2200" b="1" kern="0" dirty="0">
              <a:solidFill>
                <a:srgbClr val="FF0000"/>
              </a:solidFill>
            </a:endParaRPr>
          </a:p>
        </p:txBody>
      </p:sp>
      <p:pic>
        <p:nvPicPr>
          <p:cNvPr id="7" name="Picture 6">
            <a:extLst>
              <a:ext uri="{FF2B5EF4-FFF2-40B4-BE49-F238E27FC236}">
                <a16:creationId xmlns:a16="http://schemas.microsoft.com/office/drawing/2014/main" id="{78644AD9-BC39-4F15-969D-66670C793F8B}"/>
              </a:ext>
            </a:extLst>
          </p:cNvPr>
          <p:cNvPicPr>
            <a:picLocks noChangeAspect="1"/>
          </p:cNvPicPr>
          <p:nvPr/>
        </p:nvPicPr>
        <p:blipFill>
          <a:blip r:embed="rId4"/>
          <a:stretch>
            <a:fillRect/>
          </a:stretch>
        </p:blipFill>
        <p:spPr>
          <a:xfrm>
            <a:off x="7018016" y="1268414"/>
            <a:ext cx="4810125" cy="4657725"/>
          </a:xfrm>
          <a:prstGeom prst="rect">
            <a:avLst/>
          </a:prstGeom>
        </p:spPr>
      </p:pic>
    </p:spTree>
    <p:extLst>
      <p:ext uri="{BB962C8B-B14F-4D97-AF65-F5344CB8AC3E}">
        <p14:creationId xmlns:p14="http://schemas.microsoft.com/office/powerpoint/2010/main" val="82268920"/>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192774-4AC7-429C-965F-F0EDCB59D815}"/>
              </a:ext>
            </a:extLst>
          </p:cNvPr>
          <p:cNvSpPr>
            <a:spLocks noGrp="1"/>
          </p:cNvSpPr>
          <p:nvPr>
            <p:ph type="title" hasCustomPrompt="1"/>
          </p:nvPr>
        </p:nvSpPr>
        <p:spPr/>
        <p:txBody>
          <a:bodyPr/>
          <a:lstStyle/>
          <a:p>
            <a:r>
              <a:t>Support for IDEs</a:t>
            </a:r>
          </a:p>
        </p:txBody>
      </p:sp>
      <p:sp>
        <p:nvSpPr>
          <p:cNvPr id="5" name="Rectangle: Rounded Corners 4">
            <a:extLst>
              <a:ext uri="{FF2B5EF4-FFF2-40B4-BE49-F238E27FC236}">
                <a16:creationId xmlns:a16="http://schemas.microsoft.com/office/drawing/2014/main" id="{7F567529-7468-4B84-A088-B334E46CCE48}"/>
              </a:ext>
            </a:extLst>
          </p:cNvPr>
          <p:cNvSpPr/>
          <p:nvPr/>
        </p:nvSpPr>
        <p:spPr bwMode="auto">
          <a:xfrm>
            <a:off x="4907358" y="1553618"/>
            <a:ext cx="2396211" cy="815800"/>
          </a:xfrm>
          <a:prstGeom prst="roundRect">
            <a:avLst/>
          </a:prstGeom>
          <a:solidFill>
            <a:srgbClr val="3B9B91"/>
          </a:solidFill>
          <a:ln w="9525">
            <a:noFill/>
            <a:miter lim="800000"/>
            <a:headEnd/>
            <a:tailEnd/>
          </a:ln>
        </p:spPr>
        <p:txBody>
          <a:bodyPr wrap="square" lIns="72000" tIns="72000" rIns="72000" bIns="72000" rtlCol="0" anchor="ctr"/>
          <a:lstStyle/>
          <a:p>
            <a:pPr algn="ctr" defTabSz="576000" eaLnBrk="0" hangingPunct="0">
              <a:lnSpc>
                <a:spcPct val="120000"/>
              </a:lnSpc>
            </a:pPr>
            <a:r>
              <a:rPr lang="en-US" sz="1600" dirty="0">
                <a:solidFill>
                  <a:schemeClr val="bg1"/>
                </a:solidFill>
                <a:latin typeface="+mn-lt"/>
              </a:rPr>
              <a:t>ModusToolbox™ </a:t>
            </a:r>
            <a:br>
              <a:rPr lang="en-US" sz="1600" dirty="0">
                <a:solidFill>
                  <a:schemeClr val="bg1"/>
                </a:solidFill>
                <a:latin typeface="+mn-lt"/>
              </a:rPr>
            </a:br>
            <a:r>
              <a:rPr lang="en-US" sz="1600" dirty="0">
                <a:solidFill>
                  <a:schemeClr val="bg1"/>
                </a:solidFill>
                <a:latin typeface="+mn-lt"/>
              </a:rPr>
              <a:t>IDE Tool Support</a:t>
            </a:r>
            <a:endParaRPr lang="en-US" sz="1600" baseline="0" dirty="0">
              <a:solidFill>
                <a:schemeClr val="bg1"/>
              </a:solidFill>
              <a:latin typeface="+mn-lt"/>
              <a:ea typeface="+mn-ea"/>
              <a:cs typeface="+mn-cs"/>
            </a:endParaRPr>
          </a:p>
        </p:txBody>
      </p:sp>
      <p:sp>
        <p:nvSpPr>
          <p:cNvPr id="6" name="Rectangle: Rounded Corners 5">
            <a:extLst>
              <a:ext uri="{FF2B5EF4-FFF2-40B4-BE49-F238E27FC236}">
                <a16:creationId xmlns:a16="http://schemas.microsoft.com/office/drawing/2014/main" id="{771B1FDA-4540-4254-A4B2-F005BC8751E7}"/>
              </a:ext>
            </a:extLst>
          </p:cNvPr>
          <p:cNvSpPr/>
          <p:nvPr/>
        </p:nvSpPr>
        <p:spPr bwMode="auto">
          <a:xfrm>
            <a:off x="610852" y="3812646"/>
            <a:ext cx="2396211" cy="815800"/>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dirty="0">
                <a:solidFill>
                  <a:schemeClr val="bg1"/>
                </a:solidFill>
              </a:rPr>
              <a:t>Eclipse IDE </a:t>
            </a:r>
          </a:p>
        </p:txBody>
      </p:sp>
      <p:sp>
        <p:nvSpPr>
          <p:cNvPr id="7" name="Rectangle: Rounded Corners 6">
            <a:extLst>
              <a:ext uri="{FF2B5EF4-FFF2-40B4-BE49-F238E27FC236}">
                <a16:creationId xmlns:a16="http://schemas.microsoft.com/office/drawing/2014/main" id="{34C27D49-4522-4A43-9013-6E299EEF0237}"/>
              </a:ext>
            </a:extLst>
          </p:cNvPr>
          <p:cNvSpPr/>
          <p:nvPr/>
        </p:nvSpPr>
        <p:spPr bwMode="auto">
          <a:xfrm>
            <a:off x="3251374" y="3828896"/>
            <a:ext cx="2396211" cy="815800"/>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a:solidFill>
                  <a:schemeClr val="bg1"/>
                </a:solidFill>
              </a:rPr>
              <a:t>Visual Studio</a:t>
            </a:r>
          </a:p>
          <a:p>
            <a:pPr algn="ctr" defTabSz="576000" eaLnBrk="0" hangingPunct="0">
              <a:lnSpc>
                <a:spcPct val="120000"/>
              </a:lnSpc>
            </a:pPr>
            <a:r>
              <a:rPr lang="en-US" sz="1600">
                <a:solidFill>
                  <a:schemeClr val="bg1"/>
                </a:solidFill>
              </a:rPr>
              <a:t>Code</a:t>
            </a:r>
            <a:endParaRPr lang="en-US" sz="1600" dirty="0">
              <a:solidFill>
                <a:schemeClr val="bg1"/>
              </a:solidFill>
            </a:endParaRPr>
          </a:p>
        </p:txBody>
      </p:sp>
      <p:sp>
        <p:nvSpPr>
          <p:cNvPr id="8" name="Rectangle: Rounded Corners 7">
            <a:extLst>
              <a:ext uri="{FF2B5EF4-FFF2-40B4-BE49-F238E27FC236}">
                <a16:creationId xmlns:a16="http://schemas.microsoft.com/office/drawing/2014/main" id="{45660B57-ED20-41CE-8DBC-A735B278B8DD}"/>
              </a:ext>
            </a:extLst>
          </p:cNvPr>
          <p:cNvSpPr/>
          <p:nvPr/>
        </p:nvSpPr>
        <p:spPr bwMode="auto">
          <a:xfrm>
            <a:off x="9402869" y="3828896"/>
            <a:ext cx="2396211" cy="815800"/>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a:solidFill>
                  <a:schemeClr val="bg1"/>
                </a:solidFill>
              </a:rPr>
              <a:t>Arm® MDK</a:t>
            </a:r>
          </a:p>
          <a:p>
            <a:pPr algn="ctr" defTabSz="576000" eaLnBrk="0" hangingPunct="0">
              <a:lnSpc>
                <a:spcPct val="120000"/>
              </a:lnSpc>
            </a:pPr>
            <a:r>
              <a:rPr lang="en-US" sz="1600">
                <a:solidFill>
                  <a:schemeClr val="bg1"/>
                </a:solidFill>
              </a:rPr>
              <a:t>µVision</a:t>
            </a:r>
            <a:endParaRPr lang="en-US" sz="1600" dirty="0">
              <a:solidFill>
                <a:schemeClr val="bg1"/>
              </a:solidFill>
            </a:endParaRPr>
          </a:p>
        </p:txBody>
      </p:sp>
      <p:cxnSp>
        <p:nvCxnSpPr>
          <p:cNvPr id="9" name="Connector: Elbow 8">
            <a:extLst>
              <a:ext uri="{FF2B5EF4-FFF2-40B4-BE49-F238E27FC236}">
                <a16:creationId xmlns:a16="http://schemas.microsoft.com/office/drawing/2014/main" id="{86D81637-61E4-463A-A2CC-04A5BE30424E}"/>
              </a:ext>
            </a:extLst>
          </p:cNvPr>
          <p:cNvCxnSpPr>
            <a:cxnSpLocks/>
            <a:stCxn id="5" idx="2"/>
            <a:endCxn id="6" idx="0"/>
          </p:cNvCxnSpPr>
          <p:nvPr/>
        </p:nvCxnSpPr>
        <p:spPr>
          <a:xfrm rot="5400000">
            <a:off x="3235597" y="942779"/>
            <a:ext cx="1443228" cy="4296506"/>
          </a:xfrm>
          <a:prstGeom prst="bentConnector3">
            <a:avLst>
              <a:gd name="adj1" fmla="val 50000"/>
            </a:avLst>
          </a:prstGeom>
          <a:ln>
            <a:tailEnd type="none"/>
          </a:ln>
        </p:spPr>
        <p:style>
          <a:lnRef idx="3">
            <a:schemeClr val="accent6"/>
          </a:lnRef>
          <a:fillRef idx="0">
            <a:schemeClr val="accent6"/>
          </a:fillRef>
          <a:effectRef idx="2">
            <a:schemeClr val="accent6"/>
          </a:effectRef>
          <a:fontRef idx="minor">
            <a:schemeClr val="tx1"/>
          </a:fontRef>
        </p:style>
      </p:cxnSp>
      <p:cxnSp>
        <p:nvCxnSpPr>
          <p:cNvPr id="10" name="Connector: Elbow 9">
            <a:extLst>
              <a:ext uri="{FF2B5EF4-FFF2-40B4-BE49-F238E27FC236}">
                <a16:creationId xmlns:a16="http://schemas.microsoft.com/office/drawing/2014/main" id="{3207F351-09E6-4DA8-B2C7-BA06AB3E9738}"/>
              </a:ext>
            </a:extLst>
          </p:cNvPr>
          <p:cNvCxnSpPr>
            <a:cxnSpLocks/>
            <a:stCxn id="12" idx="0"/>
          </p:cNvCxnSpPr>
          <p:nvPr/>
        </p:nvCxnSpPr>
        <p:spPr>
          <a:xfrm rot="16200000" flipV="1">
            <a:off x="6603127" y="2590239"/>
            <a:ext cx="749434" cy="1744759"/>
          </a:xfrm>
          <a:prstGeom prst="bentConnector2">
            <a:avLst/>
          </a:prstGeom>
          <a:ln>
            <a:tailEnd type="none"/>
          </a:ln>
        </p:spPr>
        <p:style>
          <a:lnRef idx="3">
            <a:schemeClr val="accent6"/>
          </a:lnRef>
          <a:fillRef idx="0">
            <a:schemeClr val="accent6"/>
          </a:fillRef>
          <a:effectRef idx="2">
            <a:schemeClr val="accent6"/>
          </a:effectRef>
          <a:fontRef idx="minor">
            <a:schemeClr val="tx1"/>
          </a:fontRef>
        </p:style>
      </p:cxnSp>
      <p:cxnSp>
        <p:nvCxnSpPr>
          <p:cNvPr id="11" name="Straight Connector 10">
            <a:extLst>
              <a:ext uri="{FF2B5EF4-FFF2-40B4-BE49-F238E27FC236}">
                <a16:creationId xmlns:a16="http://schemas.microsoft.com/office/drawing/2014/main" id="{0AE524BE-064F-42B6-A1D8-31377D3ED1FE}"/>
              </a:ext>
            </a:extLst>
          </p:cNvPr>
          <p:cNvCxnSpPr>
            <a:cxnSpLocks/>
            <a:stCxn id="7" idx="0"/>
          </p:cNvCxnSpPr>
          <p:nvPr/>
        </p:nvCxnSpPr>
        <p:spPr>
          <a:xfrm flipV="1">
            <a:off x="4449480" y="3089689"/>
            <a:ext cx="0" cy="739207"/>
          </a:xfrm>
          <a:prstGeom prst="line">
            <a:avLst/>
          </a:prstGeom>
          <a:ln>
            <a:tailEnd type="none"/>
          </a:ln>
        </p:spPr>
        <p:style>
          <a:lnRef idx="3">
            <a:schemeClr val="accent6"/>
          </a:lnRef>
          <a:fillRef idx="0">
            <a:schemeClr val="accent6"/>
          </a:fillRef>
          <a:effectRef idx="2">
            <a:schemeClr val="accent6"/>
          </a:effectRef>
          <a:fontRef idx="minor">
            <a:schemeClr val="tx1"/>
          </a:fontRef>
        </p:style>
      </p:cxnSp>
      <p:sp>
        <p:nvSpPr>
          <p:cNvPr id="12" name="Rectangle: Rounded Corners 11">
            <a:extLst>
              <a:ext uri="{FF2B5EF4-FFF2-40B4-BE49-F238E27FC236}">
                <a16:creationId xmlns:a16="http://schemas.microsoft.com/office/drawing/2014/main" id="{DA3E4217-35DC-4D40-83F9-88CDB7EC60B1}"/>
              </a:ext>
            </a:extLst>
          </p:cNvPr>
          <p:cNvSpPr/>
          <p:nvPr/>
        </p:nvSpPr>
        <p:spPr bwMode="auto">
          <a:xfrm>
            <a:off x="6652117" y="3837336"/>
            <a:ext cx="2396211" cy="815800"/>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a:solidFill>
                  <a:schemeClr val="bg1"/>
                </a:solidFill>
              </a:rPr>
              <a:t>IAR</a:t>
            </a:r>
          </a:p>
          <a:p>
            <a:pPr algn="ctr" defTabSz="576000" eaLnBrk="0" hangingPunct="0">
              <a:lnSpc>
                <a:spcPct val="120000"/>
              </a:lnSpc>
            </a:pPr>
            <a:r>
              <a:rPr lang="en-US" sz="1600">
                <a:solidFill>
                  <a:schemeClr val="bg1"/>
                </a:solidFill>
              </a:rPr>
              <a:t>Embedded</a:t>
            </a:r>
          </a:p>
          <a:p>
            <a:pPr algn="ctr" defTabSz="576000" eaLnBrk="0" hangingPunct="0">
              <a:lnSpc>
                <a:spcPct val="120000"/>
              </a:lnSpc>
            </a:pPr>
            <a:r>
              <a:rPr lang="en-US" sz="1600">
                <a:solidFill>
                  <a:schemeClr val="bg1"/>
                </a:solidFill>
              </a:rPr>
              <a:t>Workbench</a:t>
            </a:r>
            <a:endParaRPr lang="en-US" sz="1600" dirty="0">
              <a:solidFill>
                <a:schemeClr val="bg1"/>
              </a:solidFill>
            </a:endParaRPr>
          </a:p>
        </p:txBody>
      </p:sp>
      <p:cxnSp>
        <p:nvCxnSpPr>
          <p:cNvPr id="13" name="Connector: Elbow 12">
            <a:extLst>
              <a:ext uri="{FF2B5EF4-FFF2-40B4-BE49-F238E27FC236}">
                <a16:creationId xmlns:a16="http://schemas.microsoft.com/office/drawing/2014/main" id="{9E06BEC8-A23E-4012-8C3A-4935D2C50564}"/>
              </a:ext>
            </a:extLst>
          </p:cNvPr>
          <p:cNvCxnSpPr>
            <a:cxnSpLocks/>
            <a:stCxn id="8" idx="0"/>
          </p:cNvCxnSpPr>
          <p:nvPr/>
        </p:nvCxnSpPr>
        <p:spPr>
          <a:xfrm rot="16200000" flipV="1">
            <a:off x="8855997" y="2083917"/>
            <a:ext cx="739207" cy="2750751"/>
          </a:xfrm>
          <a:prstGeom prst="bentConnector2">
            <a:avLst/>
          </a:prstGeom>
          <a:ln>
            <a:tailEnd type="none"/>
          </a:ln>
        </p:spPr>
        <p:style>
          <a:lnRef idx="3">
            <a:schemeClr val="accent6"/>
          </a:lnRef>
          <a:fillRef idx="0">
            <a:schemeClr val="accent6"/>
          </a:fillRef>
          <a:effectRef idx="2">
            <a:schemeClr val="accent6"/>
          </a:effectRef>
          <a:fontRef idx="minor">
            <a:schemeClr val="tx1"/>
          </a:fontRef>
        </p:style>
      </p:cxnSp>
      <p:cxnSp>
        <p:nvCxnSpPr>
          <p:cNvPr id="16" name="Straight Connector 78">
            <a:extLst>
              <a:ext uri="{FF2B5EF4-FFF2-40B4-BE49-F238E27FC236}">
                <a16:creationId xmlns:a16="http://schemas.microsoft.com/office/drawing/2014/main" id="{55381D64-689E-4DF2-90BF-0FB21EE3AAEE}"/>
              </a:ext>
            </a:extLst>
          </p:cNvPr>
          <p:cNvCxnSpPr>
            <a:cxnSpLocks/>
            <a:stCxn id="17" idx="0"/>
          </p:cNvCxnSpPr>
          <p:nvPr/>
        </p:nvCxnSpPr>
        <p:spPr>
          <a:xfrm flipV="1">
            <a:off x="6110574" y="3087901"/>
            <a:ext cx="0" cy="2001260"/>
          </a:xfrm>
          <a:prstGeom prst="straightConnector1">
            <a:avLst/>
          </a:prstGeom>
          <a:ln>
            <a:tailEnd type="none"/>
          </a:ln>
        </p:spPr>
        <p:style>
          <a:lnRef idx="3">
            <a:schemeClr val="accent6"/>
          </a:lnRef>
          <a:fillRef idx="0">
            <a:schemeClr val="accent6"/>
          </a:fillRef>
          <a:effectRef idx="2">
            <a:schemeClr val="accent6"/>
          </a:effectRef>
          <a:fontRef idx="minor">
            <a:schemeClr val="tx1"/>
          </a:fontRef>
        </p:style>
      </p:cxnSp>
      <p:sp>
        <p:nvSpPr>
          <p:cNvPr id="17" name="Rectangle: Rounded Corners 16">
            <a:extLst>
              <a:ext uri="{FF2B5EF4-FFF2-40B4-BE49-F238E27FC236}">
                <a16:creationId xmlns:a16="http://schemas.microsoft.com/office/drawing/2014/main" id="{779F2242-BB68-4E29-8EA7-62688C842B80}"/>
              </a:ext>
            </a:extLst>
          </p:cNvPr>
          <p:cNvSpPr/>
          <p:nvPr/>
        </p:nvSpPr>
        <p:spPr bwMode="auto">
          <a:xfrm>
            <a:off x="4912468" y="5089161"/>
            <a:ext cx="2396211" cy="883569"/>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dirty="0">
                <a:solidFill>
                  <a:schemeClr val="bg1"/>
                </a:solidFill>
                <a:latin typeface="+mn-lt"/>
              </a:rPr>
              <a:t>Command-line Interface</a:t>
            </a:r>
          </a:p>
        </p:txBody>
      </p:sp>
      <p:sp>
        <p:nvSpPr>
          <p:cNvPr id="14" name="Rectangle: Rounded Corners 13">
            <a:extLst>
              <a:ext uri="{FF2B5EF4-FFF2-40B4-BE49-F238E27FC236}">
                <a16:creationId xmlns:a16="http://schemas.microsoft.com/office/drawing/2014/main" id="{84360866-44F9-4D56-858F-3DC4504F49CB}"/>
              </a:ext>
            </a:extLst>
          </p:cNvPr>
          <p:cNvSpPr/>
          <p:nvPr/>
        </p:nvSpPr>
        <p:spPr bwMode="auto">
          <a:xfrm>
            <a:off x="4907358" y="1553618"/>
            <a:ext cx="2396211" cy="815800"/>
          </a:xfrm>
          <a:prstGeom prst="roundRect">
            <a:avLst/>
          </a:prstGeom>
          <a:solidFill>
            <a:srgbClr val="3B9B91"/>
          </a:solidFill>
          <a:ln w="9525">
            <a:noFill/>
            <a:miter lim="800000"/>
            <a:headEnd/>
            <a:tailEnd/>
          </a:ln>
        </p:spPr>
        <p:txBody>
          <a:bodyPr wrap="square" lIns="72000" tIns="72000" rIns="72000" bIns="72000" rtlCol="0" anchor="ctr"/>
          <a:lstStyle/>
          <a:p>
            <a:pPr algn="ctr" defTabSz="576000" eaLnBrk="0" hangingPunct="0">
              <a:lnSpc>
                <a:spcPct val="120000"/>
              </a:lnSpc>
            </a:pPr>
            <a:r>
              <a:rPr lang="en-US" sz="1600" dirty="0">
                <a:solidFill>
                  <a:schemeClr val="bg1"/>
                </a:solidFill>
                <a:latin typeface="+mn-lt"/>
              </a:rPr>
              <a:t>ModusToolbox™ </a:t>
            </a:r>
            <a:br>
              <a:rPr lang="en-US" sz="1600" dirty="0">
                <a:solidFill>
                  <a:schemeClr val="bg1"/>
                </a:solidFill>
                <a:latin typeface="+mn-lt"/>
              </a:rPr>
            </a:br>
            <a:r>
              <a:rPr lang="en-US" sz="1600" dirty="0">
                <a:solidFill>
                  <a:schemeClr val="bg1"/>
                </a:solidFill>
                <a:latin typeface="+mn-lt"/>
              </a:rPr>
              <a:t>IDE Tool Support</a:t>
            </a:r>
            <a:endParaRPr lang="en-US" sz="1600" baseline="0" dirty="0">
              <a:solidFill>
                <a:schemeClr val="bg1"/>
              </a:solidFill>
              <a:latin typeface="+mn-lt"/>
              <a:ea typeface="+mn-ea"/>
              <a:cs typeface="+mn-cs"/>
            </a:endParaRPr>
          </a:p>
        </p:txBody>
      </p:sp>
      <p:sp>
        <p:nvSpPr>
          <p:cNvPr id="15" name="Rectangle: Rounded Corners 14">
            <a:extLst>
              <a:ext uri="{FF2B5EF4-FFF2-40B4-BE49-F238E27FC236}">
                <a16:creationId xmlns:a16="http://schemas.microsoft.com/office/drawing/2014/main" id="{C2856575-07C1-4EFC-8805-48DAE8849BC5}"/>
              </a:ext>
            </a:extLst>
          </p:cNvPr>
          <p:cNvSpPr/>
          <p:nvPr/>
        </p:nvSpPr>
        <p:spPr bwMode="auto">
          <a:xfrm>
            <a:off x="610852" y="3812646"/>
            <a:ext cx="2396211" cy="815800"/>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dirty="0">
                <a:solidFill>
                  <a:schemeClr val="bg1"/>
                </a:solidFill>
              </a:rPr>
              <a:t>Eclipse IDE for </a:t>
            </a:r>
            <a:r>
              <a:rPr lang="en-US" sz="1600" dirty="0" err="1">
                <a:solidFill>
                  <a:schemeClr val="bg1"/>
                </a:solidFill>
              </a:rPr>
              <a:t>ModusToolbox</a:t>
            </a:r>
            <a:r>
              <a:rPr lang="en-US" sz="1600" dirty="0">
                <a:solidFill>
                  <a:schemeClr val="bg1"/>
                </a:solidFill>
              </a:rPr>
              <a:t>™ </a:t>
            </a:r>
          </a:p>
        </p:txBody>
      </p:sp>
      <p:sp>
        <p:nvSpPr>
          <p:cNvPr id="18" name="Rectangle: Rounded Corners 17">
            <a:extLst>
              <a:ext uri="{FF2B5EF4-FFF2-40B4-BE49-F238E27FC236}">
                <a16:creationId xmlns:a16="http://schemas.microsoft.com/office/drawing/2014/main" id="{8163A67B-0064-4D69-AB6F-DEE82B011146}"/>
              </a:ext>
            </a:extLst>
          </p:cNvPr>
          <p:cNvSpPr/>
          <p:nvPr/>
        </p:nvSpPr>
        <p:spPr bwMode="auto">
          <a:xfrm>
            <a:off x="3251374" y="3828896"/>
            <a:ext cx="2396211" cy="815800"/>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dirty="0">
                <a:solidFill>
                  <a:schemeClr val="bg1"/>
                </a:solidFill>
              </a:rPr>
              <a:t>Visual Studio</a:t>
            </a:r>
          </a:p>
          <a:p>
            <a:pPr algn="ctr" defTabSz="576000" eaLnBrk="0" hangingPunct="0">
              <a:lnSpc>
                <a:spcPct val="120000"/>
              </a:lnSpc>
            </a:pPr>
            <a:r>
              <a:rPr lang="en-US" sz="1600" dirty="0">
                <a:solidFill>
                  <a:schemeClr val="bg1"/>
                </a:solidFill>
              </a:rPr>
              <a:t>Code</a:t>
            </a:r>
          </a:p>
        </p:txBody>
      </p:sp>
      <p:sp>
        <p:nvSpPr>
          <p:cNvPr id="19" name="Rectangle: Rounded Corners 18">
            <a:extLst>
              <a:ext uri="{FF2B5EF4-FFF2-40B4-BE49-F238E27FC236}">
                <a16:creationId xmlns:a16="http://schemas.microsoft.com/office/drawing/2014/main" id="{8CAB4524-00AA-4B49-88FE-0F06521F3F45}"/>
              </a:ext>
            </a:extLst>
          </p:cNvPr>
          <p:cNvSpPr/>
          <p:nvPr/>
        </p:nvSpPr>
        <p:spPr bwMode="auto">
          <a:xfrm>
            <a:off x="9402869" y="3828896"/>
            <a:ext cx="2396211" cy="815800"/>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dirty="0">
                <a:solidFill>
                  <a:schemeClr val="bg1"/>
                </a:solidFill>
              </a:rPr>
              <a:t>Arm® MDK</a:t>
            </a:r>
          </a:p>
          <a:p>
            <a:pPr algn="ctr" defTabSz="576000" eaLnBrk="0" hangingPunct="0">
              <a:lnSpc>
                <a:spcPct val="120000"/>
              </a:lnSpc>
            </a:pPr>
            <a:r>
              <a:rPr lang="en-US" sz="1600" dirty="0">
                <a:solidFill>
                  <a:schemeClr val="bg1"/>
                </a:solidFill>
              </a:rPr>
              <a:t>with µVision IDE</a:t>
            </a:r>
          </a:p>
        </p:txBody>
      </p:sp>
      <p:cxnSp>
        <p:nvCxnSpPr>
          <p:cNvPr id="20" name="Connector: Elbow 19">
            <a:extLst>
              <a:ext uri="{FF2B5EF4-FFF2-40B4-BE49-F238E27FC236}">
                <a16:creationId xmlns:a16="http://schemas.microsoft.com/office/drawing/2014/main" id="{5E029571-F504-49DB-9EE9-BC49E5ECF7FF}"/>
              </a:ext>
            </a:extLst>
          </p:cNvPr>
          <p:cNvCxnSpPr>
            <a:cxnSpLocks/>
            <a:stCxn id="14" idx="2"/>
            <a:endCxn id="15" idx="0"/>
          </p:cNvCxnSpPr>
          <p:nvPr/>
        </p:nvCxnSpPr>
        <p:spPr>
          <a:xfrm rot="5400000">
            <a:off x="3235597" y="942779"/>
            <a:ext cx="1443228" cy="4296506"/>
          </a:xfrm>
          <a:prstGeom prst="bentConnector3">
            <a:avLst>
              <a:gd name="adj1" fmla="val 50000"/>
            </a:avLst>
          </a:prstGeom>
          <a:ln>
            <a:tailEnd type="none"/>
          </a:ln>
        </p:spPr>
        <p:style>
          <a:lnRef idx="3">
            <a:schemeClr val="accent6"/>
          </a:lnRef>
          <a:fillRef idx="0">
            <a:schemeClr val="accent6"/>
          </a:fillRef>
          <a:effectRef idx="2">
            <a:schemeClr val="accent6"/>
          </a:effectRef>
          <a:fontRef idx="minor">
            <a:schemeClr val="tx1"/>
          </a:fontRef>
        </p:style>
      </p:cxnSp>
      <p:cxnSp>
        <p:nvCxnSpPr>
          <p:cNvPr id="21" name="Connector: Elbow 20">
            <a:extLst>
              <a:ext uri="{FF2B5EF4-FFF2-40B4-BE49-F238E27FC236}">
                <a16:creationId xmlns:a16="http://schemas.microsoft.com/office/drawing/2014/main" id="{CD8A147B-67A0-4064-8654-907D8AB5C21F}"/>
              </a:ext>
            </a:extLst>
          </p:cNvPr>
          <p:cNvCxnSpPr>
            <a:cxnSpLocks/>
            <a:stCxn id="23" idx="0"/>
          </p:cNvCxnSpPr>
          <p:nvPr/>
        </p:nvCxnSpPr>
        <p:spPr>
          <a:xfrm rot="16200000" flipV="1">
            <a:off x="6603127" y="2590239"/>
            <a:ext cx="749434" cy="1744759"/>
          </a:xfrm>
          <a:prstGeom prst="bentConnector2">
            <a:avLst/>
          </a:prstGeom>
          <a:ln>
            <a:tailEnd type="none"/>
          </a:ln>
        </p:spPr>
        <p:style>
          <a:lnRef idx="3">
            <a:schemeClr val="accent6"/>
          </a:lnRef>
          <a:fillRef idx="0">
            <a:schemeClr val="accent6"/>
          </a:fillRef>
          <a:effectRef idx="2">
            <a:schemeClr val="accent6"/>
          </a:effectRef>
          <a:fontRef idx="minor">
            <a:schemeClr val="tx1"/>
          </a:fontRef>
        </p:style>
      </p:cxnSp>
      <p:cxnSp>
        <p:nvCxnSpPr>
          <p:cNvPr id="22" name="Straight Connector 21">
            <a:extLst>
              <a:ext uri="{FF2B5EF4-FFF2-40B4-BE49-F238E27FC236}">
                <a16:creationId xmlns:a16="http://schemas.microsoft.com/office/drawing/2014/main" id="{8DD75F2C-EA64-4E89-B616-E43FEFFFA07C}"/>
              </a:ext>
            </a:extLst>
          </p:cNvPr>
          <p:cNvCxnSpPr>
            <a:cxnSpLocks/>
            <a:stCxn id="18" idx="0"/>
          </p:cNvCxnSpPr>
          <p:nvPr/>
        </p:nvCxnSpPr>
        <p:spPr>
          <a:xfrm flipV="1">
            <a:off x="4449480" y="3089689"/>
            <a:ext cx="0" cy="739207"/>
          </a:xfrm>
          <a:prstGeom prst="line">
            <a:avLst/>
          </a:prstGeom>
          <a:ln>
            <a:tailEnd type="none"/>
          </a:ln>
        </p:spPr>
        <p:style>
          <a:lnRef idx="3">
            <a:schemeClr val="accent6"/>
          </a:lnRef>
          <a:fillRef idx="0">
            <a:schemeClr val="accent6"/>
          </a:fillRef>
          <a:effectRef idx="2">
            <a:schemeClr val="accent6"/>
          </a:effectRef>
          <a:fontRef idx="minor">
            <a:schemeClr val="tx1"/>
          </a:fontRef>
        </p:style>
      </p:cxnSp>
      <p:sp>
        <p:nvSpPr>
          <p:cNvPr id="23" name="Rectangle: Rounded Corners 22">
            <a:extLst>
              <a:ext uri="{FF2B5EF4-FFF2-40B4-BE49-F238E27FC236}">
                <a16:creationId xmlns:a16="http://schemas.microsoft.com/office/drawing/2014/main" id="{BD594BF7-EB7B-40D9-AE00-42A50AE1BD7C}"/>
              </a:ext>
            </a:extLst>
          </p:cNvPr>
          <p:cNvSpPr/>
          <p:nvPr/>
        </p:nvSpPr>
        <p:spPr bwMode="auto">
          <a:xfrm>
            <a:off x="6652117" y="3837336"/>
            <a:ext cx="2396211" cy="815800"/>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dirty="0">
                <a:solidFill>
                  <a:schemeClr val="bg1"/>
                </a:solidFill>
              </a:rPr>
              <a:t>IAR</a:t>
            </a:r>
          </a:p>
          <a:p>
            <a:pPr algn="ctr" defTabSz="576000" eaLnBrk="0" hangingPunct="0">
              <a:lnSpc>
                <a:spcPct val="120000"/>
              </a:lnSpc>
            </a:pPr>
            <a:r>
              <a:rPr lang="en-US" sz="1600" dirty="0">
                <a:solidFill>
                  <a:schemeClr val="bg1"/>
                </a:solidFill>
              </a:rPr>
              <a:t>Embedded Workbench</a:t>
            </a:r>
          </a:p>
        </p:txBody>
      </p:sp>
      <p:cxnSp>
        <p:nvCxnSpPr>
          <p:cNvPr id="24" name="Connector: Elbow 23">
            <a:extLst>
              <a:ext uri="{FF2B5EF4-FFF2-40B4-BE49-F238E27FC236}">
                <a16:creationId xmlns:a16="http://schemas.microsoft.com/office/drawing/2014/main" id="{553B240B-5630-4F92-8C08-5A199D718E65}"/>
              </a:ext>
            </a:extLst>
          </p:cNvPr>
          <p:cNvCxnSpPr>
            <a:cxnSpLocks/>
            <a:stCxn id="19" idx="0"/>
          </p:cNvCxnSpPr>
          <p:nvPr/>
        </p:nvCxnSpPr>
        <p:spPr>
          <a:xfrm rot="16200000" flipV="1">
            <a:off x="8855997" y="2083917"/>
            <a:ext cx="739207" cy="2750751"/>
          </a:xfrm>
          <a:prstGeom prst="bentConnector2">
            <a:avLst/>
          </a:prstGeom>
          <a:ln>
            <a:tailEnd type="none"/>
          </a:ln>
        </p:spPr>
        <p:style>
          <a:lnRef idx="3">
            <a:schemeClr val="accent6"/>
          </a:lnRef>
          <a:fillRef idx="0">
            <a:schemeClr val="accent6"/>
          </a:fillRef>
          <a:effectRef idx="2">
            <a:schemeClr val="accent6"/>
          </a:effectRef>
          <a:fontRef idx="minor">
            <a:schemeClr val="tx1"/>
          </a:fontRef>
        </p:style>
      </p:cxnSp>
      <p:sp>
        <p:nvSpPr>
          <p:cNvPr id="26" name="Rectangle: Rounded Corners 25">
            <a:extLst>
              <a:ext uri="{FF2B5EF4-FFF2-40B4-BE49-F238E27FC236}">
                <a16:creationId xmlns:a16="http://schemas.microsoft.com/office/drawing/2014/main" id="{C6AFB06A-9067-4C6D-B552-620A2557706C}"/>
              </a:ext>
            </a:extLst>
          </p:cNvPr>
          <p:cNvSpPr/>
          <p:nvPr/>
        </p:nvSpPr>
        <p:spPr bwMode="auto">
          <a:xfrm>
            <a:off x="4912468" y="5089161"/>
            <a:ext cx="2396211" cy="883569"/>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dirty="0">
                <a:solidFill>
                  <a:schemeClr val="bg1"/>
                </a:solidFill>
                <a:latin typeface="+mn-lt"/>
              </a:rPr>
              <a:t>Command-line Interface</a:t>
            </a:r>
          </a:p>
        </p:txBody>
      </p:sp>
      <p:sp>
        <p:nvSpPr>
          <p:cNvPr id="27" name="Right Brace 26">
            <a:extLst>
              <a:ext uri="{FF2B5EF4-FFF2-40B4-BE49-F238E27FC236}">
                <a16:creationId xmlns:a16="http://schemas.microsoft.com/office/drawing/2014/main" id="{E00A7F3E-693F-4408-B59B-D8D8C5FFC017}"/>
              </a:ext>
            </a:extLst>
          </p:cNvPr>
          <p:cNvSpPr/>
          <p:nvPr/>
        </p:nvSpPr>
        <p:spPr>
          <a:xfrm rot="5400000">
            <a:off x="8908203" y="2114347"/>
            <a:ext cx="621038" cy="5328590"/>
          </a:xfrm>
          <a:prstGeom prst="rightBrace">
            <a:avLst>
              <a:gd name="adj1" fmla="val 34279"/>
              <a:gd name="adj2" fmla="val 38479"/>
            </a:avLst>
          </a:prstGeom>
          <a:ln w="38100">
            <a:solidFill>
              <a:srgbClr val="575352"/>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a:extLst>
              <a:ext uri="{FF2B5EF4-FFF2-40B4-BE49-F238E27FC236}">
                <a16:creationId xmlns:a16="http://schemas.microsoft.com/office/drawing/2014/main" id="{16519DA7-0495-415A-908B-6F9E128CFF07}"/>
              </a:ext>
            </a:extLst>
          </p:cNvPr>
          <p:cNvSpPr txBox="1"/>
          <p:nvPr/>
        </p:nvSpPr>
        <p:spPr bwMode="auto">
          <a:xfrm>
            <a:off x="8422559" y="5157192"/>
            <a:ext cx="3168352" cy="1268874"/>
          </a:xfrm>
          <a:prstGeom prst="rect">
            <a:avLst/>
          </a:prstGeom>
          <a:noFill/>
          <a:ln w="9525">
            <a:noFill/>
            <a:miter lim="800000"/>
            <a:headEnd/>
            <a:tailEnd/>
          </a:ln>
          <a:effectLst/>
        </p:spPr>
        <p:txBody>
          <a:bodyPr wrap="square" lIns="0" tIns="0" rIns="0" bIns="0" rtlCol="0" anchor="t" anchorCtr="0">
            <a:spAutoFit/>
          </a:bodyPr>
          <a:lstStyle/>
          <a:p>
            <a:pPr marL="285750" indent="-2857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dirty="0"/>
              <a:t>Embedded Workbench and µVision require additional post-build step configuration</a:t>
            </a:r>
          </a:p>
          <a:p>
            <a:pPr marL="285750" indent="-2857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dirty="0"/>
              <a:t>Details documented within IDE respective user manuals</a:t>
            </a:r>
          </a:p>
        </p:txBody>
      </p:sp>
    </p:spTree>
    <p:extLst>
      <p:ext uri="{BB962C8B-B14F-4D97-AF65-F5344CB8AC3E}">
        <p14:creationId xmlns:p14="http://schemas.microsoft.com/office/powerpoint/2010/main" val="298827635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par>
                                <p:cTn id="52" presetID="10" presetClass="entr" presetSubtype="0" fill="hold"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500"/>
                                        <p:tgtEl>
                                          <p:spTgt spid="2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500"/>
                                        <p:tgtEl>
                                          <p:spTgt spid="1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500"/>
                                        <p:tgtEl>
                                          <p:spTgt spid="2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2" grpId="0" animBg="1"/>
      <p:bldP spid="17" grpId="0" animBg="1"/>
      <p:bldP spid="15" grpId="0" animBg="1"/>
      <p:bldP spid="18" grpId="0" animBg="1"/>
      <p:bldP spid="19" grpId="0" animBg="1"/>
      <p:bldP spid="23" grpId="0" animBg="1"/>
      <p:bldP spid="26" grpId="0" animBg="1"/>
      <p:bldP spid="27" grpId="0" animBg="1"/>
      <p:bldP spid="2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C6ADC231-778D-FF78-5969-ACE87784F43D}"/>
              </a:ext>
            </a:extLst>
          </p:cNvPr>
          <p:cNvSpPr>
            <a:spLocks noGrp="1"/>
          </p:cNvSpPr>
          <p:nvPr>
            <p:ph sz="quarter" idx="13" hasCustomPrompt="1"/>
          </p:nvPr>
        </p:nvSpPr>
        <p:spPr>
          <a:xfrm>
            <a:off x="316798" y="2621733"/>
            <a:ext cx="5275146" cy="3854798"/>
          </a:xfrm>
        </p:spPr>
        <p:txBody>
          <a:bodyPr/>
          <a:lstStyle/>
          <a:p>
            <a:pPr>
              <a:spcAft>
                <a:spcPts val="600"/>
              </a:spcAft>
            </a:pPr>
            <a:r>
              <a:rPr dirty="0"/>
              <a:t>IDE support, including </a:t>
            </a:r>
            <a:r>
              <a:rPr dirty="0">
                <a:solidFill>
                  <a:schemeClr val="tx2"/>
                </a:solidFill>
              </a:rPr>
              <a:t>Eclipse IDE</a:t>
            </a:r>
            <a:r>
              <a:rPr dirty="0"/>
              <a:t>, </a:t>
            </a:r>
            <a:br>
              <a:rPr dirty="0"/>
            </a:br>
            <a:r>
              <a:rPr dirty="0">
                <a:solidFill>
                  <a:schemeClr val="tx2"/>
                </a:solidFill>
              </a:rPr>
              <a:t>VS Code</a:t>
            </a:r>
            <a:r>
              <a:rPr dirty="0"/>
              <a:t>, and </a:t>
            </a:r>
            <a:r>
              <a:rPr dirty="0">
                <a:solidFill>
                  <a:schemeClr val="tx2"/>
                </a:solidFill>
              </a:rPr>
              <a:t>3rd party IDEs</a:t>
            </a:r>
            <a:r>
              <a:rPr dirty="0"/>
              <a:t>.</a:t>
            </a:r>
          </a:p>
          <a:p>
            <a:pPr>
              <a:spcAft>
                <a:spcPts val="600"/>
              </a:spcAft>
            </a:pPr>
            <a:r>
              <a:rPr dirty="0"/>
              <a:t>Support for GCC, IAR, and Arm compilers using ‘</a:t>
            </a:r>
            <a:r>
              <a:rPr dirty="0">
                <a:solidFill>
                  <a:schemeClr val="tx2"/>
                </a:solidFill>
              </a:rPr>
              <a:t>make</a:t>
            </a:r>
            <a:r>
              <a:rPr dirty="0"/>
              <a:t>’ based </a:t>
            </a:r>
            <a:r>
              <a:rPr dirty="0">
                <a:solidFill>
                  <a:schemeClr val="tx2"/>
                </a:solidFill>
              </a:rPr>
              <a:t>ModusToolbox™ build system</a:t>
            </a:r>
            <a:r>
              <a:rPr dirty="0"/>
              <a:t>.</a:t>
            </a:r>
          </a:p>
          <a:p>
            <a:pPr>
              <a:spcAft>
                <a:spcPts val="600"/>
              </a:spcAft>
            </a:pPr>
            <a:r>
              <a:rPr dirty="0"/>
              <a:t>Graphical </a:t>
            </a:r>
            <a:r>
              <a:rPr dirty="0">
                <a:solidFill>
                  <a:schemeClr val="tx2"/>
                </a:solidFill>
              </a:rPr>
              <a:t>UI configurations </a:t>
            </a:r>
            <a:r>
              <a:rPr dirty="0"/>
              <a:t>tool</a:t>
            </a:r>
          </a:p>
          <a:p>
            <a:pPr>
              <a:spcAft>
                <a:spcPts val="600"/>
              </a:spcAft>
            </a:pPr>
            <a:r>
              <a:rPr dirty="0"/>
              <a:t>Leverages </a:t>
            </a:r>
            <a:r>
              <a:rPr dirty="0">
                <a:solidFill>
                  <a:schemeClr val="tx2"/>
                </a:solidFill>
              </a:rPr>
              <a:t>Infineon developed </a:t>
            </a:r>
            <a:r>
              <a:rPr dirty="0"/>
              <a:t>low-level drivers, middleware abstraction, middleware, and code examples.</a:t>
            </a:r>
          </a:p>
          <a:p>
            <a:pPr>
              <a:spcAft>
                <a:spcPts val="600"/>
              </a:spcAft>
            </a:pPr>
            <a:r>
              <a:rPr dirty="0"/>
              <a:t>Enables key partner middleware via </a:t>
            </a:r>
            <a:r>
              <a:rPr dirty="0">
                <a:solidFill>
                  <a:srgbClr val="0A8276"/>
                </a:solidFill>
              </a:rPr>
              <a:t>ModusToolbox™ &amp; Friends </a:t>
            </a:r>
            <a:r>
              <a:rPr dirty="0"/>
              <a:t>program </a:t>
            </a:r>
          </a:p>
        </p:txBody>
      </p:sp>
      <p:sp>
        <p:nvSpPr>
          <p:cNvPr id="2" name="Title 1">
            <a:extLst>
              <a:ext uri="{FF2B5EF4-FFF2-40B4-BE49-F238E27FC236}">
                <a16:creationId xmlns:a16="http://schemas.microsoft.com/office/drawing/2014/main" id="{023FA8F0-4622-094A-E2EB-77C4E8D9A731}"/>
              </a:ext>
            </a:extLst>
          </p:cNvPr>
          <p:cNvSpPr>
            <a:spLocks noGrp="1"/>
          </p:cNvSpPr>
          <p:nvPr>
            <p:ph type="title" hasCustomPrompt="1"/>
          </p:nvPr>
        </p:nvSpPr>
        <p:spPr/>
        <p:txBody>
          <a:bodyPr/>
          <a:lstStyle/>
          <a:p>
            <a:r>
              <a:t>Understanding ModusToolbox™ and Zephyr</a:t>
            </a:r>
          </a:p>
        </p:txBody>
      </p:sp>
      <p:pic>
        <p:nvPicPr>
          <p:cNvPr id="6" name="Google Shape;546;p78">
            <a:extLst>
              <a:ext uri="{FF2B5EF4-FFF2-40B4-BE49-F238E27FC236}">
                <a16:creationId xmlns:a16="http://schemas.microsoft.com/office/drawing/2014/main" id="{7D4CFD01-AC3E-7E15-0533-3D0E15C66395}"/>
              </a:ext>
            </a:extLst>
          </p:cNvPr>
          <p:cNvPicPr preferRelativeResize="0"/>
          <p:nvPr/>
        </p:nvPicPr>
        <p:blipFill rotWithShape="1">
          <a:blip r:embed="rId3">
            <a:alphaModFix/>
          </a:blip>
          <a:srcRect/>
          <a:stretch/>
        </p:blipFill>
        <p:spPr>
          <a:xfrm>
            <a:off x="5486400" y="1298295"/>
            <a:ext cx="2249129" cy="1173619"/>
          </a:xfrm>
          <a:prstGeom prst="rect">
            <a:avLst/>
          </a:prstGeom>
          <a:noFill/>
          <a:ln>
            <a:noFill/>
          </a:ln>
        </p:spPr>
      </p:pic>
      <p:pic>
        <p:nvPicPr>
          <p:cNvPr id="8" name="Picture 7" descr="A diagram of software tools&#10;&#10;Description automatically generated">
            <a:extLst>
              <a:ext uri="{FF2B5EF4-FFF2-40B4-BE49-F238E27FC236}">
                <a16:creationId xmlns:a16="http://schemas.microsoft.com/office/drawing/2014/main" id="{58FB3127-D5DF-EC33-FCE2-FDF361CB96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400" y="1160827"/>
            <a:ext cx="1371600" cy="1366126"/>
          </a:xfrm>
          <a:prstGeom prst="rect">
            <a:avLst/>
          </a:prstGeom>
        </p:spPr>
      </p:pic>
      <p:sp>
        <p:nvSpPr>
          <p:cNvPr id="12" name="Content Placeholder 8">
            <a:extLst>
              <a:ext uri="{FF2B5EF4-FFF2-40B4-BE49-F238E27FC236}">
                <a16:creationId xmlns:a16="http://schemas.microsoft.com/office/drawing/2014/main" id="{7FA7BCDF-6320-2590-7708-71875FECA71F}"/>
              </a:ext>
            </a:extLst>
          </p:cNvPr>
          <p:cNvSpPr txBox="1">
            <a:spLocks/>
          </p:cNvSpPr>
          <p:nvPr/>
        </p:nvSpPr>
        <p:spPr>
          <a:xfrm>
            <a:off x="6096000" y="2770485"/>
            <a:ext cx="5029200" cy="3181351"/>
          </a:xfrm>
          <a:prstGeom prst="rect">
            <a:avLst/>
          </a:prstGeom>
        </p:spPr>
        <p:txBody>
          <a:bodyPr vert="horz" lIns="0" tIns="0" rIns="0" bIns="0" rtlCol="0">
            <a:noAutofit/>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ea typeface="+mn-ea"/>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pPr>
              <a:spcAft>
                <a:spcPts val="600"/>
              </a:spcAft>
            </a:pPr>
            <a:r>
              <a:rPr lang="en-US" sz="1600" kern="0" dirty="0"/>
              <a:t>Targeted at </a:t>
            </a:r>
            <a:r>
              <a:rPr lang="en-US" sz="1600" kern="0" dirty="0">
                <a:solidFill>
                  <a:schemeClr val="accent6"/>
                </a:solidFill>
              </a:rPr>
              <a:t>command-line users </a:t>
            </a:r>
            <a:r>
              <a:rPr lang="en-US" sz="1600" kern="0" dirty="0"/>
              <a:t>with some community support for </a:t>
            </a:r>
            <a:r>
              <a:rPr lang="en-US" sz="1600" kern="0" dirty="0">
                <a:solidFill>
                  <a:schemeClr val="accent6"/>
                </a:solidFill>
              </a:rPr>
              <a:t>VS Code</a:t>
            </a:r>
            <a:r>
              <a:rPr lang="en-US" sz="1600" kern="0" dirty="0"/>
              <a:t>.</a:t>
            </a:r>
          </a:p>
          <a:p>
            <a:pPr>
              <a:spcAft>
                <a:spcPts val="600"/>
              </a:spcAft>
            </a:pPr>
            <a:r>
              <a:rPr lang="en-US" sz="1600" kern="0" dirty="0"/>
              <a:t>Default support for GCC compiler using ‘</a:t>
            </a:r>
            <a:r>
              <a:rPr lang="en-US" sz="1600" kern="0" dirty="0">
                <a:solidFill>
                  <a:schemeClr val="accent6"/>
                </a:solidFill>
              </a:rPr>
              <a:t>west</a:t>
            </a:r>
            <a:r>
              <a:rPr lang="en-US" sz="1600" kern="0" dirty="0"/>
              <a:t>’ based </a:t>
            </a:r>
            <a:r>
              <a:rPr lang="en-US" sz="1600" kern="0" dirty="0">
                <a:solidFill>
                  <a:schemeClr val="accent6"/>
                </a:solidFill>
              </a:rPr>
              <a:t>Zephyr build environment</a:t>
            </a:r>
            <a:r>
              <a:rPr lang="en-US" sz="1600" kern="0" dirty="0"/>
              <a:t>.  Additional toolchains are now being supported. </a:t>
            </a:r>
          </a:p>
          <a:p>
            <a:pPr>
              <a:spcAft>
                <a:spcPts val="600"/>
              </a:spcAft>
            </a:pPr>
            <a:r>
              <a:rPr lang="en-US" sz="1600" kern="0" dirty="0"/>
              <a:t>Text-based configuration via </a:t>
            </a:r>
            <a:r>
              <a:rPr lang="en-US" sz="1600" kern="0" dirty="0" err="1">
                <a:solidFill>
                  <a:schemeClr val="accent6"/>
                </a:solidFill>
              </a:rPr>
              <a:t>devicetree</a:t>
            </a:r>
            <a:r>
              <a:rPr lang="en-US" sz="1600" kern="0" dirty="0">
                <a:solidFill>
                  <a:schemeClr val="accent6"/>
                </a:solidFill>
              </a:rPr>
              <a:t> </a:t>
            </a:r>
            <a:r>
              <a:rPr lang="en-US" sz="1600" kern="0">
                <a:solidFill>
                  <a:schemeClr val="accent6"/>
                </a:solidFill>
              </a:rPr>
              <a:t>and Kconfig.</a:t>
            </a:r>
            <a:endParaRPr lang="en-US" sz="1600" kern="0" dirty="0">
              <a:solidFill>
                <a:schemeClr val="accent6"/>
              </a:solidFill>
            </a:endParaRPr>
          </a:p>
          <a:p>
            <a:pPr>
              <a:spcAft>
                <a:spcPts val="600"/>
              </a:spcAft>
            </a:pPr>
            <a:r>
              <a:rPr lang="en-US" sz="1600" kern="0" dirty="0"/>
              <a:t>Leverages vendor provided device support; Infineon support based on </a:t>
            </a:r>
            <a:r>
              <a:rPr lang="en-US" sz="1600" kern="0" dirty="0">
                <a:solidFill>
                  <a:schemeClr val="accent6"/>
                </a:solidFill>
              </a:rPr>
              <a:t>low-level drivers</a:t>
            </a:r>
            <a:r>
              <a:rPr lang="en-US" sz="1600" kern="0" dirty="0"/>
              <a:t>.</a:t>
            </a:r>
          </a:p>
          <a:p>
            <a:pPr>
              <a:spcAft>
                <a:spcPts val="600"/>
              </a:spcAft>
            </a:pPr>
            <a:r>
              <a:rPr lang="en-US" sz="1600" kern="0" dirty="0">
                <a:solidFill>
                  <a:schemeClr val="accent6"/>
                </a:solidFill>
              </a:rPr>
              <a:t>Community contributed</a:t>
            </a:r>
            <a:r>
              <a:rPr lang="en-US" sz="1600" kern="0" dirty="0"/>
              <a:t> middleware, with support for Zephyr defined driver API, stacks, and RTOS.</a:t>
            </a:r>
          </a:p>
        </p:txBody>
      </p:sp>
      <p:sp>
        <p:nvSpPr>
          <p:cNvPr id="18" name="TextBox 17">
            <a:extLst>
              <a:ext uri="{FF2B5EF4-FFF2-40B4-BE49-F238E27FC236}">
                <a16:creationId xmlns:a16="http://schemas.microsoft.com/office/drawing/2014/main" id="{3AEF1385-2180-9A4A-79FA-2B8E30DF6134}"/>
              </a:ext>
            </a:extLst>
          </p:cNvPr>
          <p:cNvSpPr txBox="1"/>
          <p:nvPr/>
        </p:nvSpPr>
        <p:spPr bwMode="auto">
          <a:xfrm>
            <a:off x="1905000" y="1409332"/>
            <a:ext cx="3352800" cy="951543"/>
          </a:xfrm>
          <a:prstGeom prst="rect">
            <a:avLst/>
          </a:prstGeom>
          <a:noFill/>
          <a:ln w="9525">
            <a:noFill/>
            <a:miter lim="800000"/>
            <a:headEnd/>
            <a:tailEnd/>
          </a:ln>
          <a:effectLst/>
        </p:spPr>
        <p:txBody>
          <a:bodyPr wrap="square">
            <a:spAutoFit/>
          </a:bodyPr>
          <a:lstStyle/>
          <a:p>
            <a:pPr marL="252000" marR="0" lvl="0" indent="-252000" algn="l" defTabSz="576000" rtl="0" eaLnBrk="1" fontAlgn="base" latinLnBrk="0" hangingPunct="1">
              <a:lnSpc>
                <a:spcPct val="120000"/>
              </a:lnSpc>
              <a:spcBef>
                <a:spcPts val="0"/>
              </a:spcBef>
              <a:spcAft>
                <a:spcPts val="600"/>
              </a:spcAft>
              <a:buClr>
                <a:srgbClr val="0A8276"/>
              </a:buClr>
              <a:buSzPct val="100000"/>
              <a:buFont typeface="Arial" panose="020B0604020202020204" pitchFamily="34" charset="0"/>
              <a:buChar char="‒"/>
              <a:tabLst/>
              <a:defRPr/>
            </a:pPr>
            <a:r>
              <a:rPr kumimoji="0" lang="en-US" sz="1600" b="0" i="0" u="none" strike="noStrike" kern="0" cap="none" spc="0" normalizeH="0" baseline="0" noProof="0" dirty="0">
                <a:ln>
                  <a:noFill/>
                </a:ln>
                <a:solidFill>
                  <a:srgbClr val="1D1D1D"/>
                </a:solidFill>
                <a:effectLst/>
                <a:uLnTx/>
                <a:uFillTx/>
                <a:latin typeface="Arial"/>
                <a:cs typeface="Arial"/>
              </a:rPr>
              <a:t>Provides a </a:t>
            </a:r>
            <a:r>
              <a:rPr kumimoji="0" lang="en-US" sz="1600" b="0" i="0" u="none" strike="noStrike" kern="0" cap="none" spc="0" normalizeH="0" baseline="0" noProof="0" dirty="0">
                <a:ln>
                  <a:noFill/>
                </a:ln>
                <a:solidFill>
                  <a:srgbClr val="0A8276"/>
                </a:solidFill>
                <a:effectLst/>
                <a:uLnTx/>
                <a:uFillTx/>
                <a:latin typeface="Arial"/>
                <a:cs typeface="Arial"/>
              </a:rPr>
              <a:t>targeted ecosystem </a:t>
            </a:r>
            <a:r>
              <a:rPr kumimoji="0" lang="en-US" sz="1600" b="0" i="0" u="none" strike="noStrike" kern="0" cap="none" spc="0" normalizeH="0" baseline="0" noProof="0" dirty="0">
                <a:ln>
                  <a:noFill/>
                </a:ln>
                <a:solidFill>
                  <a:srgbClr val="1D1D1D"/>
                </a:solidFill>
                <a:effectLst/>
                <a:uLnTx/>
                <a:uFillTx/>
                <a:latin typeface="Arial"/>
                <a:cs typeface="Arial"/>
              </a:rPr>
              <a:t>focused on development of </a:t>
            </a:r>
            <a:r>
              <a:rPr kumimoji="0" lang="en-US" sz="1600" b="0" i="0" u="none" strike="noStrike" kern="0" cap="none" spc="0" normalizeH="0" baseline="0" noProof="0" dirty="0">
                <a:ln>
                  <a:noFill/>
                </a:ln>
                <a:solidFill>
                  <a:srgbClr val="0A8276"/>
                </a:solidFill>
                <a:effectLst/>
                <a:uLnTx/>
                <a:uFillTx/>
                <a:latin typeface="Arial"/>
                <a:cs typeface="Arial"/>
              </a:rPr>
              <a:t>Infineon devices</a:t>
            </a:r>
            <a:r>
              <a:rPr kumimoji="0" lang="en-US" sz="1600" b="0" i="0" u="none" strike="noStrike" kern="0" cap="none" spc="0" normalizeH="0" baseline="0" noProof="0" dirty="0">
                <a:ln>
                  <a:noFill/>
                </a:ln>
                <a:solidFill>
                  <a:srgbClr val="1D1D1D"/>
                </a:solidFill>
                <a:effectLst/>
                <a:uLnTx/>
                <a:uFillTx/>
                <a:latin typeface="Arial"/>
                <a:cs typeface="Arial"/>
              </a:rPr>
              <a:t>.</a:t>
            </a:r>
          </a:p>
        </p:txBody>
      </p:sp>
      <p:sp>
        <p:nvSpPr>
          <p:cNvPr id="22" name="TextBox 21">
            <a:extLst>
              <a:ext uri="{FF2B5EF4-FFF2-40B4-BE49-F238E27FC236}">
                <a16:creationId xmlns:a16="http://schemas.microsoft.com/office/drawing/2014/main" id="{F34EDFDB-1695-28B6-B1C5-6439B33CB782}"/>
              </a:ext>
            </a:extLst>
          </p:cNvPr>
          <p:cNvSpPr txBox="1"/>
          <p:nvPr/>
        </p:nvSpPr>
        <p:spPr bwMode="auto">
          <a:xfrm>
            <a:off x="7620000" y="1372044"/>
            <a:ext cx="3505200" cy="1247008"/>
          </a:xfrm>
          <a:prstGeom prst="rect">
            <a:avLst/>
          </a:prstGeom>
          <a:noFill/>
          <a:ln w="9525">
            <a:noFill/>
            <a:miter lim="800000"/>
            <a:headEnd/>
            <a:tailEnd/>
          </a:ln>
          <a:effectLst/>
        </p:spPr>
        <p:txBody>
          <a:bodyPr wrap="square">
            <a:spAutoFit/>
          </a:bodyPr>
          <a:lstStyle/>
          <a:p>
            <a:pPr marL="285750" marR="0" lvl="0" indent="-285750" algn="l" defTabSz="914400" rtl="0" eaLnBrk="1" fontAlgn="base" latinLnBrk="0" hangingPunct="1">
              <a:lnSpc>
                <a:spcPct val="120000"/>
              </a:lnSpc>
              <a:spcBef>
                <a:spcPct val="0"/>
              </a:spcBef>
              <a:spcAft>
                <a:spcPts val="60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1D1D1D"/>
                </a:solidFill>
                <a:effectLst/>
                <a:uLnTx/>
                <a:uFillTx/>
                <a:latin typeface="Arial" charset="0"/>
                <a:cs typeface="Arial"/>
              </a:rPr>
              <a:t>Provides a </a:t>
            </a:r>
            <a:r>
              <a:rPr kumimoji="0" lang="en-US" sz="1600" b="0" i="0" u="none" strike="noStrike" kern="0" cap="none" spc="0" normalizeH="0" baseline="0" noProof="0" dirty="0">
                <a:ln>
                  <a:noFill/>
                </a:ln>
                <a:solidFill>
                  <a:srgbClr val="9C216E"/>
                </a:solidFill>
                <a:effectLst/>
                <a:uLnTx/>
                <a:uFillTx/>
                <a:latin typeface="Arial" charset="0"/>
                <a:cs typeface="Arial"/>
              </a:rPr>
              <a:t>community driven ecosystem </a:t>
            </a:r>
            <a:r>
              <a:rPr kumimoji="0" lang="en-US" sz="1600" b="0" i="0" u="none" strike="noStrike" kern="0" cap="none" spc="0" normalizeH="0" baseline="0" noProof="0" dirty="0">
                <a:ln>
                  <a:noFill/>
                </a:ln>
                <a:solidFill>
                  <a:srgbClr val="1D1D1D"/>
                </a:solidFill>
                <a:effectLst/>
                <a:uLnTx/>
                <a:uFillTx/>
                <a:latin typeface="Arial" charset="0"/>
                <a:cs typeface="Arial"/>
              </a:rPr>
              <a:t>with support for a targeted set of MCUs from a </a:t>
            </a:r>
            <a:r>
              <a:rPr kumimoji="0" lang="en-US" sz="1600" b="0" i="0" u="none" strike="noStrike" kern="0" cap="none" spc="0" normalizeH="0" baseline="0" noProof="0" dirty="0">
                <a:ln>
                  <a:noFill/>
                </a:ln>
                <a:solidFill>
                  <a:srgbClr val="9C216E"/>
                </a:solidFill>
                <a:effectLst/>
                <a:uLnTx/>
                <a:uFillTx/>
                <a:latin typeface="Arial" charset="0"/>
                <a:cs typeface="Arial"/>
              </a:rPr>
              <a:t>wide range of silicon providers</a:t>
            </a:r>
            <a:r>
              <a:rPr kumimoji="0" lang="en-US" sz="1600" b="0" i="0" u="none" strike="noStrike" kern="0" cap="none" spc="0" normalizeH="0" baseline="0" noProof="0" dirty="0">
                <a:ln>
                  <a:noFill/>
                </a:ln>
                <a:solidFill>
                  <a:srgbClr val="1D1D1D"/>
                </a:solidFill>
                <a:effectLst/>
                <a:uLnTx/>
                <a:uFillTx/>
                <a:latin typeface="Arial" charset="0"/>
                <a:cs typeface="Arial"/>
              </a:rPr>
              <a:t>.</a:t>
            </a:r>
          </a:p>
        </p:txBody>
      </p:sp>
    </p:spTree>
    <p:extLst>
      <p:ext uri="{BB962C8B-B14F-4D97-AF65-F5344CB8AC3E}">
        <p14:creationId xmlns:p14="http://schemas.microsoft.com/office/powerpoint/2010/main" val="1563287234"/>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E2253AEA-3BBA-38AD-0236-0C3BA893D976}"/>
              </a:ext>
            </a:extLst>
          </p:cNvPr>
          <p:cNvSpPr>
            <a:spLocks noGrp="1"/>
          </p:cNvSpPr>
          <p:nvPr>
            <p:ph sz="quarter" idx="13" hasCustomPrompt="1"/>
          </p:nvPr>
        </p:nvSpPr>
        <p:spPr>
          <a:xfrm>
            <a:off x="3124200" y="1268415"/>
            <a:ext cx="8730600" cy="2736650"/>
          </a:xfrm>
        </p:spPr>
        <p:txBody>
          <a:bodyPr/>
          <a:lstStyle/>
          <a:p>
            <a:r>
              <a:rPr dirty="0"/>
              <a:t>Installation of ModusToolbox™ and DEEPCRAFT™ supported within the </a:t>
            </a:r>
            <a:r>
              <a:rPr dirty="0">
                <a:solidFill>
                  <a:schemeClr val="tx2"/>
                </a:solidFill>
              </a:rPr>
              <a:t>ModusToolbox™ Setup</a:t>
            </a:r>
            <a:r>
              <a:rPr dirty="0"/>
              <a:t> program</a:t>
            </a:r>
          </a:p>
          <a:p>
            <a:r>
              <a:rPr dirty="0"/>
              <a:t>Code Examples aligned with DEEPCRAFT™ Studio </a:t>
            </a:r>
            <a:r>
              <a:rPr dirty="0">
                <a:solidFill>
                  <a:schemeClr val="tx2"/>
                </a:solidFill>
              </a:rPr>
              <a:t>Accelerator projects </a:t>
            </a:r>
            <a:r>
              <a:rPr dirty="0"/>
              <a:t>for IMU, Vibration, and Microphone</a:t>
            </a:r>
          </a:p>
          <a:p>
            <a:r>
              <a:rPr dirty="0"/>
              <a:t>Code Examples aligned with DEEPCRAFT™ Studio </a:t>
            </a:r>
            <a:r>
              <a:rPr dirty="0">
                <a:solidFill>
                  <a:schemeClr val="tx2"/>
                </a:solidFill>
              </a:rPr>
              <a:t>Data Collection with Graph UX</a:t>
            </a:r>
          </a:p>
          <a:p>
            <a:r>
              <a:rPr dirty="0"/>
              <a:t>Code Examples aligned with DEEPCRAFT™ Model Converter </a:t>
            </a:r>
            <a:r>
              <a:rPr dirty="0">
                <a:solidFill>
                  <a:schemeClr val="tx2"/>
                </a:solidFill>
              </a:rPr>
              <a:t>Profiling</a:t>
            </a:r>
          </a:p>
          <a:p>
            <a:r>
              <a:rPr dirty="0">
                <a:solidFill>
                  <a:schemeClr val="tx2"/>
                </a:solidFill>
              </a:rPr>
              <a:t>Project connector </a:t>
            </a:r>
            <a:r>
              <a:rPr dirty="0"/>
              <a:t>files in ModusToolbox™ applications with Quick Panel shortcuts for linking to DEEPCRAFT™ Studio Projects</a:t>
            </a:r>
          </a:p>
        </p:txBody>
      </p:sp>
      <p:sp>
        <p:nvSpPr>
          <p:cNvPr id="2" name="Titel 1">
            <a:extLst>
              <a:ext uri="{FF2B5EF4-FFF2-40B4-BE49-F238E27FC236}">
                <a16:creationId xmlns:a16="http://schemas.microsoft.com/office/drawing/2014/main" id="{D2A3DB54-EDAA-323A-87B5-63B2513F5053}"/>
              </a:ext>
            </a:extLst>
          </p:cNvPr>
          <p:cNvSpPr>
            <a:spLocks noGrp="1"/>
          </p:cNvSpPr>
          <p:nvPr>
            <p:ph type="title" hasCustomPrompt="1"/>
          </p:nvPr>
        </p:nvSpPr>
        <p:spPr/>
        <p:txBody>
          <a:bodyPr/>
          <a:lstStyle/>
          <a:p>
            <a:r>
              <a:t>Overview of DEEPCRAFT™ Studio and ModusToolbox™ workflow</a:t>
            </a:r>
          </a:p>
        </p:txBody>
      </p:sp>
      <p:pic>
        <p:nvPicPr>
          <p:cNvPr id="7" name="Picture 6" descr="A diagram of software tools&#10;&#10;AI-generated content may be incorrect.">
            <a:extLst>
              <a:ext uri="{FF2B5EF4-FFF2-40B4-BE49-F238E27FC236}">
                <a16:creationId xmlns:a16="http://schemas.microsoft.com/office/drawing/2014/main" id="{8FEF708D-0F4F-5E0D-FE10-2F967E6693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 y="1344840"/>
            <a:ext cx="2103120" cy="2103120"/>
          </a:xfrm>
          <a:prstGeom prst="rect">
            <a:avLst/>
          </a:prstGeom>
        </p:spPr>
      </p:pic>
      <p:pic>
        <p:nvPicPr>
          <p:cNvPr id="9" name="Picture 8">
            <a:extLst>
              <a:ext uri="{FF2B5EF4-FFF2-40B4-BE49-F238E27FC236}">
                <a16:creationId xmlns:a16="http://schemas.microsoft.com/office/drawing/2014/main" id="{CA66AEBA-F9F5-5A84-110C-012CC8A38C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4963" y="4191000"/>
            <a:ext cx="2682240" cy="1676400"/>
          </a:xfrm>
          <a:prstGeom prst="rect">
            <a:avLst/>
          </a:prstGeom>
        </p:spPr>
      </p:pic>
      <p:sp>
        <p:nvSpPr>
          <p:cNvPr id="12" name="Content Placeholder 10">
            <a:extLst>
              <a:ext uri="{FF2B5EF4-FFF2-40B4-BE49-F238E27FC236}">
                <a16:creationId xmlns:a16="http://schemas.microsoft.com/office/drawing/2014/main" id="{5B080C64-02F7-4943-1332-E103690D048F}"/>
              </a:ext>
            </a:extLst>
          </p:cNvPr>
          <p:cNvSpPr txBox="1">
            <a:spLocks/>
          </p:cNvSpPr>
          <p:nvPr/>
        </p:nvSpPr>
        <p:spPr>
          <a:xfrm>
            <a:off x="3124200" y="4267200"/>
            <a:ext cx="8730600" cy="1676401"/>
          </a:xfrm>
          <a:prstGeom prst="rect">
            <a:avLst/>
          </a:prstGeom>
        </p:spPr>
        <p:txBody>
          <a:bodyPr vert="horz" lIns="0" tIns="0" rIns="0" bIns="0" rtlCol="0">
            <a:noAutofit/>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ea typeface="+mn-ea"/>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r>
              <a:rPr lang="en-US" sz="1600" kern="0" dirty="0"/>
              <a:t>Integration of ModusToolbox</a:t>
            </a:r>
            <a:r>
              <a:rPr lang="en-US" sz="1600" dirty="0"/>
              <a:t>™</a:t>
            </a:r>
            <a:r>
              <a:rPr lang="en-US" sz="1600" kern="0" dirty="0"/>
              <a:t> Project Creator, supporting coordinated DEEPCRAFT</a:t>
            </a:r>
            <a:r>
              <a:rPr lang="en-US" sz="1600" dirty="0"/>
              <a:t>™</a:t>
            </a:r>
            <a:r>
              <a:rPr lang="en-US" sz="1600" kern="0" dirty="0"/>
              <a:t> Studio and ModusToolbox</a:t>
            </a:r>
            <a:r>
              <a:rPr lang="en-US" sz="1600" dirty="0"/>
              <a:t>™</a:t>
            </a:r>
            <a:r>
              <a:rPr lang="en-US" sz="1600" kern="0" dirty="0"/>
              <a:t> project creation </a:t>
            </a:r>
          </a:p>
          <a:p>
            <a:r>
              <a:rPr lang="en-US" sz="1600" kern="0" dirty="0"/>
              <a:t>Integration ModusToolbox</a:t>
            </a:r>
            <a:r>
              <a:rPr lang="en-US" sz="1600" dirty="0"/>
              <a:t>™</a:t>
            </a:r>
            <a:r>
              <a:rPr lang="en-US" sz="1600" kern="0" dirty="0"/>
              <a:t> Machine Learning Core Tools (ml-</a:t>
            </a:r>
            <a:r>
              <a:rPr lang="en-US" sz="1600" kern="0" dirty="0" err="1"/>
              <a:t>coretools</a:t>
            </a:r>
            <a:r>
              <a:rPr lang="en-US" sz="1600" kern="0" dirty="0"/>
              <a:t>), leveraged during  Infineon device specific code generations and optimization</a:t>
            </a:r>
          </a:p>
          <a:p>
            <a:r>
              <a:rPr lang="en-US" sz="1600" kern="0" dirty="0"/>
              <a:t>ModusToolbox</a:t>
            </a:r>
            <a:r>
              <a:rPr lang="en-US" sz="1600" dirty="0"/>
              <a:t>™</a:t>
            </a:r>
            <a:r>
              <a:rPr lang="en-US" sz="1600" kern="0" dirty="0"/>
              <a:t> project detection and selection during model code generation</a:t>
            </a:r>
          </a:p>
          <a:p>
            <a:pPr marL="0" indent="0">
              <a:buNone/>
            </a:pPr>
            <a:endParaRPr lang="en-US" sz="1600" kern="0" dirty="0"/>
          </a:p>
        </p:txBody>
      </p:sp>
    </p:spTree>
    <p:extLst>
      <p:ext uri="{BB962C8B-B14F-4D97-AF65-F5344CB8AC3E}">
        <p14:creationId xmlns:p14="http://schemas.microsoft.com/office/powerpoint/2010/main" val="692330306"/>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B8DB45-EFDB-43B9-8CFD-A7DA4978092A}"/>
              </a:ext>
            </a:extLst>
          </p:cNvPr>
          <p:cNvSpPr>
            <a:spLocks noGrp="1"/>
          </p:cNvSpPr>
          <p:nvPr>
            <p:ph sz="quarter" idx="13" hasCustomPrompt="1"/>
          </p:nvPr>
        </p:nvSpPr>
        <p:spPr/>
        <p:txBody>
          <a:bodyPr/>
          <a:lstStyle/>
          <a:p>
            <a:r>
              <a:t>ModusToolbox™ Setup program can be used to install and manage DEEPCRAFT™ applications, including Studio, Model Converter, and Audio Enhancement Tech Pack</a:t>
            </a:r>
          </a:p>
        </p:txBody>
      </p:sp>
      <p:sp>
        <p:nvSpPr>
          <p:cNvPr id="3" name="Title 2">
            <a:extLst>
              <a:ext uri="{FF2B5EF4-FFF2-40B4-BE49-F238E27FC236}">
                <a16:creationId xmlns:a16="http://schemas.microsoft.com/office/drawing/2014/main" id="{153AF0C9-9303-4693-B70D-F074E2523C63}"/>
              </a:ext>
            </a:extLst>
          </p:cNvPr>
          <p:cNvSpPr>
            <a:spLocks noGrp="1"/>
          </p:cNvSpPr>
          <p:nvPr>
            <p:ph type="title" hasCustomPrompt="1"/>
          </p:nvPr>
        </p:nvSpPr>
        <p:spPr/>
        <p:txBody>
          <a:bodyPr/>
          <a:lstStyle/>
          <a:p>
            <a:r>
              <a:rPr dirty="0"/>
              <a:t>Installation support within </a:t>
            </a:r>
            <a:r>
              <a:rPr lang="en-US" dirty="0"/>
              <a:t>ModusToolbox™ </a:t>
            </a:r>
            <a:r>
              <a:rPr dirty="0"/>
              <a:t>Setup</a:t>
            </a:r>
          </a:p>
        </p:txBody>
      </p:sp>
      <p:pic>
        <p:nvPicPr>
          <p:cNvPr id="7" name="Picture 6">
            <a:extLst>
              <a:ext uri="{FF2B5EF4-FFF2-40B4-BE49-F238E27FC236}">
                <a16:creationId xmlns:a16="http://schemas.microsoft.com/office/drawing/2014/main" id="{AF742F26-7B24-B479-9FF9-1E30F85452D5}"/>
              </a:ext>
            </a:extLst>
          </p:cNvPr>
          <p:cNvPicPr>
            <a:picLocks noChangeAspect="1"/>
          </p:cNvPicPr>
          <p:nvPr/>
        </p:nvPicPr>
        <p:blipFill>
          <a:blip r:embed="rId3"/>
          <a:stretch>
            <a:fillRect/>
          </a:stretch>
        </p:blipFill>
        <p:spPr>
          <a:xfrm>
            <a:off x="533400" y="2312985"/>
            <a:ext cx="4701387" cy="3276600"/>
          </a:xfrm>
          <a:prstGeom prst="rect">
            <a:avLst/>
          </a:prstGeom>
        </p:spPr>
      </p:pic>
      <p:pic>
        <p:nvPicPr>
          <p:cNvPr id="9" name="Picture 8">
            <a:extLst>
              <a:ext uri="{FF2B5EF4-FFF2-40B4-BE49-F238E27FC236}">
                <a16:creationId xmlns:a16="http://schemas.microsoft.com/office/drawing/2014/main" id="{702C8A72-48ED-B385-0FBB-7678ADC8D109}"/>
              </a:ext>
            </a:extLst>
          </p:cNvPr>
          <p:cNvPicPr>
            <a:picLocks noChangeAspect="1"/>
          </p:cNvPicPr>
          <p:nvPr/>
        </p:nvPicPr>
        <p:blipFill>
          <a:blip r:embed="rId4"/>
          <a:stretch>
            <a:fillRect/>
          </a:stretch>
        </p:blipFill>
        <p:spPr>
          <a:xfrm>
            <a:off x="5882248" y="2288577"/>
            <a:ext cx="5133971" cy="3492170"/>
          </a:xfrm>
          <a:prstGeom prst="rect">
            <a:avLst/>
          </a:prstGeom>
        </p:spPr>
      </p:pic>
      <p:sp>
        <p:nvSpPr>
          <p:cNvPr id="10" name="Arrow: Right 9">
            <a:extLst>
              <a:ext uri="{FF2B5EF4-FFF2-40B4-BE49-F238E27FC236}">
                <a16:creationId xmlns:a16="http://schemas.microsoft.com/office/drawing/2014/main" id="{885A416D-B26D-364A-2C24-7DD41F7D60E7}"/>
              </a:ext>
            </a:extLst>
          </p:cNvPr>
          <p:cNvSpPr/>
          <p:nvPr/>
        </p:nvSpPr>
        <p:spPr bwMode="auto">
          <a:xfrm>
            <a:off x="4876800" y="4670567"/>
            <a:ext cx="990600" cy="381000"/>
          </a:xfrm>
          <a:prstGeom prst="rightArrow">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4" name="Footer Placeholder 3">
            <a:extLst>
              <a:ext uri="{FF2B5EF4-FFF2-40B4-BE49-F238E27FC236}">
                <a16:creationId xmlns:a16="http://schemas.microsoft.com/office/drawing/2014/main" id="{61E14F35-4F0A-71FA-BC43-A0CA7361AA88}"/>
              </a:ext>
            </a:extLst>
          </p:cNvPr>
          <p:cNvSpPr>
            <a:spLocks noGrp="1"/>
          </p:cNvSpPr>
          <p:nvPr>
            <p:ph type="ftr" sz="quarter" idx="15"/>
          </p:nvPr>
        </p:nvSpPr>
        <p:spPr/>
        <p:txBody>
          <a:bodyPr/>
          <a:lstStyle/>
          <a:p>
            <a:endParaRPr lang="en-US" dirty="0"/>
          </a:p>
        </p:txBody>
      </p:sp>
      <p:sp>
        <p:nvSpPr>
          <p:cNvPr id="5" name="Date Placeholder 4">
            <a:extLst>
              <a:ext uri="{FF2B5EF4-FFF2-40B4-BE49-F238E27FC236}">
                <a16:creationId xmlns:a16="http://schemas.microsoft.com/office/drawing/2014/main" id="{25E6455A-99EC-9782-3C8B-EAFFF533C038}"/>
              </a:ext>
            </a:extLst>
          </p:cNvPr>
          <p:cNvSpPr>
            <a:spLocks noGrp="1"/>
          </p:cNvSpPr>
          <p:nvPr>
            <p:ph type="dt" sz="half" idx="14"/>
          </p:nvPr>
        </p:nvSpPr>
        <p:spPr/>
        <p:txBody>
          <a:bodyPr/>
          <a:lstStyle/>
          <a:p>
            <a:endParaRPr lang="en-US" b="1" dirty="0"/>
          </a:p>
        </p:txBody>
      </p:sp>
    </p:spTree>
    <p:extLst>
      <p:ext uri="{BB962C8B-B14F-4D97-AF65-F5344CB8AC3E}">
        <p14:creationId xmlns:p14="http://schemas.microsoft.com/office/powerpoint/2010/main" val="1808975831"/>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EACB5-5256-7A2D-6000-517A6B2EB4C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47493A0-ED29-748D-AB27-8D118177C007}"/>
              </a:ext>
            </a:extLst>
          </p:cNvPr>
          <p:cNvSpPr>
            <a:spLocks noGrp="1"/>
          </p:cNvSpPr>
          <p:nvPr>
            <p:ph sz="quarter" idx="13" hasCustomPrompt="1"/>
          </p:nvPr>
        </p:nvSpPr>
        <p:spPr>
          <a:xfrm>
            <a:off x="334800" y="1268414"/>
            <a:ext cx="4825096" cy="5113337"/>
          </a:xfrm>
        </p:spPr>
        <p:txBody>
          <a:bodyPr/>
          <a:lstStyle/>
          <a:p>
            <a:r>
              <a:rPr dirty="0"/>
              <a:t>When creating a new DEEPCRAFT™ Studio project, a ModusToolbox™ project can be created at the same time.</a:t>
            </a:r>
            <a:br>
              <a:rPr dirty="0"/>
            </a:br>
            <a:endParaRPr lang="en-US" dirty="0"/>
          </a:p>
          <a:p>
            <a:r>
              <a:rPr dirty="0"/>
              <a:t>DEEPCRAFT™ Studio includes Studio Accelerator projects that align with ModusToolbox™ code examples, enabling models generated from Studio to be more easily leveraged within a ModusToolbox™ application.</a:t>
            </a:r>
            <a:br>
              <a:rPr dirty="0"/>
            </a:br>
            <a:endParaRPr lang="en-US" dirty="0"/>
          </a:p>
          <a:p>
            <a:r>
              <a:rPr dirty="0"/>
              <a:t>ModusToolbox™ code examples include DEEPCRAFT™ Deploy Audio and Deploy Motions applications.</a:t>
            </a:r>
          </a:p>
        </p:txBody>
      </p:sp>
      <p:sp>
        <p:nvSpPr>
          <p:cNvPr id="3" name="Title 2">
            <a:extLst>
              <a:ext uri="{FF2B5EF4-FFF2-40B4-BE49-F238E27FC236}">
                <a16:creationId xmlns:a16="http://schemas.microsoft.com/office/drawing/2014/main" id="{96704305-5B37-F2A3-6C27-B0B62D8DC96D}"/>
              </a:ext>
            </a:extLst>
          </p:cNvPr>
          <p:cNvSpPr>
            <a:spLocks noGrp="1"/>
          </p:cNvSpPr>
          <p:nvPr>
            <p:ph type="title" hasCustomPrompt="1"/>
          </p:nvPr>
        </p:nvSpPr>
        <p:spPr/>
        <p:txBody>
          <a:bodyPr/>
          <a:lstStyle/>
          <a:p>
            <a:r>
              <a:t>Code Examples with DEEPCRAFT™ and ModusToolbox™ </a:t>
            </a:r>
          </a:p>
        </p:txBody>
      </p:sp>
      <p:pic>
        <p:nvPicPr>
          <p:cNvPr id="7" name="Picture 6">
            <a:extLst>
              <a:ext uri="{FF2B5EF4-FFF2-40B4-BE49-F238E27FC236}">
                <a16:creationId xmlns:a16="http://schemas.microsoft.com/office/drawing/2014/main" id="{4565D862-F997-11D0-8758-48FB57C45868}"/>
              </a:ext>
            </a:extLst>
          </p:cNvPr>
          <p:cNvPicPr>
            <a:picLocks noChangeAspect="1"/>
          </p:cNvPicPr>
          <p:nvPr/>
        </p:nvPicPr>
        <p:blipFill>
          <a:blip r:embed="rId3"/>
          <a:stretch>
            <a:fillRect/>
          </a:stretch>
        </p:blipFill>
        <p:spPr>
          <a:xfrm>
            <a:off x="5401235" y="1259449"/>
            <a:ext cx="6046861" cy="4582730"/>
          </a:xfrm>
          <a:prstGeom prst="rect">
            <a:avLst/>
          </a:prstGeom>
        </p:spPr>
      </p:pic>
      <p:sp>
        <p:nvSpPr>
          <p:cNvPr id="4" name="Footer Placeholder 3">
            <a:extLst>
              <a:ext uri="{FF2B5EF4-FFF2-40B4-BE49-F238E27FC236}">
                <a16:creationId xmlns:a16="http://schemas.microsoft.com/office/drawing/2014/main" id="{A5100404-FB77-F3F9-3427-733CF5E7F1BF}"/>
              </a:ext>
            </a:extLst>
          </p:cNvPr>
          <p:cNvSpPr>
            <a:spLocks noGrp="1"/>
          </p:cNvSpPr>
          <p:nvPr>
            <p:ph type="ftr" sz="quarter" idx="15"/>
          </p:nvPr>
        </p:nvSpPr>
        <p:spPr/>
        <p:txBody>
          <a:bodyPr/>
          <a:lstStyle/>
          <a:p>
            <a:endParaRPr lang="en-US" dirty="0"/>
          </a:p>
        </p:txBody>
      </p:sp>
      <p:sp>
        <p:nvSpPr>
          <p:cNvPr id="5" name="Date Placeholder 4">
            <a:extLst>
              <a:ext uri="{FF2B5EF4-FFF2-40B4-BE49-F238E27FC236}">
                <a16:creationId xmlns:a16="http://schemas.microsoft.com/office/drawing/2014/main" id="{47830BAE-F4EA-55E2-0095-877B37B481F9}"/>
              </a:ext>
            </a:extLst>
          </p:cNvPr>
          <p:cNvSpPr>
            <a:spLocks noGrp="1"/>
          </p:cNvSpPr>
          <p:nvPr>
            <p:ph type="dt" sz="half" idx="14"/>
          </p:nvPr>
        </p:nvSpPr>
        <p:spPr/>
        <p:txBody>
          <a:bodyPr/>
          <a:lstStyle/>
          <a:p>
            <a:endParaRPr lang="en-US" b="1" dirty="0"/>
          </a:p>
        </p:txBody>
      </p:sp>
    </p:spTree>
    <p:extLst>
      <p:ext uri="{BB962C8B-B14F-4D97-AF65-F5344CB8AC3E}">
        <p14:creationId xmlns:p14="http://schemas.microsoft.com/office/powerpoint/2010/main" val="3959956181"/>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A42A6-DF2F-5F0C-AF81-211B7E54CCA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2F3FDD-3E15-A79D-F997-10E1705821F8}"/>
              </a:ext>
            </a:extLst>
          </p:cNvPr>
          <p:cNvSpPr>
            <a:spLocks noGrp="1"/>
          </p:cNvSpPr>
          <p:nvPr>
            <p:ph sz="quarter" idx="13" hasCustomPrompt="1"/>
          </p:nvPr>
        </p:nvSpPr>
        <p:spPr>
          <a:xfrm>
            <a:off x="334800" y="1268414"/>
            <a:ext cx="5667072" cy="5113337"/>
          </a:xfrm>
        </p:spPr>
        <p:txBody>
          <a:bodyPr>
            <a:normAutofit lnSpcReduction="10000"/>
          </a:bodyPr>
          <a:lstStyle/>
          <a:p>
            <a:r>
              <a:rPr dirty="0"/>
              <a:t>DEEPCRAFT™ Studio code generation dialog includes pre-defined architecture selections for Infineon devices, including PSOC™ Edge E84</a:t>
            </a:r>
            <a:br>
              <a:rPr dirty="0"/>
            </a:br>
            <a:endParaRPr lang="en-US" dirty="0"/>
          </a:p>
          <a:p>
            <a:r>
              <a:rPr dirty="0"/>
              <a:t>DEEPCRAFT™ Studio code generation integrates the ModusToolbox™ Machine Learning Core Tools (ml-</a:t>
            </a:r>
            <a:r>
              <a:rPr dirty="0" err="1"/>
              <a:t>coretool</a:t>
            </a:r>
            <a:r>
              <a:rPr dirty="0"/>
              <a:t>) with integrated Vela compiler supporting PSOC™ Edge E84.</a:t>
            </a:r>
            <a:br>
              <a:rPr dirty="0"/>
            </a:br>
            <a:endParaRPr lang="en-US" dirty="0"/>
          </a:p>
          <a:p>
            <a:r>
              <a:rPr dirty="0"/>
              <a:t>Selection of Infineon device enables project selection of the connected ModusToolbox™ project and core specific project path.</a:t>
            </a:r>
            <a:br>
              <a:rPr dirty="0"/>
            </a:br>
            <a:endParaRPr lang="en-US" dirty="0"/>
          </a:p>
          <a:p>
            <a:r>
              <a:rPr dirty="0"/>
              <a:t>Selected ModusToolbox™ project path will be used during the code generation step to enable iterative model development and updates.</a:t>
            </a:r>
          </a:p>
          <a:p>
            <a:endParaRPr lang="en-US" dirty="0"/>
          </a:p>
        </p:txBody>
      </p:sp>
      <p:sp>
        <p:nvSpPr>
          <p:cNvPr id="3" name="Title 2">
            <a:extLst>
              <a:ext uri="{FF2B5EF4-FFF2-40B4-BE49-F238E27FC236}">
                <a16:creationId xmlns:a16="http://schemas.microsoft.com/office/drawing/2014/main" id="{D1AFC385-C1F8-74E0-3D17-41140F117131}"/>
              </a:ext>
            </a:extLst>
          </p:cNvPr>
          <p:cNvSpPr>
            <a:spLocks noGrp="1"/>
          </p:cNvSpPr>
          <p:nvPr>
            <p:ph type="title" hasCustomPrompt="1"/>
          </p:nvPr>
        </p:nvSpPr>
        <p:spPr/>
        <p:txBody>
          <a:bodyPr/>
          <a:lstStyle/>
          <a:p>
            <a:r>
              <a:t>DEEPCRAFT™ Studio Model Code Generation</a:t>
            </a:r>
          </a:p>
        </p:txBody>
      </p:sp>
      <p:pic>
        <p:nvPicPr>
          <p:cNvPr id="8" name="Picture 7">
            <a:extLst>
              <a:ext uri="{FF2B5EF4-FFF2-40B4-BE49-F238E27FC236}">
                <a16:creationId xmlns:a16="http://schemas.microsoft.com/office/drawing/2014/main" id="{B68F7314-50CC-54DB-DD8B-557E28F46F23}"/>
              </a:ext>
            </a:extLst>
          </p:cNvPr>
          <p:cNvPicPr>
            <a:picLocks noChangeAspect="1"/>
          </p:cNvPicPr>
          <p:nvPr/>
        </p:nvPicPr>
        <p:blipFill>
          <a:blip r:embed="rId3"/>
          <a:stretch>
            <a:fillRect/>
          </a:stretch>
        </p:blipFill>
        <p:spPr>
          <a:xfrm>
            <a:off x="6190129" y="1447800"/>
            <a:ext cx="5435667" cy="4495800"/>
          </a:xfrm>
          <a:prstGeom prst="rect">
            <a:avLst/>
          </a:prstGeom>
        </p:spPr>
      </p:pic>
      <p:sp>
        <p:nvSpPr>
          <p:cNvPr id="4" name="Footer Placeholder 3">
            <a:extLst>
              <a:ext uri="{FF2B5EF4-FFF2-40B4-BE49-F238E27FC236}">
                <a16:creationId xmlns:a16="http://schemas.microsoft.com/office/drawing/2014/main" id="{8E59CB9D-49DF-F6C0-3C1D-53903B244124}"/>
              </a:ext>
            </a:extLst>
          </p:cNvPr>
          <p:cNvSpPr>
            <a:spLocks noGrp="1"/>
          </p:cNvSpPr>
          <p:nvPr>
            <p:ph type="ftr" sz="quarter" idx="15"/>
          </p:nvPr>
        </p:nvSpPr>
        <p:spPr/>
        <p:txBody>
          <a:bodyPr/>
          <a:lstStyle/>
          <a:p>
            <a:endParaRPr lang="en-US" dirty="0"/>
          </a:p>
        </p:txBody>
      </p:sp>
      <p:sp>
        <p:nvSpPr>
          <p:cNvPr id="5" name="Date Placeholder 4">
            <a:extLst>
              <a:ext uri="{FF2B5EF4-FFF2-40B4-BE49-F238E27FC236}">
                <a16:creationId xmlns:a16="http://schemas.microsoft.com/office/drawing/2014/main" id="{599ABA00-A9D0-89DE-A0A9-78A40E8FA6CE}"/>
              </a:ext>
            </a:extLst>
          </p:cNvPr>
          <p:cNvSpPr>
            <a:spLocks noGrp="1"/>
          </p:cNvSpPr>
          <p:nvPr>
            <p:ph type="dt" sz="half" idx="14"/>
          </p:nvPr>
        </p:nvSpPr>
        <p:spPr/>
        <p:txBody>
          <a:bodyPr/>
          <a:lstStyle/>
          <a:p>
            <a:endParaRPr lang="en-US" b="1" dirty="0"/>
          </a:p>
        </p:txBody>
      </p:sp>
    </p:spTree>
    <p:extLst>
      <p:ext uri="{BB962C8B-B14F-4D97-AF65-F5344CB8AC3E}">
        <p14:creationId xmlns:p14="http://schemas.microsoft.com/office/powerpoint/2010/main" val="4038175456"/>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609B38-A50E-9D3D-4AF8-6B314CC28709}"/>
              </a:ext>
            </a:extLst>
          </p:cNvPr>
          <p:cNvSpPr>
            <a:spLocks noGrp="1"/>
          </p:cNvSpPr>
          <p:nvPr>
            <p:ph sz="quarter" idx="13" hasCustomPrompt="1"/>
          </p:nvPr>
        </p:nvSpPr>
        <p:spPr/>
        <p:txBody>
          <a:bodyPr/>
          <a:lstStyle/>
          <a:p>
            <a:pPr lvl="1">
              <a:lnSpc>
                <a:spcPct val="150000"/>
              </a:lnSpc>
            </a:pPr>
            <a:r>
              <a:rPr dirty="0" err="1"/>
              <a:t>ModusToolbox</a:t>
            </a:r>
            <a:r>
              <a:rPr dirty="0"/>
              <a:t>™ v3.6 </a:t>
            </a:r>
          </a:p>
          <a:p>
            <a:pPr lvl="1">
              <a:lnSpc>
                <a:spcPct val="150000"/>
              </a:lnSpc>
            </a:pPr>
            <a:r>
              <a:rPr dirty="0"/>
              <a:t>Eclipse IDE for </a:t>
            </a:r>
            <a:r>
              <a:rPr dirty="0" err="1"/>
              <a:t>ModusToolbox</a:t>
            </a:r>
            <a:r>
              <a:rPr dirty="0"/>
              <a:t>™ v2025.4.0</a:t>
            </a:r>
          </a:p>
          <a:p>
            <a:pPr lvl="1">
              <a:lnSpc>
                <a:spcPct val="150000"/>
              </a:lnSpc>
            </a:pPr>
            <a:r>
              <a:rPr dirty="0"/>
              <a:t>Edge Protect Security Suite v1.6</a:t>
            </a:r>
          </a:p>
          <a:p>
            <a:pPr lvl="1">
              <a:lnSpc>
                <a:spcPct val="150000"/>
              </a:lnSpc>
            </a:pPr>
            <a:r>
              <a:rPr dirty="0" err="1"/>
              <a:t>ModusToolbox</a:t>
            </a:r>
            <a:r>
              <a:rPr dirty="0"/>
              <a:t>™ Programming Tools v1.5.0</a:t>
            </a:r>
          </a:p>
          <a:p>
            <a:pPr lvl="1">
              <a:lnSpc>
                <a:spcPct val="150000"/>
              </a:lnSpc>
            </a:pPr>
            <a:r>
              <a:rPr dirty="0"/>
              <a:t>KIT_PSE84_EVAL_EPC2 BSP v1.0.0</a:t>
            </a:r>
          </a:p>
          <a:p>
            <a:pPr lvl="1">
              <a:lnSpc>
                <a:spcPct val="150000"/>
              </a:lnSpc>
            </a:pPr>
            <a:r>
              <a:rPr dirty="0"/>
              <a:t>Terminal Emulator</a:t>
            </a:r>
          </a:p>
          <a:p>
            <a:pPr lvl="1">
              <a:lnSpc>
                <a:spcPct val="150000"/>
              </a:lnSpc>
            </a:pPr>
            <a:r>
              <a:rPr dirty="0"/>
              <a:t>KIT_PSE84_EVAL </a:t>
            </a:r>
            <a:r>
              <a:rPr dirty="0" err="1"/>
              <a:t>revG</a:t>
            </a:r>
            <a:endParaRPr lang="en-US" sz="2000" dirty="0"/>
          </a:p>
          <a:p>
            <a:pPr>
              <a:buNone/>
            </a:pPr>
            <a:br>
              <a:rPr dirty="0"/>
            </a:br>
            <a:endParaRPr lang="en-US" sz="1800" dirty="0"/>
          </a:p>
        </p:txBody>
      </p:sp>
      <p:sp>
        <p:nvSpPr>
          <p:cNvPr id="3" name="Title 2">
            <a:extLst>
              <a:ext uri="{FF2B5EF4-FFF2-40B4-BE49-F238E27FC236}">
                <a16:creationId xmlns:a16="http://schemas.microsoft.com/office/drawing/2014/main" id="{BBC89E29-8AC0-23D1-8AEA-1921C097F8DC}"/>
              </a:ext>
            </a:extLst>
          </p:cNvPr>
          <p:cNvSpPr>
            <a:spLocks noGrp="1"/>
          </p:cNvSpPr>
          <p:nvPr>
            <p:ph type="title" hasCustomPrompt="1"/>
          </p:nvPr>
        </p:nvSpPr>
        <p:spPr/>
        <p:txBody>
          <a:bodyPr/>
          <a:lstStyle/>
          <a:p>
            <a:r>
              <a:t>Tools utilized in this presentation</a:t>
            </a:r>
            <a:endParaRPr dirty="0"/>
          </a:p>
        </p:txBody>
      </p:sp>
      <p:sp>
        <p:nvSpPr>
          <p:cNvPr id="4" name="Content Placeholder 1">
            <a:extLst>
              <a:ext uri="{FF2B5EF4-FFF2-40B4-BE49-F238E27FC236}">
                <a16:creationId xmlns:a16="http://schemas.microsoft.com/office/drawing/2014/main" id="{1ED9E4F0-A63F-7121-3C7D-CDBADC4AACE2}"/>
              </a:ext>
            </a:extLst>
          </p:cNvPr>
          <p:cNvSpPr txBox="1">
            <a:spLocks/>
          </p:cNvSpPr>
          <p:nvPr/>
        </p:nvSpPr>
        <p:spPr>
          <a:xfrm>
            <a:off x="334800" y="5121301"/>
            <a:ext cx="11520000" cy="936570"/>
          </a:xfrm>
          <a:prstGeom prst="rect">
            <a:avLst/>
          </a:prstGeom>
        </p:spPr>
        <p:txBody>
          <a:bodyPr vert="horz" lIns="0" tIns="0" rIns="0" bIns="0" rtlCol="0">
            <a:noAutofit/>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ea typeface="+mn-ea"/>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r>
              <a:rPr lang="en-US" sz="2000" b="1" kern="0" dirty="0"/>
              <a:t>AN235935</a:t>
            </a:r>
            <a:r>
              <a:rPr lang="en-US" sz="2000" kern="0" dirty="0"/>
              <a:t> – Getting started with PSOC™ Edge E84 on ModusToolbox™ software</a:t>
            </a:r>
          </a:p>
          <a:p>
            <a:r>
              <a:rPr lang="en-US" sz="2000" dirty="0" err="1"/>
              <a:t>ModusToolbox</a:t>
            </a:r>
            <a:r>
              <a:rPr lang="en-US" sz="2000" dirty="0"/>
              <a:t>™ PSE8xxGP Device Support Library (DSL)</a:t>
            </a:r>
            <a:endParaRPr lang="en-US" sz="2000" kern="0" dirty="0"/>
          </a:p>
        </p:txBody>
      </p:sp>
      <p:sp>
        <p:nvSpPr>
          <p:cNvPr id="5" name="Title 2">
            <a:extLst>
              <a:ext uri="{FF2B5EF4-FFF2-40B4-BE49-F238E27FC236}">
                <a16:creationId xmlns:a16="http://schemas.microsoft.com/office/drawing/2014/main" id="{2A6423E0-BAC9-E61B-F566-5BDC7EB6FFA5}"/>
              </a:ext>
            </a:extLst>
          </p:cNvPr>
          <p:cNvSpPr txBox="1">
            <a:spLocks/>
          </p:cNvSpPr>
          <p:nvPr/>
        </p:nvSpPr>
        <p:spPr>
          <a:xfrm>
            <a:off x="317449" y="4293096"/>
            <a:ext cx="9613068" cy="720000"/>
          </a:xfrm>
          <a:prstGeom prst="rect">
            <a:avLst/>
          </a:prstGeom>
        </p:spPr>
        <p:txBody>
          <a:bodyPr vert="horz" lIns="0" tIns="0" rIns="0" bIns="10800" rtlCol="0" anchor="b" anchorCtr="0">
            <a:noAutofit/>
          </a:bodyPr>
          <a:lstStyle>
            <a:lvl1pPr algn="l" defTabSz="576000" rtl="0" eaLnBrk="1" fontAlgn="base" hangingPunct="1">
              <a:spcBef>
                <a:spcPct val="0"/>
              </a:spcBef>
              <a:spcAft>
                <a:spcPct val="0"/>
              </a:spcAft>
              <a:buClr>
                <a:schemeClr val="tx1"/>
              </a:buClr>
              <a:buFontTx/>
              <a:buNone/>
              <a:defRPr sz="2400" b="1" baseline="0">
                <a:solidFill>
                  <a:schemeClr val="tx2"/>
                </a:solidFill>
                <a:latin typeface="+mj-lt"/>
                <a:ea typeface="+mj-ea"/>
                <a:cs typeface="+mj-cs"/>
              </a:defRPr>
            </a:lvl1pPr>
            <a:lvl2pPr algn="l" rtl="0" eaLnBrk="1" fontAlgn="base" hangingPunct="1">
              <a:spcBef>
                <a:spcPct val="0"/>
              </a:spcBef>
              <a:spcAft>
                <a:spcPct val="0"/>
              </a:spcAft>
              <a:defRPr sz="3467" b="1">
                <a:solidFill>
                  <a:schemeClr val="tx2"/>
                </a:solidFill>
                <a:latin typeface="Arial" charset="0"/>
              </a:defRPr>
            </a:lvl2pPr>
            <a:lvl3pPr algn="l" rtl="0" eaLnBrk="1" fontAlgn="base" hangingPunct="1">
              <a:spcBef>
                <a:spcPct val="0"/>
              </a:spcBef>
              <a:spcAft>
                <a:spcPct val="0"/>
              </a:spcAft>
              <a:defRPr sz="3467" b="1">
                <a:solidFill>
                  <a:schemeClr val="tx2"/>
                </a:solidFill>
                <a:latin typeface="Arial" charset="0"/>
              </a:defRPr>
            </a:lvl3pPr>
            <a:lvl4pPr algn="l" rtl="0" eaLnBrk="1" fontAlgn="base" hangingPunct="1">
              <a:spcBef>
                <a:spcPct val="0"/>
              </a:spcBef>
              <a:spcAft>
                <a:spcPct val="0"/>
              </a:spcAft>
              <a:defRPr sz="3467" b="1">
                <a:solidFill>
                  <a:schemeClr val="tx2"/>
                </a:solidFill>
                <a:latin typeface="Arial" charset="0"/>
              </a:defRPr>
            </a:lvl4pPr>
            <a:lvl5pPr algn="l" rtl="0" eaLnBrk="1" fontAlgn="base" hangingPunct="1">
              <a:spcBef>
                <a:spcPct val="0"/>
              </a:spcBef>
              <a:spcAft>
                <a:spcPct val="0"/>
              </a:spcAft>
              <a:defRPr sz="3467" b="1">
                <a:solidFill>
                  <a:schemeClr val="tx2"/>
                </a:solidFill>
                <a:latin typeface="Arial" charset="0"/>
              </a:defRPr>
            </a:lvl5pPr>
            <a:lvl6pPr marL="609585" algn="l" rtl="0" eaLnBrk="1" fontAlgn="base" hangingPunct="1">
              <a:spcBef>
                <a:spcPct val="0"/>
              </a:spcBef>
              <a:spcAft>
                <a:spcPct val="0"/>
              </a:spcAft>
              <a:defRPr sz="3467" b="1">
                <a:solidFill>
                  <a:schemeClr val="tx2"/>
                </a:solidFill>
                <a:latin typeface="Arial" charset="0"/>
              </a:defRPr>
            </a:lvl6pPr>
            <a:lvl7pPr marL="1219170" algn="l" rtl="0" eaLnBrk="1" fontAlgn="base" hangingPunct="1">
              <a:spcBef>
                <a:spcPct val="0"/>
              </a:spcBef>
              <a:spcAft>
                <a:spcPct val="0"/>
              </a:spcAft>
              <a:defRPr sz="3467" b="1">
                <a:solidFill>
                  <a:schemeClr val="tx2"/>
                </a:solidFill>
                <a:latin typeface="Arial" charset="0"/>
              </a:defRPr>
            </a:lvl7pPr>
            <a:lvl8pPr marL="1828754" algn="l" rtl="0" eaLnBrk="1" fontAlgn="base" hangingPunct="1">
              <a:spcBef>
                <a:spcPct val="0"/>
              </a:spcBef>
              <a:spcAft>
                <a:spcPct val="0"/>
              </a:spcAft>
              <a:defRPr sz="3467" b="1">
                <a:solidFill>
                  <a:schemeClr val="tx2"/>
                </a:solidFill>
                <a:latin typeface="Arial" charset="0"/>
              </a:defRPr>
            </a:lvl8pPr>
            <a:lvl9pPr marL="2438339" algn="l" rtl="0" eaLnBrk="1" fontAlgn="base" hangingPunct="1">
              <a:spcBef>
                <a:spcPct val="0"/>
              </a:spcBef>
              <a:spcAft>
                <a:spcPct val="0"/>
              </a:spcAft>
              <a:defRPr sz="3467" b="1">
                <a:solidFill>
                  <a:schemeClr val="tx2"/>
                </a:solidFill>
                <a:latin typeface="Arial" charset="0"/>
              </a:defRPr>
            </a:lvl9pPr>
          </a:lstStyle>
          <a:p>
            <a:r>
              <a:rPr lang="en-US" kern="0" dirty="0"/>
              <a:t>Key documentation leveraged in this video</a:t>
            </a:r>
          </a:p>
        </p:txBody>
      </p:sp>
    </p:spTree>
    <p:extLst>
      <p:ext uri="{BB962C8B-B14F-4D97-AF65-F5344CB8AC3E}">
        <p14:creationId xmlns:p14="http://schemas.microsoft.com/office/powerpoint/2010/main" val="46046511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additive="base">
                                        <p:cTn id="17"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 calcmode="lin" valueType="num">
                                      <p:cBhvr additive="base">
                                        <p:cTn id="23"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anim calcmode="lin" valueType="num">
                                      <p:cBhvr additive="base">
                                        <p:cTn id="29" dur="5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anim calcmode="lin" valueType="num">
                                      <p:cBhvr additive="base">
                                        <p:cTn id="35" dur="500" fill="hold"/>
                                        <p:tgtEl>
                                          <p:spTgt spid="2">
                                            <p:txEl>
                                              <p:pRg st="5" end="5"/>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nodeType="clickEffect">
                                  <p:stCondLst>
                                    <p:cond delay="0"/>
                                  </p:stCondLst>
                                  <p:childTnLst>
                                    <p:set>
                                      <p:cBhvr>
                                        <p:cTn id="40" dur="1" fill="hold">
                                          <p:stCondLst>
                                            <p:cond delay="0"/>
                                          </p:stCondLst>
                                        </p:cTn>
                                        <p:tgtEl>
                                          <p:spTgt spid="2">
                                            <p:txEl>
                                              <p:pRg st="6" end="6"/>
                                            </p:txEl>
                                          </p:spTgt>
                                        </p:tgtEl>
                                        <p:attrNameLst>
                                          <p:attrName>style.visibility</p:attrName>
                                        </p:attrNameLst>
                                      </p:cBhvr>
                                      <p:to>
                                        <p:strVal val="visible"/>
                                      </p:to>
                                    </p:set>
                                    <p:anim calcmode="lin" valueType="num">
                                      <p:cBhvr additive="base">
                                        <p:cTn id="41" dur="500" fill="hold"/>
                                        <p:tgtEl>
                                          <p:spTgt spid="2">
                                            <p:txEl>
                                              <p:pRg st="6" end="6"/>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5">
                                            <p:txEl>
                                              <p:pRg st="0" end="0"/>
                                            </p:txEl>
                                          </p:spTgt>
                                        </p:tgtEl>
                                        <p:attrNameLst>
                                          <p:attrName>style.visibility</p:attrName>
                                        </p:attrNameLst>
                                      </p:cBhvr>
                                      <p:to>
                                        <p:strVal val="visible"/>
                                      </p:to>
                                    </p:set>
                                    <p:anim calcmode="lin" valueType="num">
                                      <p:cBhvr additive="base">
                                        <p:cTn id="4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4">
                                            <p:txEl>
                                              <p:pRg st="0" end="0"/>
                                            </p:txEl>
                                          </p:spTgt>
                                        </p:tgtEl>
                                        <p:attrNameLst>
                                          <p:attrName>style.visibility</p:attrName>
                                        </p:attrNameLst>
                                      </p:cBhvr>
                                      <p:to>
                                        <p:strVal val="visible"/>
                                      </p:to>
                                    </p:set>
                                    <p:anim calcmode="lin" valueType="num">
                                      <p:cBhvr additive="base">
                                        <p:cTn id="5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
                                            <p:txEl>
                                              <p:pRg st="0" end="0"/>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4">
                                            <p:txEl>
                                              <p:pRg st="1" end="1"/>
                                            </p:txEl>
                                          </p:spTgt>
                                        </p:tgtEl>
                                        <p:attrNameLst>
                                          <p:attrName>style.visibility</p:attrName>
                                        </p:attrNameLst>
                                      </p:cBhvr>
                                      <p:to>
                                        <p:strVal val="visible"/>
                                      </p:to>
                                    </p:set>
                                    <p:anim calcmode="lin" valueType="num">
                                      <p:cBhvr additive="base">
                                        <p:cTn id="55"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AE5204-6501-4CC4-9FB6-9101107E7128}"/>
              </a:ext>
            </a:extLst>
          </p:cNvPr>
          <p:cNvPicPr>
            <a:picLocks noChangeAspect="1"/>
          </p:cNvPicPr>
          <p:nvPr/>
        </p:nvPicPr>
        <p:blipFill>
          <a:blip r:embed="rId3"/>
          <a:stretch>
            <a:fillRect/>
          </a:stretch>
        </p:blipFill>
        <p:spPr>
          <a:xfrm>
            <a:off x="1631504" y="998682"/>
            <a:ext cx="8267760" cy="5571286"/>
          </a:xfrm>
          <a:prstGeom prst="rect">
            <a:avLst/>
          </a:prstGeom>
        </p:spPr>
      </p:pic>
      <p:sp>
        <p:nvSpPr>
          <p:cNvPr id="2" name="Content Placeholder 1">
            <a:extLst>
              <a:ext uri="{FF2B5EF4-FFF2-40B4-BE49-F238E27FC236}">
                <a16:creationId xmlns:a16="http://schemas.microsoft.com/office/drawing/2014/main" id="{E6157E40-1B1E-4A42-945A-FF5D7BC7A682}"/>
              </a:ext>
            </a:extLst>
          </p:cNvPr>
          <p:cNvSpPr>
            <a:spLocks noGrp="1"/>
          </p:cNvSpPr>
          <p:nvPr>
            <p:ph sz="quarter" idx="13" hasCustomPrompt="1"/>
          </p:nvPr>
        </p:nvSpPr>
        <p:spPr/>
        <p:txBody>
          <a:bodyPr/>
          <a:lstStyle/>
          <a:p>
            <a:pPr>
              <a:buNone/>
            </a:pPr>
            <a:endParaRPr lang="en-US" dirty="0"/>
          </a:p>
          <a:p>
            <a:pPr>
              <a:buNone/>
            </a:pPr>
            <a:endParaRPr lang="en-US" dirty="0"/>
          </a:p>
        </p:txBody>
      </p:sp>
      <p:sp>
        <p:nvSpPr>
          <p:cNvPr id="3" name="Title 2">
            <a:extLst>
              <a:ext uri="{FF2B5EF4-FFF2-40B4-BE49-F238E27FC236}">
                <a16:creationId xmlns:a16="http://schemas.microsoft.com/office/drawing/2014/main" id="{3C43D51E-8B5F-4145-8D2C-A4E0D2536C2C}"/>
              </a:ext>
            </a:extLst>
          </p:cNvPr>
          <p:cNvSpPr>
            <a:spLocks noGrp="1"/>
          </p:cNvSpPr>
          <p:nvPr>
            <p:ph type="title" hasCustomPrompt="1"/>
          </p:nvPr>
        </p:nvSpPr>
        <p:spPr/>
        <p:txBody>
          <a:bodyPr/>
          <a:lstStyle/>
          <a:p>
            <a:r>
              <a:t>Project Creator </a:t>
            </a:r>
          </a:p>
        </p:txBody>
      </p:sp>
      <p:sp>
        <p:nvSpPr>
          <p:cNvPr id="5" name="Rectangle 4">
            <a:extLst>
              <a:ext uri="{FF2B5EF4-FFF2-40B4-BE49-F238E27FC236}">
                <a16:creationId xmlns:a16="http://schemas.microsoft.com/office/drawing/2014/main" id="{20F826EA-A7FE-434A-95C7-D0F13E02A4E3}"/>
              </a:ext>
            </a:extLst>
          </p:cNvPr>
          <p:cNvSpPr/>
          <p:nvPr/>
        </p:nvSpPr>
        <p:spPr bwMode="auto">
          <a:xfrm>
            <a:off x="1719704" y="1480905"/>
            <a:ext cx="8048704" cy="3532271"/>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CDE12B64-103A-491B-AAAC-3A8AF8AABAFB}"/>
              </a:ext>
            </a:extLst>
          </p:cNvPr>
          <p:cNvSpPr/>
          <p:nvPr/>
        </p:nvSpPr>
        <p:spPr bwMode="auto">
          <a:xfrm>
            <a:off x="1864169" y="3102518"/>
            <a:ext cx="4215451" cy="161289"/>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7" name="Rectangle 6">
            <a:extLst>
              <a:ext uri="{FF2B5EF4-FFF2-40B4-BE49-F238E27FC236}">
                <a16:creationId xmlns:a16="http://schemas.microsoft.com/office/drawing/2014/main" id="{E11A06AF-CF8C-49C4-B4FF-2A664F7C4D29}"/>
              </a:ext>
            </a:extLst>
          </p:cNvPr>
          <p:cNvSpPr/>
          <p:nvPr/>
        </p:nvSpPr>
        <p:spPr bwMode="auto">
          <a:xfrm>
            <a:off x="1631504" y="1004461"/>
            <a:ext cx="2483599" cy="233499"/>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55223172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7"/>
                                        </p:tgtEl>
                                        <p:attrNameLst>
                                          <p:attrName>style.visibility</p:attrName>
                                        </p:attrNameLst>
                                      </p:cBhvr>
                                      <p:to>
                                        <p:strVal val="hidden"/>
                                      </p:to>
                                    </p:set>
                                  </p:childTnLst>
                                </p:cTn>
                              </p:par>
                              <p:par>
                                <p:cTn id="12" presetID="6"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5"/>
                                        </p:tgtEl>
                                        <p:attrNameLst>
                                          <p:attrName>style.visibility</p:attrName>
                                        </p:attrNameLst>
                                      </p:cBhvr>
                                      <p:to>
                                        <p:strVal val="hidden"/>
                                      </p:to>
                                    </p:set>
                                  </p:childTnLst>
                                </p:cTn>
                              </p:par>
                              <p:par>
                                <p:cTn id="19" presetID="21" presetClass="entr" presetSubtype="1"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heel(1)">
                                      <p:cBhvr>
                                        <p:cTn id="21"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7" grpId="0" animBg="1"/>
      <p:bldP spid="7"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6D6309-6A80-47DB-A4ED-489CA6985046}"/>
              </a:ext>
            </a:extLst>
          </p:cNvPr>
          <p:cNvPicPr>
            <a:picLocks noChangeAspect="1"/>
          </p:cNvPicPr>
          <p:nvPr/>
        </p:nvPicPr>
        <p:blipFill>
          <a:blip r:embed="rId3"/>
          <a:stretch>
            <a:fillRect/>
          </a:stretch>
        </p:blipFill>
        <p:spPr>
          <a:xfrm>
            <a:off x="3791744" y="911918"/>
            <a:ext cx="3882660" cy="5654709"/>
          </a:xfrm>
          <a:prstGeom prst="rect">
            <a:avLst/>
          </a:prstGeom>
        </p:spPr>
      </p:pic>
      <p:sp>
        <p:nvSpPr>
          <p:cNvPr id="3" name="Title 2">
            <a:extLst>
              <a:ext uri="{FF2B5EF4-FFF2-40B4-BE49-F238E27FC236}">
                <a16:creationId xmlns:a16="http://schemas.microsoft.com/office/drawing/2014/main" id="{54FCEE35-B033-43D4-953D-2F25705C2103}"/>
              </a:ext>
            </a:extLst>
          </p:cNvPr>
          <p:cNvSpPr>
            <a:spLocks noGrp="1"/>
          </p:cNvSpPr>
          <p:nvPr>
            <p:ph type="title" hasCustomPrompt="1"/>
          </p:nvPr>
        </p:nvSpPr>
        <p:spPr/>
        <p:txBody>
          <a:bodyPr/>
          <a:lstStyle/>
          <a:p>
            <a:r>
              <a:t>Understanding the Application Structure </a:t>
            </a:r>
          </a:p>
        </p:txBody>
      </p:sp>
      <p:sp>
        <p:nvSpPr>
          <p:cNvPr id="25" name="Rectangle 24">
            <a:extLst>
              <a:ext uri="{FF2B5EF4-FFF2-40B4-BE49-F238E27FC236}">
                <a16:creationId xmlns:a16="http://schemas.microsoft.com/office/drawing/2014/main" id="{FF4F0F84-3C66-4856-B53B-A658C4C8D97C}"/>
              </a:ext>
            </a:extLst>
          </p:cNvPr>
          <p:cNvSpPr/>
          <p:nvPr/>
        </p:nvSpPr>
        <p:spPr bwMode="auto">
          <a:xfrm>
            <a:off x="4414526" y="1056082"/>
            <a:ext cx="3337657" cy="675773"/>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26" name="Rectangle 25">
            <a:extLst>
              <a:ext uri="{FF2B5EF4-FFF2-40B4-BE49-F238E27FC236}">
                <a16:creationId xmlns:a16="http://schemas.microsoft.com/office/drawing/2014/main" id="{C3EDCEA0-3FAB-471F-AC78-14BA06E403F0}"/>
              </a:ext>
            </a:extLst>
          </p:cNvPr>
          <p:cNvSpPr/>
          <p:nvPr/>
        </p:nvSpPr>
        <p:spPr bwMode="auto">
          <a:xfrm>
            <a:off x="4428577" y="1824264"/>
            <a:ext cx="3313349" cy="432048"/>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27" name="Rectangle 26">
            <a:extLst>
              <a:ext uri="{FF2B5EF4-FFF2-40B4-BE49-F238E27FC236}">
                <a16:creationId xmlns:a16="http://schemas.microsoft.com/office/drawing/2014/main" id="{34025C79-5752-4FC3-85EB-16B5F30BAF00}"/>
              </a:ext>
            </a:extLst>
          </p:cNvPr>
          <p:cNvSpPr/>
          <p:nvPr/>
        </p:nvSpPr>
        <p:spPr bwMode="auto">
          <a:xfrm>
            <a:off x="4423727" y="2603958"/>
            <a:ext cx="3310706" cy="1812513"/>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28" name="Rectangle 27">
            <a:extLst>
              <a:ext uri="{FF2B5EF4-FFF2-40B4-BE49-F238E27FC236}">
                <a16:creationId xmlns:a16="http://schemas.microsoft.com/office/drawing/2014/main" id="{C3E439F0-7139-41EE-B9B8-5E0A51C5C493}"/>
              </a:ext>
            </a:extLst>
          </p:cNvPr>
          <p:cNvSpPr/>
          <p:nvPr/>
        </p:nvSpPr>
        <p:spPr bwMode="auto">
          <a:xfrm>
            <a:off x="4427979" y="4580968"/>
            <a:ext cx="3313349" cy="360120"/>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29" name="Rectangle 28">
            <a:extLst>
              <a:ext uri="{FF2B5EF4-FFF2-40B4-BE49-F238E27FC236}">
                <a16:creationId xmlns:a16="http://schemas.microsoft.com/office/drawing/2014/main" id="{40AD0F67-5E60-4482-A0A3-8024468F1CFF}"/>
              </a:ext>
            </a:extLst>
          </p:cNvPr>
          <p:cNvSpPr/>
          <p:nvPr/>
        </p:nvSpPr>
        <p:spPr bwMode="auto">
          <a:xfrm>
            <a:off x="4426998" y="5012936"/>
            <a:ext cx="3313349" cy="216264"/>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30" name="Rectangle 29">
            <a:extLst>
              <a:ext uri="{FF2B5EF4-FFF2-40B4-BE49-F238E27FC236}">
                <a16:creationId xmlns:a16="http://schemas.microsoft.com/office/drawing/2014/main" id="{D676CCB3-850E-4B54-B11F-A6F964A5B21F}"/>
              </a:ext>
            </a:extLst>
          </p:cNvPr>
          <p:cNvSpPr/>
          <p:nvPr/>
        </p:nvSpPr>
        <p:spPr bwMode="auto">
          <a:xfrm>
            <a:off x="4422065" y="5321608"/>
            <a:ext cx="3313349" cy="699679"/>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31" name="Rectangle 30">
            <a:extLst>
              <a:ext uri="{FF2B5EF4-FFF2-40B4-BE49-F238E27FC236}">
                <a16:creationId xmlns:a16="http://schemas.microsoft.com/office/drawing/2014/main" id="{DE47A369-3EC3-437C-8F20-D233EF10CAFB}"/>
              </a:ext>
            </a:extLst>
          </p:cNvPr>
          <p:cNvSpPr/>
          <p:nvPr/>
        </p:nvSpPr>
        <p:spPr bwMode="auto">
          <a:xfrm>
            <a:off x="4421083" y="6101304"/>
            <a:ext cx="3313349" cy="465324"/>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327635006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heel(1)">
                                      <p:cBhvr>
                                        <p:cTn id="7" dur="20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25"/>
                                        </p:tgtEl>
                                        <p:attrNameLst>
                                          <p:attrName>style.visibility</p:attrName>
                                        </p:attrNameLst>
                                      </p:cBhvr>
                                      <p:to>
                                        <p:strVal val="hidden"/>
                                      </p:to>
                                    </p:set>
                                  </p:childTnLst>
                                </p:cTn>
                              </p:par>
                              <p:par>
                                <p:cTn id="12" presetID="21" presetClass="entr" presetSubtype="1" fill="hold" grpId="0"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heel(1)">
                                      <p:cBhvr>
                                        <p:cTn id="14" dur="2000"/>
                                        <p:tgtEl>
                                          <p:spTgt spid="2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26"/>
                                        </p:tgtEl>
                                        <p:attrNameLst>
                                          <p:attrName>style.visibility</p:attrName>
                                        </p:attrNameLst>
                                      </p:cBhvr>
                                      <p:to>
                                        <p:strVal val="hidden"/>
                                      </p:to>
                                    </p:set>
                                  </p:childTnLst>
                                </p:cTn>
                              </p:par>
                              <p:par>
                                <p:cTn id="19" presetID="21" presetClass="entr" presetSubtype="1"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heel(1)">
                                      <p:cBhvr>
                                        <p:cTn id="21" dur="2000"/>
                                        <p:tgtEl>
                                          <p:spTgt spid="2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27"/>
                                        </p:tgtEl>
                                        <p:attrNameLst>
                                          <p:attrName>style.visibility</p:attrName>
                                        </p:attrNameLst>
                                      </p:cBhvr>
                                      <p:to>
                                        <p:strVal val="hidden"/>
                                      </p:to>
                                    </p:set>
                                  </p:childTnLst>
                                </p:cTn>
                              </p:par>
                              <p:par>
                                <p:cTn id="26" presetID="21" presetClass="entr" presetSubtype="1"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wheel(1)">
                                      <p:cBhvr>
                                        <p:cTn id="28" dur="2000"/>
                                        <p:tgtEl>
                                          <p:spTgt spid="2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28"/>
                                        </p:tgtEl>
                                        <p:attrNameLst>
                                          <p:attrName>style.visibility</p:attrName>
                                        </p:attrNameLst>
                                      </p:cBhvr>
                                      <p:to>
                                        <p:strVal val="hidden"/>
                                      </p:to>
                                    </p:set>
                                  </p:childTnLst>
                                </p:cTn>
                              </p:par>
                              <p:par>
                                <p:cTn id="33" presetID="21" presetClass="entr" presetSubtype="1"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wheel(1)">
                                      <p:cBhvr>
                                        <p:cTn id="35" dur="2000"/>
                                        <p:tgtEl>
                                          <p:spTgt spid="29"/>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1" nodeType="clickEffect">
                                  <p:stCondLst>
                                    <p:cond delay="0"/>
                                  </p:stCondLst>
                                  <p:childTnLst>
                                    <p:set>
                                      <p:cBhvr>
                                        <p:cTn id="39" dur="1" fill="hold">
                                          <p:stCondLst>
                                            <p:cond delay="0"/>
                                          </p:stCondLst>
                                        </p:cTn>
                                        <p:tgtEl>
                                          <p:spTgt spid="29"/>
                                        </p:tgtEl>
                                        <p:attrNameLst>
                                          <p:attrName>style.visibility</p:attrName>
                                        </p:attrNameLst>
                                      </p:cBhvr>
                                      <p:to>
                                        <p:strVal val="hidden"/>
                                      </p:to>
                                    </p:set>
                                  </p:childTnLst>
                                </p:cTn>
                              </p:par>
                              <p:par>
                                <p:cTn id="40" presetID="21" presetClass="entr" presetSubtype="1" fill="hold" grpId="0"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wheel(1)">
                                      <p:cBhvr>
                                        <p:cTn id="42" dur="20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30"/>
                                        </p:tgtEl>
                                        <p:attrNameLst>
                                          <p:attrName>style.visibility</p:attrName>
                                        </p:attrNameLst>
                                      </p:cBhvr>
                                      <p:to>
                                        <p:strVal val="hidden"/>
                                      </p:to>
                                    </p:set>
                                  </p:childTnLst>
                                </p:cTn>
                              </p:par>
                              <p:par>
                                <p:cTn id="47" presetID="21" presetClass="entr" presetSubtype="1"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wheel(1)">
                                      <p:cBhvr>
                                        <p:cTn id="49" dur="2000"/>
                                        <p:tgtEl>
                                          <p:spTgt spid="31"/>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grpId="1" nodeType="clickEffect">
                                  <p:stCondLst>
                                    <p:cond delay="0"/>
                                  </p:stCondLst>
                                  <p:childTnLst>
                                    <p:set>
                                      <p:cBhvr>
                                        <p:cTn id="53" dur="1" fill="hold">
                                          <p:stCondLst>
                                            <p:cond delay="0"/>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7C50BDE-5FED-4830-959C-8DD9AE82DF6C}"/>
              </a:ext>
            </a:extLst>
          </p:cNvPr>
          <p:cNvPicPr>
            <a:picLocks noChangeAspect="1"/>
          </p:cNvPicPr>
          <p:nvPr/>
        </p:nvPicPr>
        <p:blipFill>
          <a:blip r:embed="rId3"/>
          <a:stretch>
            <a:fillRect/>
          </a:stretch>
        </p:blipFill>
        <p:spPr>
          <a:xfrm>
            <a:off x="1427672" y="969351"/>
            <a:ext cx="9336657" cy="5441696"/>
          </a:xfrm>
          <a:prstGeom prst="rect">
            <a:avLst/>
          </a:prstGeom>
        </p:spPr>
      </p:pic>
      <p:sp>
        <p:nvSpPr>
          <p:cNvPr id="3" name="Title 2">
            <a:extLst>
              <a:ext uri="{FF2B5EF4-FFF2-40B4-BE49-F238E27FC236}">
                <a16:creationId xmlns:a16="http://schemas.microsoft.com/office/drawing/2014/main" id="{8BE65457-AAB8-414D-8726-2E0A1A0CEFD4}"/>
              </a:ext>
            </a:extLst>
          </p:cNvPr>
          <p:cNvSpPr>
            <a:spLocks noGrp="1"/>
          </p:cNvSpPr>
          <p:nvPr>
            <p:ph type="title" hasCustomPrompt="1"/>
          </p:nvPr>
        </p:nvSpPr>
        <p:spPr/>
        <p:txBody>
          <a:bodyPr/>
          <a:lstStyle/>
          <a:p>
            <a:r>
              <a:t>Library Manager </a:t>
            </a:r>
          </a:p>
        </p:txBody>
      </p:sp>
      <p:sp>
        <p:nvSpPr>
          <p:cNvPr id="5" name="Rectangle 4">
            <a:extLst>
              <a:ext uri="{FF2B5EF4-FFF2-40B4-BE49-F238E27FC236}">
                <a16:creationId xmlns:a16="http://schemas.microsoft.com/office/drawing/2014/main" id="{1EDFFA47-8BF0-43CC-81E1-CCFA571469AC}"/>
              </a:ext>
            </a:extLst>
          </p:cNvPr>
          <p:cNvSpPr/>
          <p:nvPr/>
        </p:nvSpPr>
        <p:spPr bwMode="auto">
          <a:xfrm>
            <a:off x="1559496" y="1796430"/>
            <a:ext cx="4536504" cy="2808311"/>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52811FA9-7BB5-463A-8D06-A3E5D1DAB53B}"/>
              </a:ext>
            </a:extLst>
          </p:cNvPr>
          <p:cNvSpPr/>
          <p:nvPr/>
        </p:nvSpPr>
        <p:spPr bwMode="auto">
          <a:xfrm>
            <a:off x="6096000" y="1796430"/>
            <a:ext cx="4464496" cy="2808311"/>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7" name="Rectangle 6">
            <a:extLst>
              <a:ext uri="{FF2B5EF4-FFF2-40B4-BE49-F238E27FC236}">
                <a16:creationId xmlns:a16="http://schemas.microsoft.com/office/drawing/2014/main" id="{9923EBD0-356B-4ABD-A556-2770270FF7C2}"/>
              </a:ext>
            </a:extLst>
          </p:cNvPr>
          <p:cNvSpPr/>
          <p:nvPr/>
        </p:nvSpPr>
        <p:spPr bwMode="auto">
          <a:xfrm>
            <a:off x="1595500" y="4677784"/>
            <a:ext cx="468052" cy="209423"/>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8" name="Rectangle 7">
            <a:extLst>
              <a:ext uri="{FF2B5EF4-FFF2-40B4-BE49-F238E27FC236}">
                <a16:creationId xmlns:a16="http://schemas.microsoft.com/office/drawing/2014/main" id="{C4E2AB70-C9AD-4842-969C-B6E20CB92C85}"/>
              </a:ext>
            </a:extLst>
          </p:cNvPr>
          <p:cNvSpPr/>
          <p:nvPr/>
        </p:nvSpPr>
        <p:spPr bwMode="auto">
          <a:xfrm>
            <a:off x="2135560" y="4677783"/>
            <a:ext cx="576064" cy="209423"/>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9" name="Rectangle 8">
            <a:extLst>
              <a:ext uri="{FF2B5EF4-FFF2-40B4-BE49-F238E27FC236}">
                <a16:creationId xmlns:a16="http://schemas.microsoft.com/office/drawing/2014/main" id="{37E60BE8-14E1-427F-ABAD-085F11885FB9}"/>
              </a:ext>
            </a:extLst>
          </p:cNvPr>
          <p:cNvSpPr/>
          <p:nvPr/>
        </p:nvSpPr>
        <p:spPr bwMode="auto">
          <a:xfrm>
            <a:off x="9624392" y="6021289"/>
            <a:ext cx="504056"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193563276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hidden"/>
                                      </p:to>
                                    </p:set>
                                  </p:childTnLst>
                                </p:cTn>
                              </p:par>
                              <p:par>
                                <p:cTn id="12" presetID="21" presetClass="entr" presetSubtype="1"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heel(1)">
                                      <p:cBhvr>
                                        <p:cTn id="14" dur="20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par>
                                <p:cTn id="19" presetID="21" presetClass="entr" presetSubtype="1"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heel(1)">
                                      <p:cBhvr>
                                        <p:cTn id="21" dur="2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7"/>
                                        </p:tgtEl>
                                        <p:attrNameLst>
                                          <p:attrName>style.visibility</p:attrName>
                                        </p:attrNameLst>
                                      </p:cBhvr>
                                      <p:to>
                                        <p:strVal val="hidden"/>
                                      </p:to>
                                    </p:set>
                                  </p:childTnLst>
                                </p:cTn>
                              </p:par>
                              <p:par>
                                <p:cTn id="26" presetID="21" presetClass="entr" presetSubtype="1"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heel(1)">
                                      <p:cBhvr>
                                        <p:cTn id="28" dur="20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8"/>
                                        </p:tgtEl>
                                        <p:attrNameLst>
                                          <p:attrName>style.visibility</p:attrName>
                                        </p:attrNameLst>
                                      </p:cBhvr>
                                      <p:to>
                                        <p:strVal val="hidden"/>
                                      </p:to>
                                    </p:set>
                                  </p:childTnLst>
                                </p:cTn>
                              </p:par>
                              <p:par>
                                <p:cTn id="33" presetID="21" presetClass="entr" presetSubtype="1"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heel(1)">
                                      <p:cBhvr>
                                        <p:cTn id="35"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P spid="8" grpId="1"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49EB6F3-B695-4110-BE43-71789DCB2761}"/>
              </a:ext>
            </a:extLst>
          </p:cNvPr>
          <p:cNvPicPr>
            <a:picLocks noChangeAspect="1"/>
          </p:cNvPicPr>
          <p:nvPr/>
        </p:nvPicPr>
        <p:blipFill>
          <a:blip r:embed="rId3"/>
          <a:stretch>
            <a:fillRect/>
          </a:stretch>
        </p:blipFill>
        <p:spPr>
          <a:xfrm>
            <a:off x="6312024" y="620688"/>
            <a:ext cx="3450357" cy="5537728"/>
          </a:xfrm>
          <a:prstGeom prst="rect">
            <a:avLst/>
          </a:prstGeom>
        </p:spPr>
      </p:pic>
      <p:sp>
        <p:nvSpPr>
          <p:cNvPr id="2" name="Content Placeholder 1">
            <a:extLst>
              <a:ext uri="{FF2B5EF4-FFF2-40B4-BE49-F238E27FC236}">
                <a16:creationId xmlns:a16="http://schemas.microsoft.com/office/drawing/2014/main" id="{8C6CE2CC-C1D8-4748-AC3D-8025B5102B2F}"/>
              </a:ext>
            </a:extLst>
          </p:cNvPr>
          <p:cNvSpPr>
            <a:spLocks noGrp="1"/>
          </p:cNvSpPr>
          <p:nvPr>
            <p:ph sz="quarter" idx="13" hasCustomPrompt="1"/>
          </p:nvPr>
        </p:nvSpPr>
        <p:spPr/>
        <p:txBody>
          <a:bodyPr/>
          <a:lstStyle/>
          <a:p>
            <a:pPr>
              <a:lnSpc>
                <a:spcPct val="150000"/>
              </a:lnSpc>
              <a:buFont typeface="Arial" panose="020B0604020202020204" pitchFamily="34" charset="0"/>
              <a:buChar char="‒"/>
            </a:pPr>
            <a:r>
              <a:rPr dirty="0"/>
              <a:t>Device Configurator</a:t>
            </a:r>
          </a:p>
          <a:p>
            <a:pPr>
              <a:lnSpc>
                <a:spcPct val="150000"/>
              </a:lnSpc>
              <a:buFont typeface="Arial" panose="020B0604020202020204" pitchFamily="34" charset="0"/>
              <a:buChar char="‒"/>
            </a:pPr>
            <a:r>
              <a:rPr dirty="0"/>
              <a:t>QSPI Configurator</a:t>
            </a:r>
          </a:p>
          <a:p>
            <a:pPr>
              <a:lnSpc>
                <a:spcPct val="150000"/>
              </a:lnSpc>
              <a:buFont typeface="Arial" panose="020B0604020202020204" pitchFamily="34" charset="0"/>
              <a:buChar char="‒"/>
            </a:pPr>
            <a:r>
              <a:rPr dirty="0"/>
              <a:t>Smart I/O Configurator </a:t>
            </a:r>
          </a:p>
          <a:p>
            <a:pPr>
              <a:lnSpc>
                <a:spcPct val="150000"/>
              </a:lnSpc>
              <a:buFont typeface="Arial" panose="020B0604020202020204" pitchFamily="34" charset="0"/>
              <a:buChar char="‒"/>
            </a:pPr>
            <a:r>
              <a:rPr dirty="0"/>
              <a:t>Edge Protect Configurator</a:t>
            </a:r>
          </a:p>
          <a:p>
            <a:pPr>
              <a:buNone/>
            </a:pPr>
            <a:endParaRPr lang="en-US" b="1" dirty="0"/>
          </a:p>
          <a:p>
            <a:pPr>
              <a:buNone/>
            </a:pPr>
            <a:endParaRPr lang="en-US" b="1" dirty="0"/>
          </a:p>
          <a:p>
            <a:pPr>
              <a:buNone/>
            </a:pPr>
            <a:endParaRPr lang="en-US" b="1" dirty="0"/>
          </a:p>
          <a:p>
            <a:pPr>
              <a:buNone/>
            </a:pPr>
            <a:endParaRPr lang="en-US" b="1" dirty="0"/>
          </a:p>
          <a:p>
            <a:pPr>
              <a:lnSpc>
                <a:spcPct val="100000"/>
              </a:lnSpc>
              <a:spcAft>
                <a:spcPts val="600"/>
              </a:spcAft>
            </a:pPr>
            <a:r>
              <a:rPr dirty="0"/>
              <a:t>Configurators</a:t>
            </a:r>
          </a:p>
          <a:p>
            <a:pPr lvl="1">
              <a:lnSpc>
                <a:spcPct val="100000"/>
              </a:lnSpc>
              <a:spcAft>
                <a:spcPts val="1200"/>
              </a:spcAft>
              <a:buFont typeface="Arial" panose="020B0604020202020204" pitchFamily="34" charset="0"/>
              <a:buChar char="‒"/>
            </a:pPr>
            <a:r>
              <a:rPr dirty="0"/>
              <a:t>Creates structures needed for peripherals</a:t>
            </a:r>
            <a:br>
              <a:rPr dirty="0"/>
            </a:br>
            <a:r>
              <a:rPr dirty="0"/>
              <a:t>used by PDL</a:t>
            </a:r>
          </a:p>
          <a:p>
            <a:pPr>
              <a:buFont typeface="Wingdings" panose="05000000000000000000" pitchFamily="2" charset="2"/>
              <a:buChar char="q"/>
            </a:pPr>
            <a:endParaRPr lang="en-US" dirty="0"/>
          </a:p>
        </p:txBody>
      </p:sp>
      <p:sp>
        <p:nvSpPr>
          <p:cNvPr id="3" name="Title 2">
            <a:extLst>
              <a:ext uri="{FF2B5EF4-FFF2-40B4-BE49-F238E27FC236}">
                <a16:creationId xmlns:a16="http://schemas.microsoft.com/office/drawing/2014/main" id="{CC46CB3A-7583-4CA8-A178-614E82CCCE1A}"/>
              </a:ext>
            </a:extLst>
          </p:cNvPr>
          <p:cNvSpPr>
            <a:spLocks noGrp="1"/>
          </p:cNvSpPr>
          <p:nvPr>
            <p:ph type="title" hasCustomPrompt="1"/>
          </p:nvPr>
        </p:nvSpPr>
        <p:spPr/>
        <p:txBody>
          <a:bodyPr/>
          <a:lstStyle/>
          <a:p>
            <a:r>
              <a:t>BSP Configurators </a:t>
            </a:r>
          </a:p>
        </p:txBody>
      </p:sp>
      <p:sp>
        <p:nvSpPr>
          <p:cNvPr id="5" name="Rectangle 4">
            <a:extLst>
              <a:ext uri="{FF2B5EF4-FFF2-40B4-BE49-F238E27FC236}">
                <a16:creationId xmlns:a16="http://schemas.microsoft.com/office/drawing/2014/main" id="{86D00297-34C0-41F8-844D-D4CB615CEC3A}"/>
              </a:ext>
            </a:extLst>
          </p:cNvPr>
          <p:cNvSpPr/>
          <p:nvPr/>
        </p:nvSpPr>
        <p:spPr bwMode="auto">
          <a:xfrm>
            <a:off x="6384032" y="4797152"/>
            <a:ext cx="3218719" cy="93610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54263172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5F5881-FCE4-493F-A28A-43CB98689FD1}"/>
              </a:ext>
            </a:extLst>
          </p:cNvPr>
          <p:cNvPicPr>
            <a:picLocks noChangeAspect="1"/>
          </p:cNvPicPr>
          <p:nvPr/>
        </p:nvPicPr>
        <p:blipFill>
          <a:blip r:embed="rId3"/>
          <a:stretch>
            <a:fillRect/>
          </a:stretch>
        </p:blipFill>
        <p:spPr>
          <a:xfrm>
            <a:off x="566307" y="980728"/>
            <a:ext cx="10740865" cy="5328400"/>
          </a:xfrm>
          <a:prstGeom prst="rect">
            <a:avLst/>
          </a:prstGeom>
        </p:spPr>
      </p:pic>
      <p:sp>
        <p:nvSpPr>
          <p:cNvPr id="3" name="Title 2">
            <a:extLst>
              <a:ext uri="{FF2B5EF4-FFF2-40B4-BE49-F238E27FC236}">
                <a16:creationId xmlns:a16="http://schemas.microsoft.com/office/drawing/2014/main" id="{9EF0E670-8FE4-4924-AD04-D3FA15D232F4}"/>
              </a:ext>
            </a:extLst>
          </p:cNvPr>
          <p:cNvSpPr>
            <a:spLocks noGrp="1"/>
          </p:cNvSpPr>
          <p:nvPr>
            <p:ph type="title" hasCustomPrompt="1"/>
          </p:nvPr>
        </p:nvSpPr>
        <p:spPr/>
        <p:txBody>
          <a:bodyPr/>
          <a:lstStyle/>
          <a:p>
            <a:r>
              <a:t>Device Configurator  </a:t>
            </a:r>
          </a:p>
        </p:txBody>
      </p:sp>
      <p:sp>
        <p:nvSpPr>
          <p:cNvPr id="5" name="Rectangle 4">
            <a:extLst>
              <a:ext uri="{FF2B5EF4-FFF2-40B4-BE49-F238E27FC236}">
                <a16:creationId xmlns:a16="http://schemas.microsoft.com/office/drawing/2014/main" id="{47317ED5-6D8E-4EB7-A3AB-E19FFD1439C7}"/>
              </a:ext>
            </a:extLst>
          </p:cNvPr>
          <p:cNvSpPr/>
          <p:nvPr/>
        </p:nvSpPr>
        <p:spPr bwMode="auto">
          <a:xfrm>
            <a:off x="538247" y="1490349"/>
            <a:ext cx="589202"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F778BA07-B9DF-4088-8E8F-9B69D3646DF9}"/>
              </a:ext>
            </a:extLst>
          </p:cNvPr>
          <p:cNvSpPr/>
          <p:nvPr/>
        </p:nvSpPr>
        <p:spPr bwMode="auto">
          <a:xfrm>
            <a:off x="566307" y="1850389"/>
            <a:ext cx="5673709" cy="4345081"/>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8" name="Rectangle 7">
            <a:extLst>
              <a:ext uri="{FF2B5EF4-FFF2-40B4-BE49-F238E27FC236}">
                <a16:creationId xmlns:a16="http://schemas.microsoft.com/office/drawing/2014/main" id="{2D41C0A9-1C08-420C-B0E3-45F0304AA93C}"/>
              </a:ext>
            </a:extLst>
          </p:cNvPr>
          <p:cNvSpPr/>
          <p:nvPr/>
        </p:nvSpPr>
        <p:spPr bwMode="auto">
          <a:xfrm>
            <a:off x="6268076" y="1348761"/>
            <a:ext cx="5039096" cy="409646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9" name="Rectangle 8">
            <a:extLst>
              <a:ext uri="{FF2B5EF4-FFF2-40B4-BE49-F238E27FC236}">
                <a16:creationId xmlns:a16="http://schemas.microsoft.com/office/drawing/2014/main" id="{8EB1DCD8-FFFF-4DF9-9C55-0DBDEA7615EE}"/>
              </a:ext>
            </a:extLst>
          </p:cNvPr>
          <p:cNvSpPr/>
          <p:nvPr/>
        </p:nvSpPr>
        <p:spPr bwMode="auto">
          <a:xfrm>
            <a:off x="767408" y="3394382"/>
            <a:ext cx="3438832" cy="141298"/>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37525252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21" presetClass="entr" presetSubtype="1"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heel(1)">
                                      <p:cBhvr>
                                        <p:cTn id="19" dur="2000"/>
                                        <p:tgtEl>
                                          <p:spTgt spid="9"/>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heel(1)">
                                      <p:cBhvr>
                                        <p:cTn id="2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A215886-3994-4121-B679-E890195695D6}"/>
              </a:ext>
            </a:extLst>
          </p:cNvPr>
          <p:cNvPicPr>
            <a:picLocks noChangeAspect="1"/>
          </p:cNvPicPr>
          <p:nvPr/>
        </p:nvPicPr>
        <p:blipFill>
          <a:blip r:embed="rId3"/>
          <a:stretch>
            <a:fillRect/>
          </a:stretch>
        </p:blipFill>
        <p:spPr>
          <a:xfrm>
            <a:off x="1055441" y="973534"/>
            <a:ext cx="9145016" cy="5438696"/>
          </a:xfrm>
          <a:prstGeom prst="rect">
            <a:avLst/>
          </a:prstGeom>
        </p:spPr>
      </p:pic>
      <p:sp>
        <p:nvSpPr>
          <p:cNvPr id="3" name="Title 2">
            <a:extLst>
              <a:ext uri="{FF2B5EF4-FFF2-40B4-BE49-F238E27FC236}">
                <a16:creationId xmlns:a16="http://schemas.microsoft.com/office/drawing/2014/main" id="{D1F7BBDC-EE22-4706-9282-208ED37E9ECC}"/>
              </a:ext>
            </a:extLst>
          </p:cNvPr>
          <p:cNvSpPr>
            <a:spLocks noGrp="1"/>
          </p:cNvSpPr>
          <p:nvPr>
            <p:ph type="title" hasCustomPrompt="1"/>
          </p:nvPr>
        </p:nvSpPr>
        <p:spPr/>
        <p:txBody>
          <a:bodyPr/>
          <a:lstStyle/>
          <a:p>
            <a:r>
              <a:t>Device Configurator contd…</a:t>
            </a:r>
          </a:p>
        </p:txBody>
      </p:sp>
      <p:sp>
        <p:nvSpPr>
          <p:cNvPr id="5" name="Rectangle 4">
            <a:extLst>
              <a:ext uri="{FF2B5EF4-FFF2-40B4-BE49-F238E27FC236}">
                <a16:creationId xmlns:a16="http://schemas.microsoft.com/office/drawing/2014/main" id="{09389240-EA8B-4E4C-B51E-54A57706707C}"/>
              </a:ext>
            </a:extLst>
          </p:cNvPr>
          <p:cNvSpPr/>
          <p:nvPr/>
        </p:nvSpPr>
        <p:spPr bwMode="auto">
          <a:xfrm>
            <a:off x="2063552" y="1353476"/>
            <a:ext cx="288032"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A96BFCF9-9522-4504-83B0-C4C1B391210B}"/>
              </a:ext>
            </a:extLst>
          </p:cNvPr>
          <p:cNvSpPr/>
          <p:nvPr/>
        </p:nvSpPr>
        <p:spPr bwMode="auto">
          <a:xfrm>
            <a:off x="1025764" y="1884809"/>
            <a:ext cx="3414052" cy="4136479"/>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7" name="Rectangle 6">
            <a:extLst>
              <a:ext uri="{FF2B5EF4-FFF2-40B4-BE49-F238E27FC236}">
                <a16:creationId xmlns:a16="http://schemas.microsoft.com/office/drawing/2014/main" id="{BD8722CF-5F5F-4DCF-BBDE-9F60CE157DE5}"/>
              </a:ext>
            </a:extLst>
          </p:cNvPr>
          <p:cNvSpPr/>
          <p:nvPr/>
        </p:nvSpPr>
        <p:spPr bwMode="auto">
          <a:xfrm>
            <a:off x="5159896" y="1700808"/>
            <a:ext cx="4248472" cy="4608512"/>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186972058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21" presetClass="entr" presetSubtype="1"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heel(1)">
                                      <p:cBhvr>
                                        <p:cTn id="19"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5E2245F-C837-49D1-93CC-9E3F4DAFC4A9}"/>
              </a:ext>
            </a:extLst>
          </p:cNvPr>
          <p:cNvPicPr>
            <a:picLocks noChangeAspect="1"/>
          </p:cNvPicPr>
          <p:nvPr/>
        </p:nvPicPr>
        <p:blipFill>
          <a:blip r:embed="rId3"/>
          <a:stretch>
            <a:fillRect/>
          </a:stretch>
        </p:blipFill>
        <p:spPr>
          <a:xfrm>
            <a:off x="817213" y="1124744"/>
            <a:ext cx="10549524" cy="5205315"/>
          </a:xfrm>
          <a:prstGeom prst="rect">
            <a:avLst/>
          </a:prstGeom>
        </p:spPr>
      </p:pic>
      <p:sp>
        <p:nvSpPr>
          <p:cNvPr id="3" name="Title 2">
            <a:extLst>
              <a:ext uri="{FF2B5EF4-FFF2-40B4-BE49-F238E27FC236}">
                <a16:creationId xmlns:a16="http://schemas.microsoft.com/office/drawing/2014/main" id="{3DE01571-19FB-40F8-9514-7160FAB478F9}"/>
              </a:ext>
            </a:extLst>
          </p:cNvPr>
          <p:cNvSpPr>
            <a:spLocks noGrp="1"/>
          </p:cNvSpPr>
          <p:nvPr>
            <p:ph type="title" hasCustomPrompt="1"/>
          </p:nvPr>
        </p:nvSpPr>
        <p:spPr/>
        <p:txBody>
          <a:bodyPr/>
          <a:lstStyle/>
          <a:p>
            <a:r>
              <a:t>Device Configurator contd…</a:t>
            </a:r>
          </a:p>
        </p:txBody>
      </p:sp>
      <p:sp>
        <p:nvSpPr>
          <p:cNvPr id="8" name="Rectangle 7">
            <a:extLst>
              <a:ext uri="{FF2B5EF4-FFF2-40B4-BE49-F238E27FC236}">
                <a16:creationId xmlns:a16="http://schemas.microsoft.com/office/drawing/2014/main" id="{1A7EEFC2-5F20-4F52-97E6-2E8D101CFD56}"/>
              </a:ext>
            </a:extLst>
          </p:cNvPr>
          <p:cNvSpPr/>
          <p:nvPr/>
        </p:nvSpPr>
        <p:spPr bwMode="auto">
          <a:xfrm>
            <a:off x="1343472" y="1485900"/>
            <a:ext cx="386268" cy="152400"/>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9" name="Rectangle 8">
            <a:extLst>
              <a:ext uri="{FF2B5EF4-FFF2-40B4-BE49-F238E27FC236}">
                <a16:creationId xmlns:a16="http://schemas.microsoft.com/office/drawing/2014/main" id="{665D4D10-04DB-4B32-9152-840E225A18DE}"/>
              </a:ext>
            </a:extLst>
          </p:cNvPr>
          <p:cNvSpPr/>
          <p:nvPr/>
        </p:nvSpPr>
        <p:spPr bwMode="auto">
          <a:xfrm>
            <a:off x="5015881" y="1818340"/>
            <a:ext cx="6264696" cy="4511720"/>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119374795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heel(1)">
                                      <p:cBhvr>
                                        <p:cTn id="10" dur="20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BA65E85-612E-4635-A3E3-32318AF8CF93}"/>
              </a:ext>
            </a:extLst>
          </p:cNvPr>
          <p:cNvPicPr>
            <a:picLocks noChangeAspect="1"/>
          </p:cNvPicPr>
          <p:nvPr/>
        </p:nvPicPr>
        <p:blipFill>
          <a:blip r:embed="rId3"/>
          <a:stretch>
            <a:fillRect/>
          </a:stretch>
        </p:blipFill>
        <p:spPr>
          <a:xfrm>
            <a:off x="383704" y="1293129"/>
            <a:ext cx="11424592" cy="4579344"/>
          </a:xfrm>
          <a:prstGeom prst="rect">
            <a:avLst/>
          </a:prstGeom>
        </p:spPr>
      </p:pic>
      <p:sp>
        <p:nvSpPr>
          <p:cNvPr id="3" name="Title 2">
            <a:extLst>
              <a:ext uri="{FF2B5EF4-FFF2-40B4-BE49-F238E27FC236}">
                <a16:creationId xmlns:a16="http://schemas.microsoft.com/office/drawing/2014/main" id="{88050CCC-5B51-4A42-A257-FD416DC09464}"/>
              </a:ext>
            </a:extLst>
          </p:cNvPr>
          <p:cNvSpPr>
            <a:spLocks noGrp="1"/>
          </p:cNvSpPr>
          <p:nvPr>
            <p:ph type="title" hasCustomPrompt="1"/>
          </p:nvPr>
        </p:nvSpPr>
        <p:spPr/>
        <p:txBody>
          <a:bodyPr/>
          <a:lstStyle/>
          <a:p>
            <a:r>
              <a:t>Device Configurator contd…</a:t>
            </a:r>
          </a:p>
        </p:txBody>
      </p:sp>
      <p:sp>
        <p:nvSpPr>
          <p:cNvPr id="5" name="Rectangle 4">
            <a:extLst>
              <a:ext uri="{FF2B5EF4-FFF2-40B4-BE49-F238E27FC236}">
                <a16:creationId xmlns:a16="http://schemas.microsoft.com/office/drawing/2014/main" id="{62455B5E-58B4-4A8A-9B4E-4418ECB65CA7}"/>
              </a:ext>
            </a:extLst>
          </p:cNvPr>
          <p:cNvSpPr/>
          <p:nvPr/>
        </p:nvSpPr>
        <p:spPr bwMode="auto">
          <a:xfrm>
            <a:off x="2324100" y="1724628"/>
            <a:ext cx="495300" cy="210852"/>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460C1CE7-1F8C-43E9-B3AF-976CFF662F61}"/>
              </a:ext>
            </a:extLst>
          </p:cNvPr>
          <p:cNvSpPr/>
          <p:nvPr/>
        </p:nvSpPr>
        <p:spPr bwMode="auto">
          <a:xfrm>
            <a:off x="383704" y="2132856"/>
            <a:ext cx="11362365" cy="3739617"/>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136912985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90F503-E179-487B-A01F-4A3361C998EB}"/>
              </a:ext>
            </a:extLst>
          </p:cNvPr>
          <p:cNvPicPr>
            <a:picLocks noChangeAspect="1"/>
          </p:cNvPicPr>
          <p:nvPr/>
        </p:nvPicPr>
        <p:blipFill>
          <a:blip r:embed="rId3"/>
          <a:stretch>
            <a:fillRect/>
          </a:stretch>
        </p:blipFill>
        <p:spPr>
          <a:xfrm>
            <a:off x="1595500" y="1020830"/>
            <a:ext cx="8748972" cy="5502772"/>
          </a:xfrm>
          <a:prstGeom prst="rect">
            <a:avLst/>
          </a:prstGeom>
        </p:spPr>
      </p:pic>
      <p:sp>
        <p:nvSpPr>
          <p:cNvPr id="3" name="Title 2">
            <a:extLst>
              <a:ext uri="{FF2B5EF4-FFF2-40B4-BE49-F238E27FC236}">
                <a16:creationId xmlns:a16="http://schemas.microsoft.com/office/drawing/2014/main" id="{88050CCC-5B51-4A42-A257-FD416DC09464}"/>
              </a:ext>
            </a:extLst>
          </p:cNvPr>
          <p:cNvSpPr>
            <a:spLocks noGrp="1"/>
          </p:cNvSpPr>
          <p:nvPr>
            <p:ph type="title" hasCustomPrompt="1"/>
          </p:nvPr>
        </p:nvSpPr>
        <p:spPr/>
        <p:txBody>
          <a:bodyPr/>
          <a:lstStyle/>
          <a:p>
            <a:r>
              <a:t>Device Configurator contd…</a:t>
            </a:r>
          </a:p>
        </p:txBody>
      </p:sp>
      <p:sp>
        <p:nvSpPr>
          <p:cNvPr id="5" name="Rectangle 4">
            <a:extLst>
              <a:ext uri="{FF2B5EF4-FFF2-40B4-BE49-F238E27FC236}">
                <a16:creationId xmlns:a16="http://schemas.microsoft.com/office/drawing/2014/main" id="{62455B5E-58B4-4A8A-9B4E-4418ECB65CA7}"/>
              </a:ext>
            </a:extLst>
          </p:cNvPr>
          <p:cNvSpPr/>
          <p:nvPr/>
        </p:nvSpPr>
        <p:spPr bwMode="auto">
          <a:xfrm>
            <a:off x="2639616" y="1318260"/>
            <a:ext cx="271224" cy="152400"/>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460C1CE7-1F8C-43E9-B3AF-976CFF662F61}"/>
              </a:ext>
            </a:extLst>
          </p:cNvPr>
          <p:cNvSpPr/>
          <p:nvPr/>
        </p:nvSpPr>
        <p:spPr bwMode="auto">
          <a:xfrm>
            <a:off x="1595500" y="1628800"/>
            <a:ext cx="8676964" cy="4894802"/>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14705998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ED1054D-F6D2-42C2-928A-E79D50AFA80C}"/>
              </a:ext>
            </a:extLst>
          </p:cNvPr>
          <p:cNvPicPr>
            <a:picLocks noChangeAspect="1"/>
          </p:cNvPicPr>
          <p:nvPr/>
        </p:nvPicPr>
        <p:blipFill>
          <a:blip r:embed="rId3"/>
          <a:stretch>
            <a:fillRect/>
          </a:stretch>
        </p:blipFill>
        <p:spPr>
          <a:xfrm>
            <a:off x="475327" y="1085571"/>
            <a:ext cx="11241347" cy="4680520"/>
          </a:xfrm>
          <a:prstGeom prst="rect">
            <a:avLst/>
          </a:prstGeom>
        </p:spPr>
      </p:pic>
      <p:sp>
        <p:nvSpPr>
          <p:cNvPr id="3" name="Title 2">
            <a:extLst>
              <a:ext uri="{FF2B5EF4-FFF2-40B4-BE49-F238E27FC236}">
                <a16:creationId xmlns:a16="http://schemas.microsoft.com/office/drawing/2014/main" id="{88050CCC-5B51-4A42-A257-FD416DC09464}"/>
              </a:ext>
            </a:extLst>
          </p:cNvPr>
          <p:cNvSpPr>
            <a:spLocks noGrp="1"/>
          </p:cNvSpPr>
          <p:nvPr>
            <p:ph type="title" hasCustomPrompt="1"/>
          </p:nvPr>
        </p:nvSpPr>
        <p:spPr/>
        <p:txBody>
          <a:bodyPr/>
          <a:lstStyle/>
          <a:p>
            <a:r>
              <a:t>Device Configurator contd…</a:t>
            </a:r>
          </a:p>
        </p:txBody>
      </p:sp>
      <p:sp>
        <p:nvSpPr>
          <p:cNvPr id="5" name="Rectangle 4">
            <a:extLst>
              <a:ext uri="{FF2B5EF4-FFF2-40B4-BE49-F238E27FC236}">
                <a16:creationId xmlns:a16="http://schemas.microsoft.com/office/drawing/2014/main" id="{62455B5E-58B4-4A8A-9B4E-4418ECB65CA7}"/>
              </a:ext>
            </a:extLst>
          </p:cNvPr>
          <p:cNvSpPr/>
          <p:nvPr/>
        </p:nvSpPr>
        <p:spPr bwMode="auto">
          <a:xfrm>
            <a:off x="2270760" y="1381784"/>
            <a:ext cx="373380" cy="180316"/>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460C1CE7-1F8C-43E9-B3AF-976CFF662F61}"/>
              </a:ext>
            </a:extLst>
          </p:cNvPr>
          <p:cNvSpPr/>
          <p:nvPr/>
        </p:nvSpPr>
        <p:spPr bwMode="auto">
          <a:xfrm>
            <a:off x="475326" y="1700808"/>
            <a:ext cx="11241346" cy="4065283"/>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7" name="Rectangle 6">
            <a:extLst>
              <a:ext uri="{FF2B5EF4-FFF2-40B4-BE49-F238E27FC236}">
                <a16:creationId xmlns:a16="http://schemas.microsoft.com/office/drawing/2014/main" id="{771CB141-8858-4451-9416-43AD5506C80C}"/>
              </a:ext>
            </a:extLst>
          </p:cNvPr>
          <p:cNvSpPr/>
          <p:nvPr/>
        </p:nvSpPr>
        <p:spPr bwMode="auto">
          <a:xfrm>
            <a:off x="4119829" y="1516380"/>
            <a:ext cx="604571" cy="189440"/>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60940009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heel(1)">
                                      <p:cBhvr>
                                        <p:cTn id="21" dur="2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548E42-5AB6-42F3-B5DF-D276E96174ED}"/>
              </a:ext>
            </a:extLst>
          </p:cNvPr>
          <p:cNvPicPr>
            <a:picLocks noChangeAspect="1"/>
          </p:cNvPicPr>
          <p:nvPr/>
        </p:nvPicPr>
        <p:blipFill>
          <a:blip r:embed="rId3"/>
          <a:stretch>
            <a:fillRect/>
          </a:stretch>
        </p:blipFill>
        <p:spPr>
          <a:xfrm>
            <a:off x="475327" y="928674"/>
            <a:ext cx="11381314" cy="5384164"/>
          </a:xfrm>
          <a:prstGeom prst="rect">
            <a:avLst/>
          </a:prstGeom>
        </p:spPr>
      </p:pic>
      <p:sp>
        <p:nvSpPr>
          <p:cNvPr id="3" name="Title 2">
            <a:extLst>
              <a:ext uri="{FF2B5EF4-FFF2-40B4-BE49-F238E27FC236}">
                <a16:creationId xmlns:a16="http://schemas.microsoft.com/office/drawing/2014/main" id="{88050CCC-5B51-4A42-A257-FD416DC09464}"/>
              </a:ext>
            </a:extLst>
          </p:cNvPr>
          <p:cNvSpPr>
            <a:spLocks noGrp="1"/>
          </p:cNvSpPr>
          <p:nvPr>
            <p:ph type="title" hasCustomPrompt="1"/>
          </p:nvPr>
        </p:nvSpPr>
        <p:spPr/>
        <p:txBody>
          <a:bodyPr/>
          <a:lstStyle/>
          <a:p>
            <a:r>
              <a:t>Device Configurator contd…</a:t>
            </a:r>
          </a:p>
        </p:txBody>
      </p:sp>
      <p:sp>
        <p:nvSpPr>
          <p:cNvPr id="5" name="Rectangle 4">
            <a:extLst>
              <a:ext uri="{FF2B5EF4-FFF2-40B4-BE49-F238E27FC236}">
                <a16:creationId xmlns:a16="http://schemas.microsoft.com/office/drawing/2014/main" id="{62455B5E-58B4-4A8A-9B4E-4418ECB65CA7}"/>
              </a:ext>
            </a:extLst>
          </p:cNvPr>
          <p:cNvSpPr/>
          <p:nvPr/>
        </p:nvSpPr>
        <p:spPr bwMode="auto">
          <a:xfrm>
            <a:off x="2392680" y="1283956"/>
            <a:ext cx="462960" cy="18670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460C1CE7-1F8C-43E9-B3AF-976CFF662F61}"/>
              </a:ext>
            </a:extLst>
          </p:cNvPr>
          <p:cNvSpPr/>
          <p:nvPr/>
        </p:nvSpPr>
        <p:spPr bwMode="auto">
          <a:xfrm>
            <a:off x="475325" y="1665101"/>
            <a:ext cx="11381315" cy="4647737"/>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7" name="Rectangle 6">
            <a:extLst>
              <a:ext uri="{FF2B5EF4-FFF2-40B4-BE49-F238E27FC236}">
                <a16:creationId xmlns:a16="http://schemas.microsoft.com/office/drawing/2014/main" id="{771CB141-8858-4451-9416-43AD5506C80C}"/>
              </a:ext>
            </a:extLst>
          </p:cNvPr>
          <p:cNvSpPr/>
          <p:nvPr/>
        </p:nvSpPr>
        <p:spPr bwMode="auto">
          <a:xfrm>
            <a:off x="5129136" y="1449077"/>
            <a:ext cx="905904" cy="151123"/>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8" name="Rectangle 7">
            <a:extLst>
              <a:ext uri="{FF2B5EF4-FFF2-40B4-BE49-F238E27FC236}">
                <a16:creationId xmlns:a16="http://schemas.microsoft.com/office/drawing/2014/main" id="{0C7867B0-1821-461F-A1DC-24818C1B582B}"/>
              </a:ext>
            </a:extLst>
          </p:cNvPr>
          <p:cNvSpPr/>
          <p:nvPr/>
        </p:nvSpPr>
        <p:spPr bwMode="auto">
          <a:xfrm>
            <a:off x="7392144" y="1772816"/>
            <a:ext cx="1080120"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22462277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heel(1)">
                                      <p:cBhvr>
                                        <p:cTn id="21" dur="2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7"/>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heel(1)">
                                      <p:cBhvr>
                                        <p:cTn id="30" dur="20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P spid="8"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D6B381-71A5-4AF1-87FB-52A31DC5BDF4}"/>
              </a:ext>
            </a:extLst>
          </p:cNvPr>
          <p:cNvPicPr>
            <a:picLocks noChangeAspect="1"/>
          </p:cNvPicPr>
          <p:nvPr/>
        </p:nvPicPr>
        <p:blipFill>
          <a:blip r:embed="rId3"/>
          <a:stretch>
            <a:fillRect/>
          </a:stretch>
        </p:blipFill>
        <p:spPr>
          <a:xfrm>
            <a:off x="551384" y="1052736"/>
            <a:ext cx="11115620" cy="5472608"/>
          </a:xfrm>
          <a:prstGeom prst="rect">
            <a:avLst/>
          </a:prstGeom>
        </p:spPr>
      </p:pic>
      <p:sp>
        <p:nvSpPr>
          <p:cNvPr id="3" name="Title 2">
            <a:extLst>
              <a:ext uri="{FF2B5EF4-FFF2-40B4-BE49-F238E27FC236}">
                <a16:creationId xmlns:a16="http://schemas.microsoft.com/office/drawing/2014/main" id="{88050CCC-5B51-4A42-A257-FD416DC09464}"/>
              </a:ext>
            </a:extLst>
          </p:cNvPr>
          <p:cNvSpPr>
            <a:spLocks noGrp="1"/>
          </p:cNvSpPr>
          <p:nvPr>
            <p:ph type="title" hasCustomPrompt="1"/>
          </p:nvPr>
        </p:nvSpPr>
        <p:spPr/>
        <p:txBody>
          <a:bodyPr/>
          <a:lstStyle/>
          <a:p>
            <a:r>
              <a:t>Device Configurator contd…</a:t>
            </a:r>
          </a:p>
        </p:txBody>
      </p:sp>
      <p:sp>
        <p:nvSpPr>
          <p:cNvPr id="5" name="Rectangle 4">
            <a:extLst>
              <a:ext uri="{FF2B5EF4-FFF2-40B4-BE49-F238E27FC236}">
                <a16:creationId xmlns:a16="http://schemas.microsoft.com/office/drawing/2014/main" id="{62455B5E-58B4-4A8A-9B4E-4418ECB65CA7}"/>
              </a:ext>
            </a:extLst>
          </p:cNvPr>
          <p:cNvSpPr/>
          <p:nvPr/>
        </p:nvSpPr>
        <p:spPr bwMode="auto">
          <a:xfrm>
            <a:off x="2560320" y="1391968"/>
            <a:ext cx="439336" cy="192992"/>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460C1CE7-1F8C-43E9-B3AF-976CFF662F61}"/>
              </a:ext>
            </a:extLst>
          </p:cNvPr>
          <p:cNvSpPr/>
          <p:nvPr/>
        </p:nvSpPr>
        <p:spPr bwMode="auto">
          <a:xfrm>
            <a:off x="524997" y="1731200"/>
            <a:ext cx="11115620" cy="479414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7" name="Rectangle 6">
            <a:extLst>
              <a:ext uri="{FF2B5EF4-FFF2-40B4-BE49-F238E27FC236}">
                <a16:creationId xmlns:a16="http://schemas.microsoft.com/office/drawing/2014/main" id="{771CB141-8858-4451-9416-43AD5506C80C}"/>
              </a:ext>
            </a:extLst>
          </p:cNvPr>
          <p:cNvSpPr/>
          <p:nvPr/>
        </p:nvSpPr>
        <p:spPr bwMode="auto">
          <a:xfrm>
            <a:off x="6361222" y="1561584"/>
            <a:ext cx="923498" cy="183396"/>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8" name="Rectangle 7">
            <a:extLst>
              <a:ext uri="{FF2B5EF4-FFF2-40B4-BE49-F238E27FC236}">
                <a16:creationId xmlns:a16="http://schemas.microsoft.com/office/drawing/2014/main" id="{9385F64E-F9D2-4C27-8993-7769F8484EC7}"/>
              </a:ext>
            </a:extLst>
          </p:cNvPr>
          <p:cNvSpPr/>
          <p:nvPr/>
        </p:nvSpPr>
        <p:spPr bwMode="auto">
          <a:xfrm>
            <a:off x="7752184" y="1915886"/>
            <a:ext cx="958914" cy="201902"/>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93957461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heel(1)">
                                      <p:cBhvr>
                                        <p:cTn id="21" dur="2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7"/>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heel(1)">
                                      <p:cBhvr>
                                        <p:cTn id="30" dur="20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P spid="8"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A54A84-0EDA-432C-B2AC-9ED185CBB87E}"/>
              </a:ext>
            </a:extLst>
          </p:cNvPr>
          <p:cNvPicPr>
            <a:picLocks noChangeAspect="1"/>
          </p:cNvPicPr>
          <p:nvPr/>
        </p:nvPicPr>
        <p:blipFill>
          <a:blip r:embed="rId3"/>
          <a:stretch>
            <a:fillRect/>
          </a:stretch>
        </p:blipFill>
        <p:spPr>
          <a:xfrm>
            <a:off x="361006" y="980728"/>
            <a:ext cx="11469988" cy="4954173"/>
          </a:xfrm>
          <a:prstGeom prst="rect">
            <a:avLst/>
          </a:prstGeom>
        </p:spPr>
      </p:pic>
      <p:sp>
        <p:nvSpPr>
          <p:cNvPr id="3" name="Title 2">
            <a:extLst>
              <a:ext uri="{FF2B5EF4-FFF2-40B4-BE49-F238E27FC236}">
                <a16:creationId xmlns:a16="http://schemas.microsoft.com/office/drawing/2014/main" id="{88050CCC-5B51-4A42-A257-FD416DC09464}"/>
              </a:ext>
            </a:extLst>
          </p:cNvPr>
          <p:cNvSpPr>
            <a:spLocks noGrp="1"/>
          </p:cNvSpPr>
          <p:nvPr>
            <p:ph type="title" hasCustomPrompt="1"/>
          </p:nvPr>
        </p:nvSpPr>
        <p:spPr/>
        <p:txBody>
          <a:bodyPr/>
          <a:lstStyle/>
          <a:p>
            <a:r>
              <a:t>Device Configurator contd…</a:t>
            </a:r>
          </a:p>
        </p:txBody>
      </p:sp>
      <p:sp>
        <p:nvSpPr>
          <p:cNvPr id="5" name="Rectangle 4">
            <a:extLst>
              <a:ext uri="{FF2B5EF4-FFF2-40B4-BE49-F238E27FC236}">
                <a16:creationId xmlns:a16="http://schemas.microsoft.com/office/drawing/2014/main" id="{62455B5E-58B4-4A8A-9B4E-4418ECB65CA7}"/>
              </a:ext>
            </a:extLst>
          </p:cNvPr>
          <p:cNvSpPr/>
          <p:nvPr/>
        </p:nvSpPr>
        <p:spPr bwMode="auto">
          <a:xfrm>
            <a:off x="2207568" y="1301492"/>
            <a:ext cx="459432" cy="184408"/>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460C1CE7-1F8C-43E9-B3AF-976CFF662F61}"/>
              </a:ext>
            </a:extLst>
          </p:cNvPr>
          <p:cNvSpPr/>
          <p:nvPr/>
        </p:nvSpPr>
        <p:spPr bwMode="auto">
          <a:xfrm>
            <a:off x="361006" y="1653539"/>
            <a:ext cx="11469988" cy="4735001"/>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7" name="Rectangle 6">
            <a:extLst>
              <a:ext uri="{FF2B5EF4-FFF2-40B4-BE49-F238E27FC236}">
                <a16:creationId xmlns:a16="http://schemas.microsoft.com/office/drawing/2014/main" id="{771CB141-8858-4451-9416-43AD5506C80C}"/>
              </a:ext>
            </a:extLst>
          </p:cNvPr>
          <p:cNvSpPr/>
          <p:nvPr/>
        </p:nvSpPr>
        <p:spPr bwMode="auto">
          <a:xfrm>
            <a:off x="6560820" y="1430368"/>
            <a:ext cx="419100" cy="207932"/>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36519217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heel(1)">
                                      <p:cBhvr>
                                        <p:cTn id="21" dur="2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2499A17-7F97-4B2D-AEE5-016079670150}"/>
              </a:ext>
            </a:extLst>
          </p:cNvPr>
          <p:cNvPicPr>
            <a:picLocks noChangeAspect="1"/>
          </p:cNvPicPr>
          <p:nvPr/>
        </p:nvPicPr>
        <p:blipFill>
          <a:blip r:embed="rId3"/>
          <a:stretch>
            <a:fillRect/>
          </a:stretch>
        </p:blipFill>
        <p:spPr>
          <a:xfrm>
            <a:off x="2907756" y="1052736"/>
            <a:ext cx="6376489" cy="5499603"/>
          </a:xfrm>
          <a:prstGeom prst="rect">
            <a:avLst/>
          </a:prstGeom>
        </p:spPr>
      </p:pic>
      <p:sp>
        <p:nvSpPr>
          <p:cNvPr id="3" name="Title 2">
            <a:extLst>
              <a:ext uri="{FF2B5EF4-FFF2-40B4-BE49-F238E27FC236}">
                <a16:creationId xmlns:a16="http://schemas.microsoft.com/office/drawing/2014/main" id="{8288F952-8D9C-4668-A9F3-8C30416EBCC0}"/>
              </a:ext>
            </a:extLst>
          </p:cNvPr>
          <p:cNvSpPr>
            <a:spLocks noGrp="1"/>
          </p:cNvSpPr>
          <p:nvPr>
            <p:ph type="title" hasCustomPrompt="1"/>
          </p:nvPr>
        </p:nvSpPr>
        <p:spPr/>
        <p:txBody>
          <a:bodyPr/>
          <a:lstStyle/>
          <a:p>
            <a:r>
              <a:t>Device Configurator contd…</a:t>
            </a:r>
          </a:p>
        </p:txBody>
      </p:sp>
      <p:sp>
        <p:nvSpPr>
          <p:cNvPr id="11" name="Rectangle 10">
            <a:extLst>
              <a:ext uri="{FF2B5EF4-FFF2-40B4-BE49-F238E27FC236}">
                <a16:creationId xmlns:a16="http://schemas.microsoft.com/office/drawing/2014/main" id="{C95834D0-C509-4558-8153-E7DBC77B7D32}"/>
              </a:ext>
            </a:extLst>
          </p:cNvPr>
          <p:cNvSpPr/>
          <p:nvPr/>
        </p:nvSpPr>
        <p:spPr bwMode="auto">
          <a:xfrm>
            <a:off x="6530339" y="1628800"/>
            <a:ext cx="457569" cy="215240"/>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2" name="Rectangle 11">
            <a:extLst>
              <a:ext uri="{FF2B5EF4-FFF2-40B4-BE49-F238E27FC236}">
                <a16:creationId xmlns:a16="http://schemas.microsoft.com/office/drawing/2014/main" id="{BF686530-8177-465C-A200-12DE26CE1ACD}"/>
              </a:ext>
            </a:extLst>
          </p:cNvPr>
          <p:cNvSpPr/>
          <p:nvPr/>
        </p:nvSpPr>
        <p:spPr bwMode="auto">
          <a:xfrm>
            <a:off x="2927648" y="2074859"/>
            <a:ext cx="6294444" cy="4477480"/>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199754718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heel(1)">
                                      <p:cBhvr>
                                        <p:cTn id="7" dur="2000"/>
                                        <p:tgtEl>
                                          <p:spTgt spid="11"/>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heel(1)">
                                      <p:cBhvr>
                                        <p:cTn id="10" dur="20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1"/>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2" grpId="0" animBg="1"/>
      <p:bldP spid="12"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378FF07-A872-4E0D-AAA7-5B25BE05F461}"/>
              </a:ext>
            </a:extLst>
          </p:cNvPr>
          <p:cNvPicPr>
            <a:picLocks noGrp="1" noChangeAspect="1"/>
          </p:cNvPicPr>
          <p:nvPr>
            <p:ph sz="quarter" idx="13" hasCustomPrompt="1"/>
          </p:nvPr>
        </p:nvPicPr>
        <p:blipFill>
          <a:blip r:embed="rId3"/>
          <a:stretch>
            <a:fillRect/>
          </a:stretch>
        </p:blipFill>
        <p:spPr/>
      </p:pic>
      <p:sp>
        <p:nvSpPr>
          <p:cNvPr id="3" name="Title 2">
            <a:extLst>
              <a:ext uri="{FF2B5EF4-FFF2-40B4-BE49-F238E27FC236}">
                <a16:creationId xmlns:a16="http://schemas.microsoft.com/office/drawing/2014/main" id="{4AD92298-3855-4668-AAC0-EB046C447175}"/>
              </a:ext>
            </a:extLst>
          </p:cNvPr>
          <p:cNvSpPr>
            <a:spLocks noGrp="1"/>
          </p:cNvSpPr>
          <p:nvPr>
            <p:ph type="title" hasCustomPrompt="1"/>
          </p:nvPr>
        </p:nvSpPr>
        <p:spPr/>
        <p:txBody>
          <a:bodyPr/>
          <a:lstStyle/>
          <a:p>
            <a:r>
              <a:t>QSPI Configurator</a:t>
            </a:r>
          </a:p>
        </p:txBody>
      </p:sp>
    </p:spTree>
    <p:extLst>
      <p:ext uri="{BB962C8B-B14F-4D97-AF65-F5344CB8AC3E}">
        <p14:creationId xmlns:p14="http://schemas.microsoft.com/office/powerpoint/2010/main" val="3869060975"/>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B885D54-4E3A-4908-832F-12121199F782}"/>
              </a:ext>
            </a:extLst>
          </p:cNvPr>
          <p:cNvPicPr>
            <a:picLocks noChangeAspect="1"/>
          </p:cNvPicPr>
          <p:nvPr/>
        </p:nvPicPr>
        <p:blipFill>
          <a:blip r:embed="rId3"/>
          <a:stretch>
            <a:fillRect/>
          </a:stretch>
        </p:blipFill>
        <p:spPr>
          <a:xfrm>
            <a:off x="306015" y="1340768"/>
            <a:ext cx="8582443" cy="4536504"/>
          </a:xfrm>
          <a:prstGeom prst="rect">
            <a:avLst/>
          </a:prstGeom>
        </p:spPr>
      </p:pic>
      <p:sp>
        <p:nvSpPr>
          <p:cNvPr id="3" name="Title 2">
            <a:extLst>
              <a:ext uri="{FF2B5EF4-FFF2-40B4-BE49-F238E27FC236}">
                <a16:creationId xmlns:a16="http://schemas.microsoft.com/office/drawing/2014/main" id="{89F75015-F1C3-4228-97DF-CC1FBFA53461}"/>
              </a:ext>
            </a:extLst>
          </p:cNvPr>
          <p:cNvSpPr>
            <a:spLocks noGrp="1"/>
          </p:cNvSpPr>
          <p:nvPr>
            <p:ph type="title" hasCustomPrompt="1"/>
          </p:nvPr>
        </p:nvSpPr>
        <p:spPr/>
        <p:txBody>
          <a:bodyPr/>
          <a:lstStyle/>
          <a:p>
            <a:r>
              <a:t>SMART I/O Configurator</a:t>
            </a:r>
          </a:p>
        </p:txBody>
      </p:sp>
      <p:pic>
        <p:nvPicPr>
          <p:cNvPr id="5" name="Picture 4">
            <a:extLst>
              <a:ext uri="{FF2B5EF4-FFF2-40B4-BE49-F238E27FC236}">
                <a16:creationId xmlns:a16="http://schemas.microsoft.com/office/drawing/2014/main" id="{2AD73C31-CD0B-429E-9C5F-C808679E5B30}"/>
              </a:ext>
            </a:extLst>
          </p:cNvPr>
          <p:cNvPicPr>
            <a:picLocks noChangeAspect="1"/>
          </p:cNvPicPr>
          <p:nvPr/>
        </p:nvPicPr>
        <p:blipFill>
          <a:blip r:embed="rId4"/>
          <a:stretch>
            <a:fillRect/>
          </a:stretch>
        </p:blipFill>
        <p:spPr>
          <a:xfrm>
            <a:off x="9077673" y="1928381"/>
            <a:ext cx="2808312" cy="1751545"/>
          </a:xfrm>
          <a:prstGeom prst="rect">
            <a:avLst/>
          </a:prstGeom>
        </p:spPr>
      </p:pic>
    </p:spTree>
    <p:extLst>
      <p:ext uri="{BB962C8B-B14F-4D97-AF65-F5344CB8AC3E}">
        <p14:creationId xmlns:p14="http://schemas.microsoft.com/office/powerpoint/2010/main" val="283947434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5A57DD-7ECF-4B93-A8F8-A5076B2DA22C}"/>
              </a:ext>
            </a:extLst>
          </p:cNvPr>
          <p:cNvSpPr>
            <a:spLocks noGrp="1"/>
          </p:cNvSpPr>
          <p:nvPr>
            <p:ph type="title" hasCustomPrompt="1"/>
          </p:nvPr>
        </p:nvSpPr>
        <p:spPr/>
        <p:txBody>
          <a:bodyPr/>
          <a:lstStyle/>
          <a:p>
            <a:r>
              <a:t>Application Booting sequence</a:t>
            </a:r>
          </a:p>
        </p:txBody>
      </p:sp>
      <p:sp>
        <p:nvSpPr>
          <p:cNvPr id="7" name="Content Placeholder 2">
            <a:extLst>
              <a:ext uri="{FF2B5EF4-FFF2-40B4-BE49-F238E27FC236}">
                <a16:creationId xmlns:a16="http://schemas.microsoft.com/office/drawing/2014/main" id="{4C49C87D-A9B7-48DE-A6A6-16AE0D9C7218}"/>
              </a:ext>
            </a:extLst>
          </p:cNvPr>
          <p:cNvSpPr>
            <a:spLocks noGrp="1"/>
          </p:cNvSpPr>
          <p:nvPr>
            <p:ph sz="quarter" idx="13" hasCustomPrompt="1"/>
          </p:nvPr>
        </p:nvSpPr>
        <p:spPr/>
        <p:txBody>
          <a:bodyPr/>
          <a:lstStyle/>
          <a:p>
            <a:pPr>
              <a:buClr>
                <a:srgbClr val="0A8276"/>
              </a:buClr>
              <a:buFont typeface="Arial" panose="020B0604020202020204" pitchFamily="34" charset="0"/>
              <a:buChar char="‒"/>
            </a:pPr>
            <a:r>
              <a:rPr dirty="0"/>
              <a:t> Boot starts from Secured Enclave as the Root of Trust </a:t>
            </a:r>
          </a:p>
          <a:p>
            <a:pPr>
              <a:buClr>
                <a:srgbClr val="0A8276"/>
              </a:buClr>
              <a:buFont typeface="Arial" panose="020B0604020202020204" pitchFamily="34" charset="0"/>
              <a:buChar char="‒"/>
            </a:pPr>
            <a:endParaRPr lang="en-US" sz="1800" dirty="0"/>
          </a:p>
          <a:p>
            <a:pPr>
              <a:buClr>
                <a:srgbClr val="0A8276"/>
              </a:buClr>
              <a:buFont typeface="Arial" panose="020B0604020202020204" pitchFamily="34" charset="0"/>
              <a:buChar char="‒"/>
            </a:pPr>
            <a:r>
              <a:rPr dirty="0"/>
              <a:t> Off-the-shelf extended boot software</a:t>
            </a:r>
          </a:p>
          <a:p>
            <a:pPr lvl="1">
              <a:buClr>
                <a:srgbClr val="0A8276"/>
              </a:buClr>
              <a:buFont typeface="Arial" panose="020B0604020202020204" pitchFamily="34" charset="0"/>
              <a:buChar char="‒"/>
            </a:pPr>
            <a:r>
              <a:rPr dirty="0"/>
              <a:t>Boot from RRAM or external flash</a:t>
            </a:r>
          </a:p>
          <a:p>
            <a:pPr lvl="1">
              <a:buClr>
                <a:srgbClr val="0A8276"/>
              </a:buClr>
              <a:buFont typeface="Arial" panose="020B0604020202020204" pitchFamily="34" charset="0"/>
              <a:buChar char="‒"/>
            </a:pPr>
            <a:r>
              <a:rPr dirty="0"/>
              <a:t>Alternate serial interface for recovery boot</a:t>
            </a:r>
          </a:p>
          <a:p>
            <a:pPr lvl="1">
              <a:buClr>
                <a:srgbClr val="0A8276"/>
              </a:buClr>
              <a:buFont typeface="Arial" panose="020B0604020202020204" pitchFamily="34" charset="0"/>
              <a:buChar char="‒"/>
            </a:pPr>
            <a:r>
              <a:rPr dirty="0"/>
              <a:t>SRAM loading for enhanced security </a:t>
            </a:r>
          </a:p>
          <a:p>
            <a:pPr>
              <a:buClr>
                <a:srgbClr val="0A8276"/>
              </a:buClr>
              <a:buNone/>
            </a:pPr>
            <a:endParaRPr lang="en-US" sz="1800" dirty="0"/>
          </a:p>
          <a:p>
            <a:pPr>
              <a:buClr>
                <a:srgbClr val="0A8276"/>
              </a:buClr>
              <a:buFont typeface="Arial" panose="020B0604020202020204" pitchFamily="34" charset="0"/>
              <a:buChar char="‒"/>
            </a:pPr>
            <a:r>
              <a:rPr dirty="0"/>
              <a:t> Optional MCUboot based Edge Protect Bootloader</a:t>
            </a:r>
          </a:p>
          <a:p>
            <a:pPr>
              <a:buClr>
                <a:srgbClr val="0A8276"/>
              </a:buClr>
              <a:buFont typeface="Arial" panose="020B0604020202020204" pitchFamily="34" charset="0"/>
              <a:buChar char="‒"/>
            </a:pPr>
            <a:endParaRPr lang="en-US" sz="1800" dirty="0"/>
          </a:p>
          <a:p>
            <a:pPr>
              <a:buClr>
                <a:srgbClr val="0A8276"/>
              </a:buClr>
              <a:buFont typeface="Arial" panose="020B0604020202020204" pitchFamily="34" charset="0"/>
              <a:buChar char="‒"/>
            </a:pPr>
            <a:r>
              <a:rPr dirty="0"/>
              <a:t> One</a:t>
            </a:r>
            <a:r>
              <a:rPr lang="en-US" dirty="0"/>
              <a:t>-</a:t>
            </a:r>
            <a:r>
              <a:rPr dirty="0"/>
              <a:t>time revocable OEM RoT Key</a:t>
            </a:r>
          </a:p>
          <a:p>
            <a:pPr>
              <a:buClr>
                <a:srgbClr val="0A8276"/>
              </a:buClr>
              <a:buNone/>
            </a:pPr>
            <a:endParaRPr lang="en-US" sz="1800" dirty="0"/>
          </a:p>
        </p:txBody>
      </p:sp>
      <p:pic>
        <p:nvPicPr>
          <p:cNvPr id="8" name="Picture 7">
            <a:extLst>
              <a:ext uri="{FF2B5EF4-FFF2-40B4-BE49-F238E27FC236}">
                <a16:creationId xmlns:a16="http://schemas.microsoft.com/office/drawing/2014/main" id="{BAE40279-7FB2-4A58-8157-9F3AF9253581}"/>
              </a:ext>
            </a:extLst>
          </p:cNvPr>
          <p:cNvPicPr>
            <a:picLocks noChangeAspect="1"/>
          </p:cNvPicPr>
          <p:nvPr/>
        </p:nvPicPr>
        <p:blipFill>
          <a:blip r:embed="rId3"/>
          <a:stretch>
            <a:fillRect/>
          </a:stretch>
        </p:blipFill>
        <p:spPr>
          <a:xfrm>
            <a:off x="983432" y="4540632"/>
            <a:ext cx="9361040" cy="1922510"/>
          </a:xfrm>
          <a:prstGeom prst="rect">
            <a:avLst/>
          </a:prstGeom>
        </p:spPr>
      </p:pic>
    </p:spTree>
    <p:extLst>
      <p:ext uri="{BB962C8B-B14F-4D97-AF65-F5344CB8AC3E}">
        <p14:creationId xmlns:p14="http://schemas.microsoft.com/office/powerpoint/2010/main" val="3615014701"/>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090FB4-9A18-4E7E-A2CB-08F5FC5421A1}"/>
              </a:ext>
            </a:extLst>
          </p:cNvPr>
          <p:cNvSpPr>
            <a:spLocks noGrp="1"/>
          </p:cNvSpPr>
          <p:nvPr/>
        </p:nvSpPr>
        <p:spPr>
          <a:xfrm>
            <a:off x="334800" y="1376004"/>
            <a:ext cx="6985336" cy="5113337"/>
          </a:xfrm>
          <a:prstGeom prst="rect">
            <a:avLst/>
          </a:prstGeom>
        </p:spPr>
        <p:txBody>
          <a:bodyPr/>
          <a:lstStyle>
            <a:lvl1pPr marL="180000" indent="-180000" algn="l" defTabSz="576000" rtl="0" eaLnBrk="1" fontAlgn="base" hangingPunct="1">
              <a:spcBef>
                <a:spcPts val="0"/>
              </a:spcBef>
              <a:spcAft>
                <a:spcPts val="0"/>
              </a:spcAft>
              <a:buClr>
                <a:schemeClr val="accent1"/>
              </a:buClr>
              <a:buSzPct val="100000"/>
              <a:buFont typeface="Arial" panose="020B0604020202020204" pitchFamily="34" charset="0"/>
              <a:buChar char="›"/>
              <a:defRPr sz="2000" baseline="0">
                <a:solidFill>
                  <a:schemeClr val="tx1"/>
                </a:solidFill>
                <a:latin typeface="+mn-lt"/>
                <a:ea typeface="+mn-ea"/>
                <a:cs typeface="+mn-cs"/>
              </a:defRPr>
            </a:lvl1pPr>
            <a:lvl2pPr marL="450000" indent="-270000" algn="l" defTabSz="576000" rtl="0" eaLnBrk="1" fontAlgn="base" hangingPunct="1">
              <a:spcBef>
                <a:spcPts val="0"/>
              </a:spcBef>
              <a:spcAft>
                <a:spcPts val="0"/>
              </a:spcAft>
              <a:buClr>
                <a:schemeClr val="accent1"/>
              </a:buClr>
              <a:buSzPct val="100000"/>
              <a:buFont typeface="Verdana" panose="020B0604030504040204" pitchFamily="34" charset="0"/>
              <a:buChar char="–"/>
              <a:defRPr sz="2000">
                <a:solidFill>
                  <a:schemeClr val="tx1"/>
                </a:solidFill>
                <a:latin typeface="+mn-lt"/>
                <a:ea typeface="+mn-ea"/>
                <a:cs typeface="+mn-cs"/>
              </a:defRPr>
            </a:lvl2pPr>
            <a:lvl3pPr marL="630000" indent="-180000" algn="l" defTabSz="576000" rtl="0" eaLnBrk="1" fontAlgn="base" hangingPunct="1">
              <a:spcBef>
                <a:spcPts val="0"/>
              </a:spcBef>
              <a:spcAft>
                <a:spcPts val="0"/>
              </a:spcAft>
              <a:buClr>
                <a:schemeClr val="accent1"/>
              </a:buClr>
              <a:buSzPct val="100000"/>
              <a:buFont typeface="Arial" panose="020B0604020202020204" pitchFamily="34" charset="0"/>
              <a:buChar char="–"/>
              <a:defRPr sz="1800" baseline="0">
                <a:solidFill>
                  <a:schemeClr val="tx1"/>
                </a:solidFill>
                <a:latin typeface="+mn-lt"/>
                <a:ea typeface="+mn-ea"/>
                <a:cs typeface="+mn-cs"/>
              </a:defRPr>
            </a:lvl3pPr>
            <a:lvl4pPr marL="802800" indent="-172800" algn="l" defTabSz="576000" rtl="0" eaLnBrk="1" fontAlgn="base" hangingPunct="1">
              <a:spcBef>
                <a:spcPts val="0"/>
              </a:spcBef>
              <a:spcAft>
                <a:spcPts val="0"/>
              </a:spcAft>
              <a:buClr>
                <a:schemeClr val="accent1"/>
              </a:buClr>
              <a:buSzPct val="100000"/>
              <a:buFont typeface="Arial" panose="020B0604020202020204" pitchFamily="34" charset="0"/>
              <a:buChar char="–"/>
              <a:defRPr sz="1600" baseline="0">
                <a:solidFill>
                  <a:schemeClr val="tx1"/>
                </a:solidFill>
                <a:latin typeface="+mn-lt"/>
                <a:ea typeface="+mn-ea"/>
                <a:cs typeface="+mn-cs"/>
              </a:defRPr>
            </a:lvl4pPr>
            <a:lvl5pPr marL="982800" indent="-180000" algn="l" defTabSz="576000" rtl="0" eaLnBrk="1" fontAlgn="base" hangingPunct="1">
              <a:spcBef>
                <a:spcPts val="0"/>
              </a:spcBef>
              <a:spcAft>
                <a:spcPts val="0"/>
              </a:spcAft>
              <a:buClr>
                <a:schemeClr val="accent1"/>
              </a:buClr>
              <a:buSzPct val="100000"/>
              <a:buFont typeface="Arial" panose="020B0604020202020204" pitchFamily="34" charset="0"/>
              <a:buChar char="–"/>
              <a:defRPr sz="1400" baseline="0">
                <a:solidFill>
                  <a:schemeClr val="tx1"/>
                </a:solidFill>
                <a:latin typeface="+mn-lt"/>
                <a:ea typeface="+mn-ea"/>
                <a:cs typeface="+mn-cs"/>
              </a:defRPr>
            </a:lvl5pPr>
            <a:lvl6pPr marL="982800" indent="-180000" algn="l" defTabSz="576000" rtl="0" eaLnBrk="1" fontAlgn="base" hangingPunct="1">
              <a:spcBef>
                <a:spcPts val="0"/>
              </a:spcBef>
              <a:spcAft>
                <a:spcPts val="0"/>
              </a:spcAft>
              <a:buClr>
                <a:schemeClr val="accent1"/>
              </a:buClr>
              <a:buFont typeface="Arial" panose="020B0604020202020204" pitchFamily="34" charset="0"/>
              <a:buChar char="–"/>
              <a:defRPr sz="1400" baseline="0">
                <a:solidFill>
                  <a:schemeClr val="tx1"/>
                </a:solidFill>
                <a:latin typeface="+mn-lt"/>
                <a:cs typeface="+mn-cs"/>
              </a:defRPr>
            </a:lvl6pPr>
            <a:lvl7pPr marL="982800" indent="-180000" algn="l" defTabSz="576000" rtl="0" eaLnBrk="1" fontAlgn="base" hangingPunct="1">
              <a:spcBef>
                <a:spcPts val="0"/>
              </a:spcBef>
              <a:spcAft>
                <a:spcPct val="0"/>
              </a:spcAft>
              <a:buClr>
                <a:schemeClr val="accent1"/>
              </a:buClr>
              <a:buFont typeface="Arial" panose="020B0604020202020204" pitchFamily="34" charset="0"/>
              <a:buChar char="–"/>
              <a:defRPr sz="1400">
                <a:solidFill>
                  <a:schemeClr val="tx1"/>
                </a:solidFill>
                <a:latin typeface="+mn-lt"/>
                <a:cs typeface="+mn-cs"/>
              </a:defRPr>
            </a:lvl7pPr>
            <a:lvl8pPr marL="982800" indent="-180000" algn="l" defTabSz="576000" rtl="0" eaLnBrk="1" fontAlgn="base" hangingPunct="1">
              <a:spcBef>
                <a:spcPts val="0"/>
              </a:spcBef>
              <a:spcAft>
                <a:spcPct val="0"/>
              </a:spcAft>
              <a:buClr>
                <a:schemeClr val="accent1"/>
              </a:buClr>
              <a:buFont typeface="Arial" panose="020B0604020202020204" pitchFamily="34" charset="0"/>
              <a:buChar char="–"/>
              <a:defRPr sz="1400">
                <a:solidFill>
                  <a:schemeClr val="tx1"/>
                </a:solidFill>
                <a:latin typeface="+mn-lt"/>
                <a:cs typeface="+mn-cs"/>
              </a:defRPr>
            </a:lvl8pPr>
            <a:lvl9pPr marL="982800" indent="-180000" algn="l" defTabSz="576000" rtl="0" eaLnBrk="1" fontAlgn="base" hangingPunct="1">
              <a:spcBef>
                <a:spcPts val="0"/>
              </a:spcBef>
              <a:spcAft>
                <a:spcPct val="0"/>
              </a:spcAft>
              <a:buClr>
                <a:schemeClr val="accent1"/>
              </a:buClr>
              <a:buFont typeface="Arial" panose="020B0604020202020204" pitchFamily="34" charset="0"/>
              <a:buChar char="–"/>
              <a:defRPr sz="1400">
                <a:solidFill>
                  <a:schemeClr val="tx1"/>
                </a:solidFill>
                <a:latin typeface="+mn-lt"/>
                <a:cs typeface="+mn-cs"/>
              </a:defRPr>
            </a:lvl9pPr>
          </a:lstStyle>
          <a:p>
            <a:pPr>
              <a:buClr>
                <a:srgbClr val="0A8276"/>
              </a:buClr>
              <a:buFont typeface="Arial" panose="020B0604020202020204" pitchFamily="34" charset="0"/>
              <a:buChar char="‒"/>
            </a:pPr>
            <a:r>
              <a:rPr lang="en-US" sz="1800" dirty="0"/>
              <a:t> </a:t>
            </a:r>
            <a:r>
              <a:rPr lang="en-US" sz="1800" dirty="0">
                <a:solidFill>
                  <a:srgbClr val="0A8276"/>
                </a:solidFill>
              </a:rPr>
              <a:t>Development</a:t>
            </a:r>
          </a:p>
          <a:p>
            <a:pPr lvl="1">
              <a:buClr>
                <a:srgbClr val="0A8276"/>
              </a:buClr>
              <a:buFont typeface="Arial" panose="020B0604020202020204" pitchFamily="34" charset="0"/>
              <a:buChar char="‒"/>
            </a:pPr>
            <a:r>
              <a:rPr lang="en-US" sz="1800" dirty="0"/>
              <a:t>Shipped from Infineon</a:t>
            </a:r>
          </a:p>
          <a:p>
            <a:pPr lvl="1">
              <a:buClr>
                <a:srgbClr val="0A8276"/>
              </a:buClr>
              <a:buFont typeface="Arial" panose="020B0604020202020204" pitchFamily="34" charset="0"/>
              <a:buChar char="‒"/>
            </a:pPr>
            <a:r>
              <a:rPr lang="en-US" sz="1800" dirty="0"/>
              <a:t>Provision with OEM certificate and policy </a:t>
            </a:r>
          </a:p>
          <a:p>
            <a:pPr lvl="1">
              <a:buClr>
                <a:srgbClr val="0A8276"/>
              </a:buClr>
              <a:buFont typeface="Arial" panose="020B0604020202020204" pitchFamily="34" charset="0"/>
              <a:buChar char="‒"/>
            </a:pPr>
            <a:r>
              <a:rPr lang="en-US" sz="1800" dirty="0"/>
              <a:t>For OEM development; until production</a:t>
            </a:r>
          </a:p>
          <a:p>
            <a:pPr lvl="1">
              <a:buClr>
                <a:srgbClr val="0A8276"/>
              </a:buClr>
              <a:buFont typeface="Arial" panose="020B0604020202020204" pitchFamily="34" charset="0"/>
              <a:buChar char="‒"/>
            </a:pPr>
            <a:endParaRPr lang="en-US" sz="1800" dirty="0"/>
          </a:p>
          <a:p>
            <a:pPr>
              <a:buClr>
                <a:srgbClr val="0A8276"/>
              </a:buClr>
              <a:buFont typeface="Arial" panose="020B0604020202020204" pitchFamily="34" charset="0"/>
              <a:buChar char="‒"/>
            </a:pPr>
            <a:r>
              <a:rPr lang="en-US" sz="1800" dirty="0"/>
              <a:t> </a:t>
            </a:r>
            <a:r>
              <a:rPr lang="en-US" sz="1800" dirty="0">
                <a:solidFill>
                  <a:srgbClr val="0A8276"/>
                </a:solidFill>
              </a:rPr>
              <a:t>Production</a:t>
            </a:r>
          </a:p>
          <a:p>
            <a:pPr lvl="1">
              <a:buClr>
                <a:srgbClr val="0A8276"/>
              </a:buClr>
              <a:buFont typeface="Arial" panose="020B0604020202020204" pitchFamily="34" charset="0"/>
              <a:buChar char="‒"/>
            </a:pPr>
            <a:r>
              <a:rPr lang="en-US" sz="1800" dirty="0"/>
              <a:t>One-time provisioning with “Production” certificate</a:t>
            </a:r>
          </a:p>
          <a:p>
            <a:pPr lvl="1">
              <a:buClr>
                <a:srgbClr val="0A8276"/>
              </a:buClr>
              <a:buFont typeface="Arial" panose="020B0604020202020204" pitchFamily="34" charset="0"/>
              <a:buChar char="‒"/>
            </a:pPr>
            <a:r>
              <a:rPr lang="en-US" sz="1800" dirty="0"/>
              <a:t>Re-provisioning if allowed by policy</a:t>
            </a:r>
          </a:p>
          <a:p>
            <a:pPr lvl="1">
              <a:buClr>
                <a:srgbClr val="0A8276"/>
              </a:buClr>
              <a:buFont typeface="Arial" panose="020B0604020202020204" pitchFamily="34" charset="0"/>
              <a:buChar char="‒"/>
            </a:pPr>
            <a:endParaRPr lang="en-US" sz="1800" dirty="0"/>
          </a:p>
          <a:p>
            <a:pPr>
              <a:buClr>
                <a:srgbClr val="0A8276"/>
              </a:buClr>
              <a:buFont typeface="Arial" panose="020B0604020202020204" pitchFamily="34" charset="0"/>
              <a:buChar char="‒"/>
            </a:pPr>
            <a:r>
              <a:rPr lang="en-US" sz="1800" dirty="0"/>
              <a:t> </a:t>
            </a:r>
            <a:r>
              <a:rPr lang="en-US" sz="1800" dirty="0">
                <a:solidFill>
                  <a:srgbClr val="0A8276"/>
                </a:solidFill>
              </a:rPr>
              <a:t>RMA</a:t>
            </a:r>
          </a:p>
          <a:p>
            <a:pPr lvl="1">
              <a:buClr>
                <a:srgbClr val="0A8276"/>
              </a:buClr>
              <a:buFont typeface="Arial" panose="020B0604020202020204" pitchFamily="34" charset="0"/>
              <a:buChar char="‒"/>
            </a:pPr>
            <a:r>
              <a:rPr lang="en-US" sz="1800" dirty="0"/>
              <a:t>Transition from Development or Production</a:t>
            </a:r>
          </a:p>
          <a:p>
            <a:pPr lvl="1">
              <a:buClr>
                <a:srgbClr val="0A8276"/>
              </a:buClr>
              <a:buFont typeface="Arial" panose="020B0604020202020204" pitchFamily="34" charset="0"/>
              <a:buChar char="‒"/>
            </a:pPr>
            <a:r>
              <a:rPr lang="en-US" sz="1800" dirty="0"/>
              <a:t>Performed by Infineon signed SE Service Application</a:t>
            </a:r>
          </a:p>
          <a:p>
            <a:pPr lvl="1">
              <a:buClr>
                <a:srgbClr val="0A8276"/>
              </a:buClr>
              <a:buFont typeface="Arial" panose="020B0604020202020204" pitchFamily="34" charset="0"/>
              <a:buChar char="‒"/>
            </a:pPr>
            <a:r>
              <a:rPr lang="en-US" sz="1800" dirty="0"/>
              <a:t>Devices in RMA mode can be shipped to Infineon for field failure analysis</a:t>
            </a:r>
          </a:p>
        </p:txBody>
      </p:sp>
      <p:sp>
        <p:nvSpPr>
          <p:cNvPr id="5" name="Title 4">
            <a:extLst>
              <a:ext uri="{FF2B5EF4-FFF2-40B4-BE49-F238E27FC236}">
                <a16:creationId xmlns:a16="http://schemas.microsoft.com/office/drawing/2014/main" id="{7871215B-44F0-4111-A15A-72E6570D37F5}"/>
              </a:ext>
            </a:extLst>
          </p:cNvPr>
          <p:cNvSpPr>
            <a:spLocks noGrp="1"/>
          </p:cNvSpPr>
          <p:nvPr>
            <p:ph type="title" hasCustomPrompt="1"/>
          </p:nvPr>
        </p:nvSpPr>
        <p:spPr/>
        <p:txBody>
          <a:bodyPr/>
          <a:lstStyle/>
          <a:p>
            <a:r>
              <a:rPr>
                <a:solidFill>
                  <a:srgbClr val="0A8276"/>
                </a:solidFill>
              </a:rPr>
              <a:t>Device lifecycle and provisioning</a:t>
            </a:r>
          </a:p>
        </p:txBody>
      </p:sp>
      <p:pic>
        <p:nvPicPr>
          <p:cNvPr id="6" name="Picture 5">
            <a:extLst>
              <a:ext uri="{FF2B5EF4-FFF2-40B4-BE49-F238E27FC236}">
                <a16:creationId xmlns:a16="http://schemas.microsoft.com/office/drawing/2014/main" id="{609E2397-A822-417C-AA0D-1FAFF75BEF48}"/>
              </a:ext>
            </a:extLst>
          </p:cNvPr>
          <p:cNvPicPr>
            <a:picLocks noChangeAspect="1"/>
          </p:cNvPicPr>
          <p:nvPr/>
        </p:nvPicPr>
        <p:blipFill>
          <a:blip r:embed="rId3"/>
          <a:stretch>
            <a:fillRect/>
          </a:stretch>
        </p:blipFill>
        <p:spPr>
          <a:xfrm>
            <a:off x="7625768" y="1484784"/>
            <a:ext cx="4221480" cy="3444240"/>
          </a:xfrm>
          <a:prstGeom prst="rect">
            <a:avLst/>
          </a:prstGeom>
        </p:spPr>
      </p:pic>
    </p:spTree>
    <p:extLst>
      <p:ext uri="{BB962C8B-B14F-4D97-AF65-F5344CB8AC3E}">
        <p14:creationId xmlns:p14="http://schemas.microsoft.com/office/powerpoint/2010/main" val="528555902"/>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5961A2-3561-413D-8657-C19CFDF581CC}"/>
              </a:ext>
            </a:extLst>
          </p:cNvPr>
          <p:cNvSpPr>
            <a:spLocks noGrp="1"/>
          </p:cNvSpPr>
          <p:nvPr>
            <p:ph type="title" hasCustomPrompt="1"/>
          </p:nvPr>
        </p:nvSpPr>
        <p:spPr/>
        <p:txBody>
          <a:bodyPr/>
          <a:lstStyle/>
          <a:p>
            <a:r>
              <a:t>Secure and Non-Secure Operating Modes</a:t>
            </a:r>
            <a:endParaRPr dirty="0"/>
          </a:p>
        </p:txBody>
      </p:sp>
      <p:pic>
        <p:nvPicPr>
          <p:cNvPr id="4" name="Picture 3">
            <a:extLst>
              <a:ext uri="{FF2B5EF4-FFF2-40B4-BE49-F238E27FC236}">
                <a16:creationId xmlns:a16="http://schemas.microsoft.com/office/drawing/2014/main" id="{C83D1EF7-D967-412C-87C3-2CD4DC06D178}"/>
              </a:ext>
            </a:extLst>
          </p:cNvPr>
          <p:cNvPicPr>
            <a:picLocks noChangeAspect="1"/>
          </p:cNvPicPr>
          <p:nvPr/>
        </p:nvPicPr>
        <p:blipFill>
          <a:blip r:embed="rId3"/>
          <a:stretch>
            <a:fillRect/>
          </a:stretch>
        </p:blipFill>
        <p:spPr>
          <a:xfrm>
            <a:off x="6312024" y="879272"/>
            <a:ext cx="4665468" cy="5517232"/>
          </a:xfrm>
          <a:prstGeom prst="rect">
            <a:avLst/>
          </a:prstGeom>
        </p:spPr>
      </p:pic>
      <p:sp>
        <p:nvSpPr>
          <p:cNvPr id="5" name="Rectangle 4">
            <a:extLst>
              <a:ext uri="{FF2B5EF4-FFF2-40B4-BE49-F238E27FC236}">
                <a16:creationId xmlns:a16="http://schemas.microsoft.com/office/drawing/2014/main" id="{1719BB07-7F59-4F32-A865-0B6BE540A0AE}"/>
              </a:ext>
            </a:extLst>
          </p:cNvPr>
          <p:cNvSpPr/>
          <p:nvPr/>
        </p:nvSpPr>
        <p:spPr>
          <a:xfrm>
            <a:off x="479376" y="1129509"/>
            <a:ext cx="5832648" cy="5016758"/>
          </a:xfrm>
          <a:prstGeom prst="rect">
            <a:avLst/>
          </a:prstGeom>
        </p:spPr>
        <p:txBody>
          <a:bodyPr wrap="square">
            <a:spAutoFit/>
          </a:bodyPr>
          <a:lstStyle/>
          <a:p>
            <a:pPr marL="342900" indent="-342900">
              <a:buFont typeface="Arial" panose="020B0604020202020204" pitchFamily="34" charset="0"/>
              <a:buChar char="‒"/>
            </a:pPr>
            <a:r>
              <a:rPr lang="en-US" sz="2000" dirty="0">
                <a:latin typeface="Arial" panose="020B0604020202020204" pitchFamily="34" charset="0"/>
              </a:rPr>
              <a:t>Arm® </a:t>
            </a:r>
            <a:r>
              <a:rPr lang="en-US" sz="2000" dirty="0" err="1">
                <a:latin typeface="Arial" panose="020B0604020202020204" pitchFamily="34" charset="0"/>
              </a:rPr>
              <a:t>TrustZone</a:t>
            </a:r>
            <a:r>
              <a:rPr lang="en-US" sz="2000" dirty="0">
                <a:latin typeface="Arial" panose="020B0604020202020204" pitchFamily="34" charset="0"/>
              </a:rPr>
              <a:t>- enabled Cortex® -M33 CPU</a:t>
            </a:r>
          </a:p>
          <a:p>
            <a:endParaRPr lang="en-US" sz="2000" dirty="0">
              <a:latin typeface="Arial" panose="020B0604020202020204" pitchFamily="34" charset="0"/>
            </a:endParaRPr>
          </a:p>
          <a:p>
            <a:pPr marL="342900" indent="-342900">
              <a:buFont typeface="Arial" panose="020B0604020202020204" pitchFamily="34" charset="0"/>
              <a:buChar char="‒"/>
            </a:pPr>
            <a:r>
              <a:rPr lang="en-US" sz="2000" dirty="0">
                <a:latin typeface="Arial" panose="020B0604020202020204" pitchFamily="34" charset="0"/>
              </a:rPr>
              <a:t>Secure and non-secure CPU states</a:t>
            </a:r>
          </a:p>
          <a:p>
            <a:endParaRPr lang="en-US" sz="2000" dirty="0">
              <a:latin typeface="Arial" panose="020B0604020202020204" pitchFamily="34" charset="0"/>
            </a:endParaRPr>
          </a:p>
          <a:p>
            <a:pPr marL="342900" indent="-342900">
              <a:buFont typeface="Arial" panose="020B0604020202020204" pitchFamily="34" charset="0"/>
              <a:buChar char="‒"/>
            </a:pPr>
            <a:r>
              <a:rPr lang="en-US" sz="2000" dirty="0">
                <a:latin typeface="Arial" panose="020B0604020202020204" pitchFamily="34" charset="0"/>
              </a:rPr>
              <a:t>Attribution units - Secure Attribution Unit (SAU) and Implementation Defined Attribution Unit (IDAU)</a:t>
            </a:r>
          </a:p>
          <a:p>
            <a:endParaRPr lang="en-US" sz="2000" dirty="0">
              <a:latin typeface="Arial" panose="020B0604020202020204" pitchFamily="34" charset="0"/>
            </a:endParaRPr>
          </a:p>
          <a:p>
            <a:pPr marL="342900" indent="-342900">
              <a:buFont typeface="Arial" panose="020B0604020202020204" pitchFamily="34" charset="0"/>
              <a:buChar char="‒"/>
            </a:pPr>
            <a:r>
              <a:rPr lang="en-US" sz="2000" dirty="0">
                <a:latin typeface="Arial" panose="020B0604020202020204" pitchFamily="34" charset="0"/>
              </a:rPr>
              <a:t>Banked resources between secure and non-secure states </a:t>
            </a:r>
          </a:p>
          <a:p>
            <a:pPr marL="342900" indent="-342900">
              <a:buFont typeface="Arial" panose="020B0604020202020204" pitchFamily="34" charset="0"/>
              <a:buChar char="‒"/>
            </a:pPr>
            <a:endParaRPr lang="en-US" sz="2000" dirty="0">
              <a:latin typeface="Arial" panose="020B0604020202020204" pitchFamily="34" charset="0"/>
            </a:endParaRPr>
          </a:p>
          <a:p>
            <a:pPr marL="342900" indent="-342900">
              <a:buFont typeface="Arial" panose="020B0604020202020204" pitchFamily="34" charset="0"/>
              <a:buChar char="‒"/>
            </a:pPr>
            <a:r>
              <a:rPr lang="en-US" sz="2000" dirty="0">
                <a:latin typeface="Arial" panose="020B0604020202020204" pitchFamily="34" charset="0"/>
              </a:rPr>
              <a:t>Secure and non-secure </a:t>
            </a:r>
          </a:p>
          <a:p>
            <a:pPr marL="952485" lvl="1" indent="-342900">
              <a:buFont typeface="Arial" panose="020B0604020202020204" pitchFamily="34" charset="0"/>
              <a:buChar char="‒"/>
            </a:pPr>
            <a:r>
              <a:rPr lang="en-US" sz="2000" dirty="0">
                <a:latin typeface="Arial" panose="020B0604020202020204" pitchFamily="34" charset="0"/>
              </a:rPr>
              <a:t>aliasing of the memory map</a:t>
            </a:r>
          </a:p>
          <a:p>
            <a:pPr marL="952485" lvl="1" indent="-342900">
              <a:buFont typeface="Arial" panose="020B0604020202020204" pitchFamily="34" charset="0"/>
              <a:buChar char="‒"/>
            </a:pPr>
            <a:r>
              <a:rPr lang="en-US" sz="2000" dirty="0">
                <a:latin typeface="Arial" panose="020B0604020202020204" pitchFamily="34" charset="0"/>
              </a:rPr>
              <a:t>interrupts</a:t>
            </a:r>
          </a:p>
          <a:p>
            <a:pPr marL="952485" lvl="1" indent="-342900">
              <a:buFont typeface="Arial" panose="020B0604020202020204" pitchFamily="34" charset="0"/>
              <a:buChar char="‒"/>
            </a:pPr>
            <a:r>
              <a:rPr lang="en-US" sz="2000" dirty="0">
                <a:latin typeface="Arial" panose="020B0604020202020204" pitchFamily="34" charset="0"/>
              </a:rPr>
              <a:t>peripherals</a:t>
            </a:r>
          </a:p>
          <a:p>
            <a:pPr marL="952485" lvl="1" indent="-342900">
              <a:buFont typeface="Arial" panose="020B0604020202020204" pitchFamily="34" charset="0"/>
              <a:buChar char="‒"/>
            </a:pPr>
            <a:r>
              <a:rPr lang="en-US" sz="2000" dirty="0">
                <a:latin typeface="Arial" panose="020B0604020202020204" pitchFamily="34" charset="0"/>
              </a:rPr>
              <a:t>debug</a:t>
            </a:r>
          </a:p>
        </p:txBody>
      </p:sp>
    </p:spTree>
    <p:extLst>
      <p:ext uri="{BB962C8B-B14F-4D97-AF65-F5344CB8AC3E}">
        <p14:creationId xmlns:p14="http://schemas.microsoft.com/office/powerpoint/2010/main" val="2491241174"/>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02478429-D9F8-7EEF-611A-2568BCF0E253}"/>
              </a:ext>
            </a:extLst>
          </p:cNvPr>
          <p:cNvPicPr>
            <a:picLocks noChangeAspect="1"/>
          </p:cNvPicPr>
          <p:nvPr/>
        </p:nvPicPr>
        <p:blipFill>
          <a:blip r:embed="rId3"/>
          <a:stretch>
            <a:fillRect/>
          </a:stretch>
        </p:blipFill>
        <p:spPr>
          <a:xfrm>
            <a:off x="727956" y="1016757"/>
            <a:ext cx="10729192" cy="5699884"/>
          </a:xfrm>
          <a:prstGeom prst="rect">
            <a:avLst/>
          </a:prstGeom>
          <a:ln>
            <a:solidFill>
              <a:schemeClr val="tx1"/>
            </a:solidFill>
          </a:ln>
        </p:spPr>
      </p:pic>
      <p:sp>
        <p:nvSpPr>
          <p:cNvPr id="3" name="Title 2">
            <a:extLst>
              <a:ext uri="{FF2B5EF4-FFF2-40B4-BE49-F238E27FC236}">
                <a16:creationId xmlns:a16="http://schemas.microsoft.com/office/drawing/2014/main" id="{F6380A46-DA11-4B0D-B3D6-1E18F8172879}"/>
              </a:ext>
            </a:extLst>
          </p:cNvPr>
          <p:cNvSpPr>
            <a:spLocks noGrp="1"/>
          </p:cNvSpPr>
          <p:nvPr>
            <p:ph type="title" hasCustomPrompt="1"/>
          </p:nvPr>
        </p:nvSpPr>
        <p:spPr/>
        <p:txBody>
          <a:bodyPr/>
          <a:lstStyle/>
          <a:p>
            <a:r>
              <a:t>Security Domain Assignment</a:t>
            </a:r>
          </a:p>
        </p:txBody>
      </p:sp>
      <p:grpSp>
        <p:nvGrpSpPr>
          <p:cNvPr id="36" name="Group 35">
            <a:extLst>
              <a:ext uri="{FF2B5EF4-FFF2-40B4-BE49-F238E27FC236}">
                <a16:creationId xmlns:a16="http://schemas.microsoft.com/office/drawing/2014/main" id="{30F30B0A-A575-4EE7-5600-D18A8C9AE82C}"/>
              </a:ext>
            </a:extLst>
          </p:cNvPr>
          <p:cNvGrpSpPr/>
          <p:nvPr/>
        </p:nvGrpSpPr>
        <p:grpSpPr>
          <a:xfrm>
            <a:off x="4204469" y="1778209"/>
            <a:ext cx="1581642" cy="4145811"/>
            <a:chOff x="7464152" y="1947485"/>
            <a:chExt cx="1581642" cy="4145811"/>
          </a:xfrm>
        </p:grpSpPr>
        <p:sp>
          <p:nvSpPr>
            <p:cNvPr id="5" name="Rectangle 4">
              <a:extLst>
                <a:ext uri="{FF2B5EF4-FFF2-40B4-BE49-F238E27FC236}">
                  <a16:creationId xmlns:a16="http://schemas.microsoft.com/office/drawing/2014/main" id="{4F82028A-8AB5-4B83-8EA9-F4E48DA2FB7E}"/>
                </a:ext>
              </a:extLst>
            </p:cNvPr>
            <p:cNvSpPr/>
            <p:nvPr/>
          </p:nvSpPr>
          <p:spPr bwMode="auto">
            <a:xfrm>
              <a:off x="7473483" y="1963488"/>
              <a:ext cx="1530830" cy="186072"/>
            </a:xfrm>
            <a:prstGeom prst="rect">
              <a:avLst/>
            </a:prstGeom>
            <a:noFill/>
            <a:ln w="9525" cap="flat" cmpd="sng" algn="ctr">
              <a:solidFill>
                <a:srgbClr val="DCD5D7"/>
              </a:solidFill>
              <a:prstDash val="solid"/>
              <a:miter lim="800000"/>
              <a:headEnd type="none" w="med" len="med"/>
              <a:tailEnd type="none" w="med" len="med"/>
            </a:ln>
          </p:spPr>
          <p:txBody>
            <a:bodyPr wrap="square" lIns="72000" tIns="72000" rIns="72000" bIns="72000" rtlCol="0" anchor="ctr"/>
            <a:lstStyle/>
            <a:p>
              <a:pPr algn="ctr" eaLnBrk="0" hangingPunct="0"/>
              <a:r>
                <a:rPr lang="en-US" sz="800" baseline="0" dirty="0">
                  <a:latin typeface="+mn-lt"/>
                  <a:ea typeface="+mn-ea"/>
                  <a:cs typeface="+mn-cs"/>
                </a:rPr>
                <a:t>Security Domain</a:t>
              </a:r>
            </a:p>
          </p:txBody>
        </p:sp>
        <p:cxnSp>
          <p:nvCxnSpPr>
            <p:cNvPr id="6" name="Straight Connector 5">
              <a:extLst>
                <a:ext uri="{FF2B5EF4-FFF2-40B4-BE49-F238E27FC236}">
                  <a16:creationId xmlns:a16="http://schemas.microsoft.com/office/drawing/2014/main" id="{D00C9716-6B61-4802-A986-EBF12AAA79B5}"/>
                </a:ext>
              </a:extLst>
            </p:cNvPr>
            <p:cNvCxnSpPr>
              <a:cxnSpLocks/>
            </p:cNvCxnSpPr>
            <p:nvPr/>
          </p:nvCxnSpPr>
          <p:spPr>
            <a:xfrm>
              <a:off x="7464152" y="1961696"/>
              <a:ext cx="0" cy="4131600"/>
            </a:xfrm>
            <a:prstGeom prst="line">
              <a:avLst/>
            </a:prstGeom>
            <a:ln w="19050" cap="flat" cmpd="sng" algn="ctr">
              <a:solidFill>
                <a:srgbClr val="DCD5D7"/>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53B880C-6372-4AC0-801D-125CA2759180}"/>
                </a:ext>
              </a:extLst>
            </p:cNvPr>
            <p:cNvSpPr txBox="1"/>
            <p:nvPr/>
          </p:nvSpPr>
          <p:spPr bwMode="auto">
            <a:xfrm>
              <a:off x="7982710" y="4300636"/>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SPE Domain</a:t>
              </a:r>
              <a:endParaRPr lang="en-US" sz="800" kern="0" baseline="0" dirty="0">
                <a:latin typeface="+mn-lt"/>
                <a:ea typeface="+mn-ea"/>
                <a:cs typeface="+mn-cs"/>
              </a:endParaRPr>
            </a:p>
          </p:txBody>
        </p:sp>
        <p:sp>
          <p:nvSpPr>
            <p:cNvPr id="8" name="TextBox 7">
              <a:extLst>
                <a:ext uri="{FF2B5EF4-FFF2-40B4-BE49-F238E27FC236}">
                  <a16:creationId xmlns:a16="http://schemas.microsoft.com/office/drawing/2014/main" id="{D98B4EFF-8A53-4EF0-8E39-3714AD9CB5E2}"/>
                </a:ext>
              </a:extLst>
            </p:cNvPr>
            <p:cNvSpPr txBox="1"/>
            <p:nvPr/>
          </p:nvSpPr>
          <p:spPr bwMode="auto">
            <a:xfrm>
              <a:off x="7982710" y="4486708"/>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9" name="TextBox 8">
              <a:extLst>
                <a:ext uri="{FF2B5EF4-FFF2-40B4-BE49-F238E27FC236}">
                  <a16:creationId xmlns:a16="http://schemas.microsoft.com/office/drawing/2014/main" id="{3CD0D449-5F99-4352-B820-2544798F9BFA}"/>
                </a:ext>
              </a:extLst>
            </p:cNvPr>
            <p:cNvSpPr txBox="1"/>
            <p:nvPr/>
          </p:nvSpPr>
          <p:spPr bwMode="auto">
            <a:xfrm>
              <a:off x="7985618" y="4660330"/>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0" name="TextBox 9">
              <a:extLst>
                <a:ext uri="{FF2B5EF4-FFF2-40B4-BE49-F238E27FC236}">
                  <a16:creationId xmlns:a16="http://schemas.microsoft.com/office/drawing/2014/main" id="{501AF9D6-6EF1-4B4C-800E-853865142D33}"/>
                </a:ext>
              </a:extLst>
            </p:cNvPr>
            <p:cNvSpPr txBox="1"/>
            <p:nvPr/>
          </p:nvSpPr>
          <p:spPr bwMode="auto">
            <a:xfrm>
              <a:off x="7979805" y="4839376"/>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1" name="TextBox 10">
              <a:extLst>
                <a:ext uri="{FF2B5EF4-FFF2-40B4-BE49-F238E27FC236}">
                  <a16:creationId xmlns:a16="http://schemas.microsoft.com/office/drawing/2014/main" id="{157E7271-6AA2-4884-8141-7B336E1A1837}"/>
                </a:ext>
              </a:extLst>
            </p:cNvPr>
            <p:cNvSpPr txBox="1"/>
            <p:nvPr/>
          </p:nvSpPr>
          <p:spPr bwMode="auto">
            <a:xfrm>
              <a:off x="7982713" y="5012998"/>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2" name="TextBox 11">
              <a:extLst>
                <a:ext uri="{FF2B5EF4-FFF2-40B4-BE49-F238E27FC236}">
                  <a16:creationId xmlns:a16="http://schemas.microsoft.com/office/drawing/2014/main" id="{606420DB-B5D5-4FA8-85E7-2178B427EDAE}"/>
                </a:ext>
              </a:extLst>
            </p:cNvPr>
            <p:cNvSpPr txBox="1"/>
            <p:nvPr/>
          </p:nvSpPr>
          <p:spPr bwMode="auto">
            <a:xfrm>
              <a:off x="7988728" y="2315157"/>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3" name="TextBox 12">
              <a:extLst>
                <a:ext uri="{FF2B5EF4-FFF2-40B4-BE49-F238E27FC236}">
                  <a16:creationId xmlns:a16="http://schemas.microsoft.com/office/drawing/2014/main" id="{2F35C28B-AEF1-40A7-9404-0D02ABCB54E1}"/>
                </a:ext>
              </a:extLst>
            </p:cNvPr>
            <p:cNvSpPr txBox="1"/>
            <p:nvPr/>
          </p:nvSpPr>
          <p:spPr bwMode="auto">
            <a:xfrm>
              <a:off x="7982915" y="2494203"/>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4" name="TextBox 13">
              <a:extLst>
                <a:ext uri="{FF2B5EF4-FFF2-40B4-BE49-F238E27FC236}">
                  <a16:creationId xmlns:a16="http://schemas.microsoft.com/office/drawing/2014/main" id="{B48FBF42-2FED-49A3-8165-CCE854A891C1}"/>
                </a:ext>
              </a:extLst>
            </p:cNvPr>
            <p:cNvSpPr txBox="1"/>
            <p:nvPr/>
          </p:nvSpPr>
          <p:spPr bwMode="auto">
            <a:xfrm>
              <a:off x="7992044" y="2834484"/>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5" name="TextBox 14">
              <a:extLst>
                <a:ext uri="{FF2B5EF4-FFF2-40B4-BE49-F238E27FC236}">
                  <a16:creationId xmlns:a16="http://schemas.microsoft.com/office/drawing/2014/main" id="{F528D512-49BA-465A-ACE3-E6BB3AC6C9A9}"/>
                </a:ext>
              </a:extLst>
            </p:cNvPr>
            <p:cNvSpPr txBox="1"/>
            <p:nvPr/>
          </p:nvSpPr>
          <p:spPr bwMode="auto">
            <a:xfrm>
              <a:off x="7996201" y="2986884"/>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6" name="TextBox 15">
              <a:extLst>
                <a:ext uri="{FF2B5EF4-FFF2-40B4-BE49-F238E27FC236}">
                  <a16:creationId xmlns:a16="http://schemas.microsoft.com/office/drawing/2014/main" id="{13CBEA45-4837-4DCB-82B7-49E7F72BC531}"/>
                </a:ext>
              </a:extLst>
            </p:cNvPr>
            <p:cNvSpPr txBox="1"/>
            <p:nvPr/>
          </p:nvSpPr>
          <p:spPr bwMode="auto">
            <a:xfrm>
              <a:off x="7996201" y="3372559"/>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7" name="TextBox 16">
              <a:extLst>
                <a:ext uri="{FF2B5EF4-FFF2-40B4-BE49-F238E27FC236}">
                  <a16:creationId xmlns:a16="http://schemas.microsoft.com/office/drawing/2014/main" id="{C9F6009E-EC39-4CE0-834C-5FA1DD810F39}"/>
                </a:ext>
              </a:extLst>
            </p:cNvPr>
            <p:cNvSpPr txBox="1"/>
            <p:nvPr/>
          </p:nvSpPr>
          <p:spPr bwMode="auto">
            <a:xfrm>
              <a:off x="8005532" y="3524959"/>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8" name="TextBox 17">
              <a:extLst>
                <a:ext uri="{FF2B5EF4-FFF2-40B4-BE49-F238E27FC236}">
                  <a16:creationId xmlns:a16="http://schemas.microsoft.com/office/drawing/2014/main" id="{437F09E0-8BB8-47EE-B837-7C50CC1C0128}"/>
                </a:ext>
              </a:extLst>
            </p:cNvPr>
            <p:cNvSpPr txBox="1"/>
            <p:nvPr/>
          </p:nvSpPr>
          <p:spPr bwMode="auto">
            <a:xfrm>
              <a:off x="8014863" y="3733345"/>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SPE Domain</a:t>
              </a:r>
              <a:endParaRPr lang="en-US" sz="800" kern="0" baseline="0" dirty="0">
                <a:latin typeface="+mn-lt"/>
                <a:ea typeface="+mn-ea"/>
                <a:cs typeface="+mn-cs"/>
              </a:endParaRPr>
            </a:p>
          </p:txBody>
        </p:sp>
        <p:sp>
          <p:nvSpPr>
            <p:cNvPr id="19" name="TextBox 18">
              <a:extLst>
                <a:ext uri="{FF2B5EF4-FFF2-40B4-BE49-F238E27FC236}">
                  <a16:creationId xmlns:a16="http://schemas.microsoft.com/office/drawing/2014/main" id="{8ED6E749-4A6C-4C47-9B3D-72BFD6E1AD4C}"/>
                </a:ext>
              </a:extLst>
            </p:cNvPr>
            <p:cNvSpPr txBox="1"/>
            <p:nvPr/>
          </p:nvSpPr>
          <p:spPr bwMode="auto">
            <a:xfrm>
              <a:off x="8024194" y="3923893"/>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20" name="TextBox 19">
              <a:extLst>
                <a:ext uri="{FF2B5EF4-FFF2-40B4-BE49-F238E27FC236}">
                  <a16:creationId xmlns:a16="http://schemas.microsoft.com/office/drawing/2014/main" id="{5AB52A45-C522-4700-BE67-0CFB2A71E6D0}"/>
                </a:ext>
              </a:extLst>
            </p:cNvPr>
            <p:cNvSpPr txBox="1"/>
            <p:nvPr/>
          </p:nvSpPr>
          <p:spPr bwMode="auto">
            <a:xfrm>
              <a:off x="8024194" y="4076293"/>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21" name="TextBox 20">
              <a:extLst>
                <a:ext uri="{FF2B5EF4-FFF2-40B4-BE49-F238E27FC236}">
                  <a16:creationId xmlns:a16="http://schemas.microsoft.com/office/drawing/2014/main" id="{B8D25842-3827-4D12-8977-4DDFCECF3E27}"/>
                </a:ext>
              </a:extLst>
            </p:cNvPr>
            <p:cNvSpPr txBox="1"/>
            <p:nvPr/>
          </p:nvSpPr>
          <p:spPr bwMode="auto">
            <a:xfrm>
              <a:off x="8014863" y="5199070"/>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22" name="TextBox 21">
              <a:extLst>
                <a:ext uri="{FF2B5EF4-FFF2-40B4-BE49-F238E27FC236}">
                  <a16:creationId xmlns:a16="http://schemas.microsoft.com/office/drawing/2014/main" id="{83A56D38-C2A7-43CA-AB96-D44D31DFE9B0}"/>
                </a:ext>
              </a:extLst>
            </p:cNvPr>
            <p:cNvSpPr txBox="1"/>
            <p:nvPr/>
          </p:nvSpPr>
          <p:spPr bwMode="auto">
            <a:xfrm>
              <a:off x="7991049" y="5570680"/>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25" name="Rectangle: Rounded Corners 24">
              <a:extLst>
                <a:ext uri="{FF2B5EF4-FFF2-40B4-BE49-F238E27FC236}">
                  <a16:creationId xmlns:a16="http://schemas.microsoft.com/office/drawing/2014/main" id="{93BC3870-3F4F-490C-9706-B6F050ED24E0}"/>
                </a:ext>
              </a:extLst>
            </p:cNvPr>
            <p:cNvSpPr/>
            <p:nvPr/>
          </p:nvSpPr>
          <p:spPr bwMode="auto">
            <a:xfrm>
              <a:off x="7597241" y="1947485"/>
              <a:ext cx="1404162" cy="3809267"/>
            </a:xfrm>
            <a:prstGeom prst="roundRect">
              <a:avLst>
                <a:gd name="adj" fmla="val 9205"/>
              </a:avLst>
            </a:prstGeom>
            <a:noFill/>
            <a:ln w="57150">
              <a:solidFill>
                <a:schemeClr val="accent1"/>
              </a:solidFill>
              <a:miter lim="800000"/>
              <a:headEnd/>
              <a:tailEnd/>
            </a:ln>
          </p:spPr>
          <p:txBody>
            <a:bodyPr wrap="square" lIns="96000" tIns="96000" rIns="96000" bIns="96000" rtlCol="0" anchor="ctr"/>
            <a:lstStyle/>
            <a:p>
              <a:pPr algn="ctr" eaLnBrk="0" hangingPunct="0"/>
              <a:endParaRPr lang="en-US" sz="2400" dirty="0">
                <a:latin typeface="+mn-lt"/>
              </a:endParaRPr>
            </a:p>
          </p:txBody>
        </p:sp>
      </p:grpSp>
    </p:spTree>
    <p:extLst>
      <p:ext uri="{BB962C8B-B14F-4D97-AF65-F5344CB8AC3E}">
        <p14:creationId xmlns:p14="http://schemas.microsoft.com/office/powerpoint/2010/main" val="981536797"/>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89C498-86A8-43F2-9A90-18D4684F7A48}"/>
              </a:ext>
            </a:extLst>
          </p:cNvPr>
          <p:cNvSpPr>
            <a:spLocks noGrp="1"/>
          </p:cNvSpPr>
          <p:nvPr>
            <p:ph type="title" hasCustomPrompt="1"/>
          </p:nvPr>
        </p:nvSpPr>
        <p:spPr/>
        <p:txBody>
          <a:bodyPr/>
          <a:lstStyle/>
          <a:p>
            <a:r>
              <a:t>Edge Protect Configurator </a:t>
            </a:r>
          </a:p>
        </p:txBody>
      </p:sp>
      <p:pic>
        <p:nvPicPr>
          <p:cNvPr id="4" name="Picture 3">
            <a:extLst>
              <a:ext uri="{FF2B5EF4-FFF2-40B4-BE49-F238E27FC236}">
                <a16:creationId xmlns:a16="http://schemas.microsoft.com/office/drawing/2014/main" id="{F182BFA5-2FE3-496C-A86B-200668E52716}"/>
              </a:ext>
            </a:extLst>
          </p:cNvPr>
          <p:cNvPicPr>
            <a:picLocks noChangeAspect="1"/>
          </p:cNvPicPr>
          <p:nvPr/>
        </p:nvPicPr>
        <p:blipFill>
          <a:blip r:embed="rId3"/>
          <a:stretch>
            <a:fillRect/>
          </a:stretch>
        </p:blipFill>
        <p:spPr>
          <a:xfrm>
            <a:off x="493883" y="1052736"/>
            <a:ext cx="5530109" cy="5013176"/>
          </a:xfrm>
          <a:prstGeom prst="rect">
            <a:avLst/>
          </a:prstGeom>
        </p:spPr>
      </p:pic>
      <p:pic>
        <p:nvPicPr>
          <p:cNvPr id="5" name="Picture 4">
            <a:extLst>
              <a:ext uri="{FF2B5EF4-FFF2-40B4-BE49-F238E27FC236}">
                <a16:creationId xmlns:a16="http://schemas.microsoft.com/office/drawing/2014/main" id="{9C6D7B44-AEDC-40A8-9850-7B1F1E320401}"/>
              </a:ext>
            </a:extLst>
          </p:cNvPr>
          <p:cNvPicPr>
            <a:picLocks noChangeAspect="1"/>
          </p:cNvPicPr>
          <p:nvPr/>
        </p:nvPicPr>
        <p:blipFill>
          <a:blip r:embed="rId4"/>
          <a:stretch>
            <a:fillRect/>
          </a:stretch>
        </p:blipFill>
        <p:spPr>
          <a:xfrm>
            <a:off x="6096000" y="1052736"/>
            <a:ext cx="5328592" cy="3089688"/>
          </a:xfrm>
          <a:prstGeom prst="rect">
            <a:avLst/>
          </a:prstGeom>
        </p:spPr>
      </p:pic>
      <p:sp>
        <p:nvSpPr>
          <p:cNvPr id="6" name="TextBox 5">
            <a:extLst>
              <a:ext uri="{FF2B5EF4-FFF2-40B4-BE49-F238E27FC236}">
                <a16:creationId xmlns:a16="http://schemas.microsoft.com/office/drawing/2014/main" id="{05F05AC3-B036-49A1-8CF7-F55B14F62B16}"/>
              </a:ext>
            </a:extLst>
          </p:cNvPr>
          <p:cNvSpPr txBox="1"/>
          <p:nvPr/>
        </p:nvSpPr>
        <p:spPr bwMode="auto">
          <a:xfrm>
            <a:off x="6888088" y="4171695"/>
            <a:ext cx="3456384" cy="301878"/>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800" b="1" kern="0" dirty="0">
                <a:latin typeface="+mn-lt"/>
              </a:rPr>
              <a:t>TF-M Services and Domains tab</a:t>
            </a:r>
            <a:endParaRPr lang="en-US" sz="1800" b="1" kern="0" baseline="0" dirty="0">
              <a:latin typeface="+mn-lt"/>
              <a:ea typeface="+mn-ea"/>
              <a:cs typeface="+mn-cs"/>
            </a:endParaRPr>
          </a:p>
        </p:txBody>
      </p:sp>
      <p:sp>
        <p:nvSpPr>
          <p:cNvPr id="7" name="TextBox 6">
            <a:extLst>
              <a:ext uri="{FF2B5EF4-FFF2-40B4-BE49-F238E27FC236}">
                <a16:creationId xmlns:a16="http://schemas.microsoft.com/office/drawing/2014/main" id="{E28B3EC9-1109-4DFD-9E28-C4851D6ECD69}"/>
              </a:ext>
            </a:extLst>
          </p:cNvPr>
          <p:cNvSpPr txBox="1"/>
          <p:nvPr/>
        </p:nvSpPr>
        <p:spPr bwMode="auto">
          <a:xfrm>
            <a:off x="2556477" y="6021288"/>
            <a:ext cx="1404919" cy="301878"/>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800" b="1" kern="0" dirty="0">
                <a:latin typeface="+mn-lt"/>
              </a:rPr>
              <a:t>General tab</a:t>
            </a:r>
            <a:endParaRPr lang="en-US" sz="1800" b="1" kern="0" baseline="0" dirty="0">
              <a:latin typeface="+mn-lt"/>
              <a:ea typeface="+mn-ea"/>
              <a:cs typeface="+mn-cs"/>
            </a:endParaRPr>
          </a:p>
        </p:txBody>
      </p:sp>
    </p:spTree>
    <p:extLst>
      <p:ext uri="{BB962C8B-B14F-4D97-AF65-F5344CB8AC3E}">
        <p14:creationId xmlns:p14="http://schemas.microsoft.com/office/powerpoint/2010/main" val="1917891506"/>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3E7FFCD7-743F-45C9-A770-EEFDFE888907}"/>
              </a:ext>
            </a:extLst>
          </p:cNvPr>
          <p:cNvSpPr>
            <a:spLocks noGrp="1"/>
          </p:cNvSpPr>
          <p:nvPr>
            <p:ph type="title" hasCustomPrompt="1"/>
          </p:nvPr>
        </p:nvSpPr>
        <p:spPr>
          <a:xfrm>
            <a:off x="335360" y="188720"/>
            <a:ext cx="9613068" cy="720000"/>
          </a:xfrm>
        </p:spPr>
        <p:txBody>
          <a:bodyPr/>
          <a:lstStyle/>
          <a:p>
            <a:r>
              <a:rPr dirty="0"/>
              <a:t>PSOC™ Edge memory architecture</a:t>
            </a:r>
            <a:endParaRPr lang="en-IN" dirty="0"/>
          </a:p>
        </p:txBody>
      </p:sp>
      <p:sp>
        <p:nvSpPr>
          <p:cNvPr id="11" name="TextBox 10">
            <a:extLst>
              <a:ext uri="{FF2B5EF4-FFF2-40B4-BE49-F238E27FC236}">
                <a16:creationId xmlns:a16="http://schemas.microsoft.com/office/drawing/2014/main" id="{60679A0E-0963-4CD4-9500-FFD2684B7A56}"/>
              </a:ext>
            </a:extLst>
          </p:cNvPr>
          <p:cNvSpPr txBox="1"/>
          <p:nvPr/>
        </p:nvSpPr>
        <p:spPr bwMode="auto">
          <a:xfrm>
            <a:off x="6477000" y="872434"/>
            <a:ext cx="5365062" cy="5380191"/>
          </a:xfrm>
          <a:prstGeom prst="rect">
            <a:avLst/>
          </a:prstGeom>
          <a:noFill/>
          <a:ln w="9525">
            <a:noFill/>
            <a:miter lim="800000"/>
            <a:headEnd/>
            <a:tailEnd/>
          </a:ln>
          <a:effectLst/>
        </p:spPr>
        <p:txBody>
          <a:bodyPr wrap="square">
            <a:spAutoFit/>
          </a:bodyPr>
          <a:lstStyle/>
          <a:p>
            <a:pPr marL="252000" indent="-25200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800" kern="0" dirty="0">
                <a:latin typeface="Arial" panose="020B0604020202020204" pitchFamily="34" charset="0"/>
              </a:rPr>
              <a:t>The PSOC™ Edge features two power domains:</a:t>
            </a:r>
          </a:p>
          <a:p>
            <a:pPr marL="861585" lvl="1" indent="-25200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800" kern="0" dirty="0">
                <a:latin typeface="Arial" panose="020B0604020202020204" pitchFamily="34" charset="0"/>
              </a:rPr>
              <a:t>PD0: Always-on low-power domain.</a:t>
            </a:r>
          </a:p>
          <a:p>
            <a:pPr marL="861585" lvl="1" indent="-25200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800" kern="0" dirty="0">
                <a:latin typeface="Arial" panose="020B0604020202020204" pitchFamily="34" charset="0"/>
              </a:rPr>
              <a:t>PD1: High-performance domain.</a:t>
            </a:r>
          </a:p>
          <a:p>
            <a:pPr marL="252000" indent="-25200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800" kern="0" dirty="0">
                <a:latin typeface="Arial" panose="020B0604020202020204" pitchFamily="34" charset="0"/>
              </a:rPr>
              <a:t>Power Source and Operating voltage: </a:t>
            </a:r>
          </a:p>
          <a:p>
            <a:pPr marL="861585" lvl="1" indent="-25200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800" kern="0" dirty="0">
                <a:latin typeface="Arial" panose="020B0604020202020204" pitchFamily="34" charset="0"/>
              </a:rPr>
              <a:t>Both PD0 and PD1 are powered by the internal buck output and operate at same voltage level.</a:t>
            </a:r>
          </a:p>
          <a:p>
            <a:pPr marL="252000" indent="-25200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800" kern="0" dirty="0">
                <a:latin typeface="Arial" panose="020B0604020202020204" pitchFamily="34" charset="0"/>
              </a:rPr>
              <a:t>Independent Control and flexibility: </a:t>
            </a:r>
          </a:p>
          <a:p>
            <a:pPr marL="861585" lvl="1" indent="-25200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800" kern="0" dirty="0">
                <a:latin typeface="Arial" panose="020B0604020202020204" pitchFamily="34" charset="0"/>
              </a:rPr>
              <a:t>PD1 can be independently switched off without affecting PD0.</a:t>
            </a:r>
          </a:p>
          <a:p>
            <a:pPr marL="861585" lvl="1" indent="-25200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800" kern="0" dirty="0">
                <a:latin typeface="Arial" panose="020B0604020202020204" pitchFamily="34" charset="0"/>
              </a:rPr>
              <a:t>PD1 can be reactivated as necessary for </a:t>
            </a:r>
            <a:r>
              <a:rPr lang="en-US" sz="1800" kern="0">
                <a:latin typeface="Arial" panose="020B0604020202020204" pitchFamily="34" charset="0"/>
              </a:rPr>
              <a:t>performance needs.</a:t>
            </a:r>
            <a:endParaRPr lang="en-US" sz="1800" kern="0" dirty="0">
              <a:latin typeface="Arial" panose="020B0604020202020204" pitchFamily="34" charset="0"/>
            </a:endParaRPr>
          </a:p>
          <a:p>
            <a:pPr marL="252000" indent="-25200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800" kern="0" dirty="0">
                <a:latin typeface="Arial" panose="020B0604020202020204" pitchFamily="34" charset="0"/>
              </a:rPr>
              <a:t>Power Conservation:</a:t>
            </a:r>
          </a:p>
          <a:p>
            <a:pPr marL="861585" lvl="1" indent="-25200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800" kern="0" dirty="0">
                <a:latin typeface="Arial" panose="020B0604020202020204" pitchFamily="34" charset="0"/>
              </a:rPr>
              <a:t> When high-performance peripherals are not needed, PD1 can be turned off to save power.</a:t>
            </a:r>
          </a:p>
        </p:txBody>
      </p:sp>
      <p:pic>
        <p:nvPicPr>
          <p:cNvPr id="12" name="Picture 11">
            <a:extLst>
              <a:ext uri="{FF2B5EF4-FFF2-40B4-BE49-F238E27FC236}">
                <a16:creationId xmlns:a16="http://schemas.microsoft.com/office/drawing/2014/main" id="{15CDAA69-CDCE-4AF3-9038-F7A934319B0E}"/>
              </a:ext>
            </a:extLst>
          </p:cNvPr>
          <p:cNvPicPr>
            <a:picLocks noChangeAspect="1"/>
          </p:cNvPicPr>
          <p:nvPr/>
        </p:nvPicPr>
        <p:blipFill>
          <a:blip r:embed="rId3"/>
          <a:stretch>
            <a:fillRect/>
          </a:stretch>
        </p:blipFill>
        <p:spPr>
          <a:xfrm>
            <a:off x="53542" y="1361516"/>
            <a:ext cx="6423458" cy="4134967"/>
          </a:xfrm>
          <a:prstGeom prst="rect">
            <a:avLst/>
          </a:prstGeom>
          <a:ln w="9525" cap="flat" cmpd="sng" algn="ctr">
            <a:solidFill>
              <a:schemeClr val="tx1"/>
            </a:solidFill>
            <a:prstDash val="solid"/>
            <a:round/>
            <a:headEnd type="none" w="med" len="med"/>
            <a:tailEnd type="none" w="med" len="med"/>
          </a:ln>
        </p:spPr>
      </p:pic>
    </p:spTree>
    <p:extLst>
      <p:ext uri="{BB962C8B-B14F-4D97-AF65-F5344CB8AC3E}">
        <p14:creationId xmlns:p14="http://schemas.microsoft.com/office/powerpoint/2010/main" val="3355971258"/>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D40D1A-FCDC-42B1-AF28-F5A914D82268}"/>
              </a:ext>
            </a:extLst>
          </p:cNvPr>
          <p:cNvSpPr>
            <a:spLocks noGrp="1"/>
          </p:cNvSpPr>
          <p:nvPr>
            <p:ph sz="quarter" idx="13" hasCustomPrompt="1"/>
          </p:nvPr>
        </p:nvSpPr>
        <p:spPr>
          <a:xfrm>
            <a:off x="334800" y="1268414"/>
            <a:ext cx="8137464" cy="5113337"/>
          </a:xfrm>
        </p:spPr>
        <p:txBody>
          <a:bodyPr/>
          <a:lstStyle/>
          <a:p>
            <a:r>
              <a:rPr dirty="0"/>
              <a:t>Four top-level linker files</a:t>
            </a:r>
          </a:p>
          <a:p>
            <a:pPr lvl="1"/>
            <a:r>
              <a:rPr dirty="0"/>
              <a:t>Bootloader</a:t>
            </a:r>
          </a:p>
          <a:p>
            <a:pPr lvl="1"/>
            <a:r>
              <a:rPr dirty="0"/>
              <a:t>CM33 Secure</a:t>
            </a:r>
          </a:p>
          <a:p>
            <a:pPr lvl="1"/>
            <a:r>
              <a:rPr dirty="0"/>
              <a:t>CM33 Non</a:t>
            </a:r>
            <a:r>
              <a:rPr lang="en-US" dirty="0"/>
              <a:t>-</a:t>
            </a:r>
            <a:r>
              <a:rPr dirty="0"/>
              <a:t>secure</a:t>
            </a:r>
          </a:p>
          <a:p>
            <a:pPr lvl="1"/>
            <a:r>
              <a:rPr dirty="0"/>
              <a:t>CM55</a:t>
            </a:r>
          </a:p>
          <a:p>
            <a:pPr lvl="1"/>
            <a:endParaRPr lang="en-US" dirty="0"/>
          </a:p>
          <a:p>
            <a:r>
              <a:rPr dirty="0"/>
              <a:t>Three generated memory </a:t>
            </a:r>
            <a:r>
              <a:rPr i="1" dirty="0"/>
              <a:t>include</a:t>
            </a:r>
            <a:r>
              <a:rPr dirty="0"/>
              <a:t> files</a:t>
            </a:r>
          </a:p>
          <a:p>
            <a:pPr lvl="1"/>
            <a:r>
              <a:rPr dirty="0"/>
              <a:t>CM33 Secure</a:t>
            </a:r>
          </a:p>
          <a:p>
            <a:pPr lvl="1"/>
            <a:r>
              <a:rPr dirty="0"/>
              <a:t>CM33 Non</a:t>
            </a:r>
            <a:r>
              <a:rPr lang="en-US" dirty="0"/>
              <a:t>-</a:t>
            </a:r>
            <a:r>
              <a:rPr dirty="0"/>
              <a:t>secure</a:t>
            </a:r>
          </a:p>
          <a:p>
            <a:pPr lvl="1"/>
            <a:r>
              <a:rPr dirty="0"/>
              <a:t>CM55</a:t>
            </a:r>
          </a:p>
          <a:p>
            <a:pPr lvl="1"/>
            <a:endParaRPr lang="en-US" dirty="0"/>
          </a:p>
          <a:p>
            <a:r>
              <a:rPr dirty="0"/>
              <a:t>Generated memory </a:t>
            </a:r>
            <a:r>
              <a:rPr i="1" dirty="0"/>
              <a:t>include</a:t>
            </a:r>
            <a:r>
              <a:rPr dirty="0"/>
              <a:t> files come from </a:t>
            </a:r>
            <a:r>
              <a:rPr lang="en-US" dirty="0"/>
              <a:t>the </a:t>
            </a:r>
            <a:r>
              <a:rPr dirty="0"/>
              <a:t>Device Configurator</a:t>
            </a:r>
            <a:endParaRPr lang="en-US" dirty="0"/>
          </a:p>
          <a:p>
            <a:endParaRPr dirty="0"/>
          </a:p>
          <a:p>
            <a:r>
              <a:rPr b="1" dirty="0"/>
              <a:t>New user defined memory regions require direct modification to top-level linker file</a:t>
            </a:r>
            <a:r>
              <a:rPr lang="en-US" b="1" dirty="0"/>
              <a:t>s</a:t>
            </a:r>
            <a:r>
              <a:rPr b="1" dirty="0"/>
              <a:t> to leverage generated content</a:t>
            </a:r>
          </a:p>
          <a:p>
            <a:pPr lvl="1"/>
            <a:endParaRPr lang="en-US" dirty="0"/>
          </a:p>
          <a:p>
            <a:endParaRPr lang="en-US" dirty="0"/>
          </a:p>
        </p:txBody>
      </p:sp>
      <p:sp>
        <p:nvSpPr>
          <p:cNvPr id="3" name="Title 2">
            <a:extLst>
              <a:ext uri="{FF2B5EF4-FFF2-40B4-BE49-F238E27FC236}">
                <a16:creationId xmlns:a16="http://schemas.microsoft.com/office/drawing/2014/main" id="{73544046-80E2-481F-8FE2-6EBC4FD6034E}"/>
              </a:ext>
            </a:extLst>
          </p:cNvPr>
          <p:cNvSpPr>
            <a:spLocks noGrp="1"/>
          </p:cNvSpPr>
          <p:nvPr>
            <p:ph type="title" hasCustomPrompt="1"/>
          </p:nvPr>
        </p:nvSpPr>
        <p:spPr/>
        <p:txBody>
          <a:bodyPr/>
          <a:lstStyle/>
          <a:p>
            <a:r>
              <a:t>Linker Scripts </a:t>
            </a:r>
          </a:p>
        </p:txBody>
      </p:sp>
      <p:grpSp>
        <p:nvGrpSpPr>
          <p:cNvPr id="24" name="Group 23">
            <a:extLst>
              <a:ext uri="{FF2B5EF4-FFF2-40B4-BE49-F238E27FC236}">
                <a16:creationId xmlns:a16="http://schemas.microsoft.com/office/drawing/2014/main" id="{16CD8503-BC22-E22D-3D22-C174776ABA0D}"/>
              </a:ext>
            </a:extLst>
          </p:cNvPr>
          <p:cNvGrpSpPr/>
          <p:nvPr/>
        </p:nvGrpSpPr>
        <p:grpSpPr>
          <a:xfrm>
            <a:off x="6386226" y="573713"/>
            <a:ext cx="2806691" cy="3245999"/>
            <a:chOff x="8374552" y="1261587"/>
            <a:chExt cx="3287454" cy="3802012"/>
          </a:xfrm>
        </p:grpSpPr>
        <p:pic>
          <p:nvPicPr>
            <p:cNvPr id="9" name="Picture 8">
              <a:extLst>
                <a:ext uri="{FF2B5EF4-FFF2-40B4-BE49-F238E27FC236}">
                  <a16:creationId xmlns:a16="http://schemas.microsoft.com/office/drawing/2014/main" id="{A1D1768A-9E8D-0A7E-E903-3D61277C4588}"/>
                </a:ext>
              </a:extLst>
            </p:cNvPr>
            <p:cNvPicPr>
              <a:picLocks noChangeAspect="1"/>
            </p:cNvPicPr>
            <p:nvPr/>
          </p:nvPicPr>
          <p:blipFill>
            <a:blip r:embed="rId3"/>
            <a:stretch>
              <a:fillRect/>
            </a:stretch>
          </p:blipFill>
          <p:spPr>
            <a:xfrm>
              <a:off x="8374552" y="1261587"/>
              <a:ext cx="3287454" cy="3802012"/>
            </a:xfrm>
            <a:prstGeom prst="rect">
              <a:avLst/>
            </a:prstGeom>
            <a:ln w="28575">
              <a:solidFill>
                <a:schemeClr val="accent1"/>
              </a:solidFill>
            </a:ln>
          </p:spPr>
        </p:pic>
        <p:sp>
          <p:nvSpPr>
            <p:cNvPr id="10" name="Rectangle 9">
              <a:extLst>
                <a:ext uri="{FF2B5EF4-FFF2-40B4-BE49-F238E27FC236}">
                  <a16:creationId xmlns:a16="http://schemas.microsoft.com/office/drawing/2014/main" id="{3FF63785-74F1-F7DB-3E93-34DDC8D40938}"/>
                </a:ext>
              </a:extLst>
            </p:cNvPr>
            <p:cNvSpPr/>
            <p:nvPr/>
          </p:nvSpPr>
          <p:spPr bwMode="auto">
            <a:xfrm>
              <a:off x="9133082" y="2781300"/>
              <a:ext cx="1387281" cy="561975"/>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1" name="Rectangle 10">
              <a:extLst>
                <a:ext uri="{FF2B5EF4-FFF2-40B4-BE49-F238E27FC236}">
                  <a16:creationId xmlns:a16="http://schemas.microsoft.com/office/drawing/2014/main" id="{8BD61082-0AB0-2682-9191-BCCEAB80E39C}"/>
                </a:ext>
              </a:extLst>
            </p:cNvPr>
            <p:cNvSpPr/>
            <p:nvPr/>
          </p:nvSpPr>
          <p:spPr bwMode="auto">
            <a:xfrm>
              <a:off x="9133082" y="4324350"/>
              <a:ext cx="1387281" cy="216919"/>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grpSp>
      <p:grpSp>
        <p:nvGrpSpPr>
          <p:cNvPr id="22" name="Group 21">
            <a:extLst>
              <a:ext uri="{FF2B5EF4-FFF2-40B4-BE49-F238E27FC236}">
                <a16:creationId xmlns:a16="http://schemas.microsoft.com/office/drawing/2014/main" id="{44FBD9AE-099B-BBA1-8D70-10913E607669}"/>
              </a:ext>
            </a:extLst>
          </p:cNvPr>
          <p:cNvGrpSpPr/>
          <p:nvPr/>
        </p:nvGrpSpPr>
        <p:grpSpPr>
          <a:xfrm>
            <a:off x="8688288" y="2031654"/>
            <a:ext cx="2740067" cy="4366901"/>
            <a:chOff x="4713817" y="1388385"/>
            <a:chExt cx="3209419" cy="5114916"/>
          </a:xfrm>
        </p:grpSpPr>
        <p:pic>
          <p:nvPicPr>
            <p:cNvPr id="15" name="Picture 14">
              <a:extLst>
                <a:ext uri="{FF2B5EF4-FFF2-40B4-BE49-F238E27FC236}">
                  <a16:creationId xmlns:a16="http://schemas.microsoft.com/office/drawing/2014/main" id="{3C95EF11-6CEE-D859-E252-C90CAD043BF9}"/>
                </a:ext>
              </a:extLst>
            </p:cNvPr>
            <p:cNvPicPr>
              <a:picLocks noChangeAspect="1"/>
            </p:cNvPicPr>
            <p:nvPr/>
          </p:nvPicPr>
          <p:blipFill>
            <a:blip r:embed="rId4"/>
            <a:srcRect l="1884" r="4556"/>
            <a:stretch>
              <a:fillRect/>
            </a:stretch>
          </p:blipFill>
          <p:spPr>
            <a:xfrm>
              <a:off x="4713818" y="2043798"/>
              <a:ext cx="3209418" cy="4459503"/>
            </a:xfrm>
            <a:prstGeom prst="rect">
              <a:avLst/>
            </a:prstGeom>
            <a:ln w="28575">
              <a:solidFill>
                <a:schemeClr val="accent1"/>
              </a:solidFill>
            </a:ln>
          </p:spPr>
        </p:pic>
        <p:pic>
          <p:nvPicPr>
            <p:cNvPr id="13" name="Picture 12">
              <a:extLst>
                <a:ext uri="{FF2B5EF4-FFF2-40B4-BE49-F238E27FC236}">
                  <a16:creationId xmlns:a16="http://schemas.microsoft.com/office/drawing/2014/main" id="{7236523D-5087-EA85-A56E-40724F127199}"/>
                </a:ext>
              </a:extLst>
            </p:cNvPr>
            <p:cNvPicPr>
              <a:picLocks noChangeAspect="1"/>
            </p:cNvPicPr>
            <p:nvPr/>
          </p:nvPicPr>
          <p:blipFill>
            <a:blip r:embed="rId5"/>
            <a:srcRect l="938" b="36132"/>
            <a:stretch>
              <a:fillRect/>
            </a:stretch>
          </p:blipFill>
          <p:spPr>
            <a:xfrm>
              <a:off x="4713817" y="1388385"/>
              <a:ext cx="3209419" cy="1004182"/>
            </a:xfrm>
            <a:prstGeom prst="flowChartDocument">
              <a:avLst/>
            </a:prstGeom>
            <a:ln w="28575">
              <a:solidFill>
                <a:schemeClr val="accent1"/>
              </a:solidFill>
            </a:ln>
          </p:spPr>
        </p:pic>
        <p:sp>
          <p:nvSpPr>
            <p:cNvPr id="19" name="Rectangle 18">
              <a:extLst>
                <a:ext uri="{FF2B5EF4-FFF2-40B4-BE49-F238E27FC236}">
                  <a16:creationId xmlns:a16="http://schemas.microsoft.com/office/drawing/2014/main" id="{0FC260AB-031A-4580-9210-0C2CC6FDC910}"/>
                </a:ext>
              </a:extLst>
            </p:cNvPr>
            <p:cNvSpPr/>
            <p:nvPr/>
          </p:nvSpPr>
          <p:spPr bwMode="auto">
            <a:xfrm>
              <a:off x="5132855" y="4076508"/>
              <a:ext cx="1747205" cy="561975"/>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grpSp>
    </p:spTree>
    <p:extLst>
      <p:ext uri="{BB962C8B-B14F-4D97-AF65-F5344CB8AC3E}">
        <p14:creationId xmlns:p14="http://schemas.microsoft.com/office/powerpoint/2010/main" val="3009268047"/>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58646B-0312-871A-A5EC-7F865179F889}"/>
              </a:ext>
            </a:extLst>
          </p:cNvPr>
          <p:cNvSpPr>
            <a:spLocks noGrp="1"/>
          </p:cNvSpPr>
          <p:nvPr>
            <p:ph sz="quarter" idx="13" hasCustomPrompt="1"/>
          </p:nvPr>
        </p:nvSpPr>
        <p:spPr/>
        <p:txBody>
          <a:bodyPr/>
          <a:lstStyle/>
          <a:p>
            <a:pPr>
              <a:lnSpc>
                <a:spcPct val="100000"/>
              </a:lnSpc>
            </a:pPr>
            <a:r>
              <a:rPr dirty="0"/>
              <a:t>Applications </a:t>
            </a:r>
          </a:p>
          <a:p>
            <a:pPr lvl="1">
              <a:lnSpc>
                <a:spcPct val="100000"/>
              </a:lnSpc>
              <a:buFont typeface="Arial" panose="020B0604020202020204" pitchFamily="34" charset="0"/>
              <a:buChar char="‒"/>
            </a:pPr>
            <a:r>
              <a:rPr dirty="0"/>
              <a:t>Code examples </a:t>
            </a:r>
          </a:p>
          <a:p>
            <a:pPr lvl="1">
              <a:lnSpc>
                <a:spcPct val="100000"/>
              </a:lnSpc>
              <a:spcAft>
                <a:spcPts val="1200"/>
              </a:spcAft>
              <a:buFont typeface="Arial" panose="020B0604020202020204" pitchFamily="34" charset="0"/>
              <a:buChar char="‒"/>
            </a:pPr>
            <a:r>
              <a:rPr dirty="0"/>
              <a:t>Reference Designs</a:t>
            </a:r>
          </a:p>
          <a:p>
            <a:pPr lvl="1">
              <a:lnSpc>
                <a:spcPct val="100000"/>
              </a:lnSpc>
              <a:spcAft>
                <a:spcPts val="1200"/>
              </a:spcAft>
              <a:buNone/>
            </a:pPr>
            <a:endParaRPr lang="en-US" dirty="0"/>
          </a:p>
          <a:p>
            <a:pPr lvl="1">
              <a:lnSpc>
                <a:spcPct val="100000"/>
              </a:lnSpc>
              <a:spcAft>
                <a:spcPts val="1200"/>
              </a:spcAft>
              <a:buFont typeface="Arial" panose="020B0604020202020204" pitchFamily="34" charset="0"/>
              <a:buChar char="‒"/>
            </a:pPr>
            <a:endParaRPr lang="en-US" dirty="0"/>
          </a:p>
          <a:p>
            <a:pPr>
              <a:lnSpc>
                <a:spcPct val="100000"/>
              </a:lnSpc>
              <a:spcAft>
                <a:spcPts val="1200"/>
              </a:spcAft>
              <a:buFont typeface="Arial" panose="020B0604020202020204" pitchFamily="34" charset="0"/>
              <a:buChar char="‒"/>
            </a:pPr>
            <a:r>
              <a:rPr dirty="0"/>
              <a:t>Middleware Libraries</a:t>
            </a:r>
          </a:p>
          <a:p>
            <a:pPr lvl="1">
              <a:lnSpc>
                <a:spcPct val="100000"/>
              </a:lnSpc>
              <a:spcAft>
                <a:spcPts val="1200"/>
              </a:spcAft>
              <a:buFont typeface="Wingdings" panose="05000000000000000000" pitchFamily="2" charset="2"/>
              <a:buChar char="Ø"/>
            </a:pPr>
            <a:endParaRPr lang="en-US" dirty="0"/>
          </a:p>
        </p:txBody>
      </p:sp>
      <p:sp>
        <p:nvSpPr>
          <p:cNvPr id="3" name="Title 2">
            <a:extLst>
              <a:ext uri="{FF2B5EF4-FFF2-40B4-BE49-F238E27FC236}">
                <a16:creationId xmlns:a16="http://schemas.microsoft.com/office/drawing/2014/main" id="{002FB76F-CB34-AE22-1595-2F4C0C63153B}"/>
              </a:ext>
            </a:extLst>
          </p:cNvPr>
          <p:cNvSpPr>
            <a:spLocks noGrp="1"/>
          </p:cNvSpPr>
          <p:nvPr>
            <p:ph type="title" hasCustomPrompt="1"/>
          </p:nvPr>
        </p:nvSpPr>
        <p:spPr/>
        <p:txBody>
          <a:bodyPr/>
          <a:lstStyle/>
          <a:p>
            <a:r>
              <a:t>Firmware/application development :Software Resources</a:t>
            </a:r>
          </a:p>
        </p:txBody>
      </p:sp>
      <p:cxnSp>
        <p:nvCxnSpPr>
          <p:cNvPr id="18" name="Straight Arrow Connector 17">
            <a:extLst>
              <a:ext uri="{FF2B5EF4-FFF2-40B4-BE49-F238E27FC236}">
                <a16:creationId xmlns:a16="http://schemas.microsoft.com/office/drawing/2014/main" id="{0CB2796D-0CB8-4526-8F6C-5E8B80E1DF40}"/>
              </a:ext>
            </a:extLst>
          </p:cNvPr>
          <p:cNvCxnSpPr>
            <a:cxnSpLocks/>
          </p:cNvCxnSpPr>
          <p:nvPr/>
        </p:nvCxnSpPr>
        <p:spPr>
          <a:xfrm>
            <a:off x="2783632" y="3140968"/>
            <a:ext cx="1728192"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5" name="Straight Arrow Connector 14">
            <a:extLst>
              <a:ext uri="{FF2B5EF4-FFF2-40B4-BE49-F238E27FC236}">
                <a16:creationId xmlns:a16="http://schemas.microsoft.com/office/drawing/2014/main" id="{4D054A2F-3801-4AC0-92C0-524084E8EDAE}"/>
              </a:ext>
            </a:extLst>
          </p:cNvPr>
          <p:cNvCxnSpPr>
            <a:cxnSpLocks/>
          </p:cNvCxnSpPr>
          <p:nvPr/>
        </p:nvCxnSpPr>
        <p:spPr>
          <a:xfrm>
            <a:off x="2241900" y="1556792"/>
            <a:ext cx="2269924" cy="384868"/>
          </a:xfrm>
          <a:prstGeom prst="bentConnector3">
            <a:avLst>
              <a:gd name="adj1" fmla="val 50000"/>
            </a:avLst>
          </a:prstGeom>
          <a:ln>
            <a:tailEnd type="triangle"/>
          </a:ln>
        </p:spPr>
        <p:style>
          <a:lnRef idx="3">
            <a:schemeClr val="accent6"/>
          </a:lnRef>
          <a:fillRef idx="0">
            <a:schemeClr val="accent6"/>
          </a:fillRef>
          <a:effectRef idx="2">
            <a:schemeClr val="accent6"/>
          </a:effectRef>
          <a:fontRef idx="minor">
            <a:schemeClr val="tx1"/>
          </a:fontRef>
        </p:style>
      </p:cxnSp>
      <p:pic>
        <p:nvPicPr>
          <p:cNvPr id="4" name="Picture 3">
            <a:extLst>
              <a:ext uri="{FF2B5EF4-FFF2-40B4-BE49-F238E27FC236}">
                <a16:creationId xmlns:a16="http://schemas.microsoft.com/office/drawing/2014/main" id="{ED753DBA-032B-B1B2-CB54-53CC577B92CC}"/>
              </a:ext>
            </a:extLst>
          </p:cNvPr>
          <p:cNvPicPr>
            <a:picLocks noChangeAspect="1"/>
          </p:cNvPicPr>
          <p:nvPr/>
        </p:nvPicPr>
        <p:blipFill>
          <a:blip r:embed="rId3"/>
          <a:stretch>
            <a:fillRect/>
          </a:stretch>
        </p:blipFill>
        <p:spPr>
          <a:xfrm>
            <a:off x="4558927" y="1510272"/>
            <a:ext cx="7106597" cy="3952781"/>
          </a:xfrm>
          <a:prstGeom prst="rect">
            <a:avLst/>
          </a:prstGeom>
        </p:spPr>
      </p:pic>
      <p:sp>
        <p:nvSpPr>
          <p:cNvPr id="5" name="Rectangle 4">
            <a:extLst>
              <a:ext uri="{FF2B5EF4-FFF2-40B4-BE49-F238E27FC236}">
                <a16:creationId xmlns:a16="http://schemas.microsoft.com/office/drawing/2014/main" id="{509C4317-A142-1A0A-67BC-6CA9848095E5}"/>
              </a:ext>
            </a:extLst>
          </p:cNvPr>
          <p:cNvSpPr/>
          <p:nvPr/>
        </p:nvSpPr>
        <p:spPr bwMode="auto">
          <a:xfrm>
            <a:off x="4558927" y="2309813"/>
            <a:ext cx="5332419" cy="1176337"/>
          </a:xfrm>
          <a:prstGeom prst="rect">
            <a:avLst/>
          </a:prstGeom>
          <a:noFill/>
          <a:ln w="5715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9" name="Rectangle 8">
            <a:extLst>
              <a:ext uri="{FF2B5EF4-FFF2-40B4-BE49-F238E27FC236}">
                <a16:creationId xmlns:a16="http://schemas.microsoft.com/office/drawing/2014/main" id="{7421F199-E38E-2E14-1A41-A351EA31F4FF}"/>
              </a:ext>
            </a:extLst>
          </p:cNvPr>
          <p:cNvSpPr/>
          <p:nvPr/>
        </p:nvSpPr>
        <p:spPr bwMode="auto">
          <a:xfrm>
            <a:off x="4558927" y="1510272"/>
            <a:ext cx="5332419" cy="720959"/>
          </a:xfrm>
          <a:prstGeom prst="rect">
            <a:avLst/>
          </a:prstGeom>
          <a:noFill/>
          <a:ln w="5715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400980072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 calcmode="lin" valueType="num">
                                      <p:cBhvr additive="base">
                                        <p:cTn id="11"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 calcmode="lin" valueType="num">
                                      <p:cBhvr additive="base">
                                        <p:cTn id="15"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
                                            <p:txEl>
                                              <p:pRg st="1" end="1"/>
                                            </p:txEl>
                                          </p:spTgt>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0-#ppt_w/2"/>
                                          </p:val>
                                        </p:tav>
                                        <p:tav tm="100000">
                                          <p:val>
                                            <p:strVal val="#ppt_x"/>
                                          </p:val>
                                        </p:tav>
                                      </p:tavLst>
                                    </p:anim>
                                    <p:anim calcmode="lin" valueType="num">
                                      <p:cBhvr additive="base">
                                        <p:cTn id="24"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anim calcmode="lin" valueType="num">
                                      <p:cBhvr additive="base">
                                        <p:cTn id="29" dur="500" fill="hold"/>
                                        <p:tgtEl>
                                          <p:spTgt spid="2">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8"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additive="base">
                                        <p:cTn id="33" dur="500" fill="hold"/>
                                        <p:tgtEl>
                                          <p:spTgt spid="18"/>
                                        </p:tgtEl>
                                        <p:attrNameLst>
                                          <p:attrName>ppt_x</p:attrName>
                                        </p:attrNameLst>
                                      </p:cBhvr>
                                      <p:tavLst>
                                        <p:tav tm="0">
                                          <p:val>
                                            <p:strVal val="0-#ppt_w/2"/>
                                          </p:val>
                                        </p:tav>
                                        <p:tav tm="100000">
                                          <p:val>
                                            <p:strVal val="#ppt_x"/>
                                          </p:val>
                                        </p:tav>
                                      </p:tavLst>
                                    </p:anim>
                                    <p:anim calcmode="lin" valueType="num">
                                      <p:cBhvr additive="base">
                                        <p:cTn id="34"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58646B-0312-871A-A5EC-7F865179F889}"/>
              </a:ext>
            </a:extLst>
          </p:cNvPr>
          <p:cNvSpPr>
            <a:spLocks noGrp="1"/>
          </p:cNvSpPr>
          <p:nvPr>
            <p:ph sz="quarter" idx="13" hasCustomPrompt="1"/>
          </p:nvPr>
        </p:nvSpPr>
        <p:spPr>
          <a:xfrm>
            <a:off x="334800" y="1268414"/>
            <a:ext cx="4033008" cy="5113337"/>
          </a:xfrm>
        </p:spPr>
        <p:txBody>
          <a:bodyPr/>
          <a:lstStyle/>
          <a:p>
            <a:pPr>
              <a:lnSpc>
                <a:spcPct val="100000"/>
              </a:lnSpc>
              <a:spcAft>
                <a:spcPts val="600"/>
              </a:spcAft>
            </a:pPr>
            <a:r>
              <a:rPr dirty="0"/>
              <a:t>Middleware Portability APIs </a:t>
            </a:r>
          </a:p>
          <a:p>
            <a:pPr lvl="1">
              <a:lnSpc>
                <a:spcPct val="100000"/>
              </a:lnSpc>
              <a:spcAft>
                <a:spcPts val="600"/>
              </a:spcAft>
              <a:buFontTx/>
              <a:buChar char="‒"/>
            </a:pPr>
            <a:r>
              <a:rPr dirty="0"/>
              <a:t>High-level APIs built on top of PDL</a:t>
            </a:r>
          </a:p>
          <a:p>
            <a:pPr lvl="1">
              <a:lnSpc>
                <a:spcPct val="100000"/>
              </a:lnSpc>
              <a:spcAft>
                <a:spcPts val="600"/>
              </a:spcAft>
              <a:buFontTx/>
              <a:buChar char="‒"/>
            </a:pPr>
            <a:r>
              <a:rPr dirty="0"/>
              <a:t>Hardware generic, so more portable</a:t>
            </a:r>
          </a:p>
          <a:p>
            <a:pPr lvl="1">
              <a:lnSpc>
                <a:spcPct val="100000"/>
              </a:lnSpc>
              <a:spcAft>
                <a:spcPts val="400"/>
              </a:spcAft>
              <a:buFontTx/>
              <a:buChar char="‒"/>
            </a:pPr>
            <a:r>
              <a:rPr dirty="0"/>
              <a:t>Architected to enable</a:t>
            </a:r>
            <a:r>
              <a:rPr dirty="0">
                <a:effectLst/>
                <a:latin typeface="+mj-lt"/>
              </a:rPr>
              <a:t> Infineon maintained middleware to work across a wider range of devices</a:t>
            </a:r>
          </a:p>
          <a:p>
            <a:pPr lvl="1">
              <a:lnSpc>
                <a:spcPct val="100000"/>
              </a:lnSpc>
              <a:spcAft>
                <a:spcPts val="400"/>
              </a:spcAft>
              <a:buFontTx/>
              <a:buChar char="‒"/>
            </a:pPr>
            <a:r>
              <a:rPr dirty="0">
                <a:latin typeface="+mj-lt"/>
              </a:rPr>
              <a:t>Replacement of the former </a:t>
            </a:r>
            <a:r>
              <a:rPr lang="en-US" dirty="0">
                <a:latin typeface="+mj-lt"/>
              </a:rPr>
              <a:t>ModusToolbox™ </a:t>
            </a:r>
            <a:r>
              <a:rPr dirty="0">
                <a:latin typeface="+mj-lt"/>
              </a:rPr>
              <a:t>HAL layer</a:t>
            </a:r>
          </a:p>
        </p:txBody>
      </p:sp>
      <p:sp>
        <p:nvSpPr>
          <p:cNvPr id="3" name="Title 2">
            <a:extLst>
              <a:ext uri="{FF2B5EF4-FFF2-40B4-BE49-F238E27FC236}">
                <a16:creationId xmlns:a16="http://schemas.microsoft.com/office/drawing/2014/main" id="{002FB76F-CB34-AE22-1595-2F4C0C63153B}"/>
              </a:ext>
            </a:extLst>
          </p:cNvPr>
          <p:cNvSpPr>
            <a:spLocks noGrp="1"/>
          </p:cNvSpPr>
          <p:nvPr>
            <p:ph type="title" hasCustomPrompt="1"/>
          </p:nvPr>
        </p:nvSpPr>
        <p:spPr/>
        <p:txBody>
          <a:bodyPr/>
          <a:lstStyle/>
          <a:p>
            <a:r>
              <a:t>Firmware/application development : Software Resources</a:t>
            </a:r>
          </a:p>
        </p:txBody>
      </p:sp>
      <p:pic>
        <p:nvPicPr>
          <p:cNvPr id="4" name="Picture 3">
            <a:extLst>
              <a:ext uri="{FF2B5EF4-FFF2-40B4-BE49-F238E27FC236}">
                <a16:creationId xmlns:a16="http://schemas.microsoft.com/office/drawing/2014/main" id="{ED7FF77E-2017-8129-DCF5-6B27747FB2FA}"/>
              </a:ext>
            </a:extLst>
          </p:cNvPr>
          <p:cNvPicPr>
            <a:picLocks noChangeAspect="1"/>
          </p:cNvPicPr>
          <p:nvPr/>
        </p:nvPicPr>
        <p:blipFill>
          <a:blip r:embed="rId3"/>
          <a:stretch>
            <a:fillRect/>
          </a:stretch>
        </p:blipFill>
        <p:spPr>
          <a:xfrm>
            <a:off x="4558927" y="1510272"/>
            <a:ext cx="7106597" cy="3952781"/>
          </a:xfrm>
          <a:prstGeom prst="rect">
            <a:avLst/>
          </a:prstGeom>
        </p:spPr>
      </p:pic>
      <p:sp>
        <p:nvSpPr>
          <p:cNvPr id="5" name="Rectangle 4">
            <a:extLst>
              <a:ext uri="{FF2B5EF4-FFF2-40B4-BE49-F238E27FC236}">
                <a16:creationId xmlns:a16="http://schemas.microsoft.com/office/drawing/2014/main" id="{2E6F21D2-23ED-BEC3-BF67-971C25C16EB7}"/>
              </a:ext>
            </a:extLst>
          </p:cNvPr>
          <p:cNvSpPr/>
          <p:nvPr/>
        </p:nvSpPr>
        <p:spPr bwMode="auto">
          <a:xfrm>
            <a:off x="4631531" y="4797152"/>
            <a:ext cx="1248445" cy="589236"/>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47329272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additive="base">
                                        <p:cTn id="15"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 calcmode="lin" valueType="num">
                                      <p:cBhvr additive="base">
                                        <p:cTn id="23" dur="5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2">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58646B-0312-871A-A5EC-7F865179F889}"/>
              </a:ext>
            </a:extLst>
          </p:cNvPr>
          <p:cNvSpPr>
            <a:spLocks noGrp="1"/>
          </p:cNvSpPr>
          <p:nvPr>
            <p:ph sz="quarter" idx="13" hasCustomPrompt="1"/>
          </p:nvPr>
        </p:nvSpPr>
        <p:spPr/>
        <p:txBody>
          <a:bodyPr/>
          <a:lstStyle/>
          <a:p>
            <a:pPr>
              <a:lnSpc>
                <a:spcPct val="100000"/>
              </a:lnSpc>
              <a:spcAft>
                <a:spcPts val="600"/>
              </a:spcAft>
            </a:pPr>
            <a:r>
              <a:t>Peripheral Driver Library (PDL)</a:t>
            </a:r>
          </a:p>
          <a:p>
            <a:pPr lvl="1">
              <a:lnSpc>
                <a:spcPct val="100000"/>
              </a:lnSpc>
              <a:spcAft>
                <a:spcPts val="600"/>
              </a:spcAft>
            </a:pPr>
            <a:r>
              <a:t>Set of low-level APIs</a:t>
            </a:r>
          </a:p>
          <a:p>
            <a:pPr lvl="1">
              <a:lnSpc>
                <a:spcPct val="100000"/>
              </a:lnSpc>
              <a:spcAft>
                <a:spcPts val="1200"/>
              </a:spcAft>
            </a:pPr>
            <a:r>
              <a:t>Hardware specific so less portable</a:t>
            </a:r>
            <a:br>
              <a:rPr/>
            </a:br>
            <a:endParaRPr lang="en-US" dirty="0"/>
          </a:p>
        </p:txBody>
      </p:sp>
      <p:sp>
        <p:nvSpPr>
          <p:cNvPr id="3" name="Title 2">
            <a:extLst>
              <a:ext uri="{FF2B5EF4-FFF2-40B4-BE49-F238E27FC236}">
                <a16:creationId xmlns:a16="http://schemas.microsoft.com/office/drawing/2014/main" id="{002FB76F-CB34-AE22-1595-2F4C0C63153B}"/>
              </a:ext>
            </a:extLst>
          </p:cNvPr>
          <p:cNvSpPr>
            <a:spLocks noGrp="1"/>
          </p:cNvSpPr>
          <p:nvPr>
            <p:ph type="title" hasCustomPrompt="1"/>
          </p:nvPr>
        </p:nvSpPr>
        <p:spPr/>
        <p:txBody>
          <a:bodyPr/>
          <a:lstStyle/>
          <a:p>
            <a:r>
              <a:t>Firmware/application development : Software Resources</a:t>
            </a:r>
          </a:p>
        </p:txBody>
      </p:sp>
      <p:pic>
        <p:nvPicPr>
          <p:cNvPr id="7" name="Picture 6">
            <a:extLst>
              <a:ext uri="{FF2B5EF4-FFF2-40B4-BE49-F238E27FC236}">
                <a16:creationId xmlns:a16="http://schemas.microsoft.com/office/drawing/2014/main" id="{5566D73E-723A-833F-C9AE-6A4507930AF6}"/>
              </a:ext>
            </a:extLst>
          </p:cNvPr>
          <p:cNvPicPr>
            <a:picLocks noChangeAspect="1"/>
          </p:cNvPicPr>
          <p:nvPr/>
        </p:nvPicPr>
        <p:blipFill>
          <a:blip r:embed="rId3"/>
          <a:stretch>
            <a:fillRect/>
          </a:stretch>
        </p:blipFill>
        <p:spPr>
          <a:xfrm>
            <a:off x="4558927" y="1510272"/>
            <a:ext cx="7106597" cy="3952781"/>
          </a:xfrm>
          <a:prstGeom prst="rect">
            <a:avLst/>
          </a:prstGeom>
        </p:spPr>
      </p:pic>
      <p:sp>
        <p:nvSpPr>
          <p:cNvPr id="10" name="Rectangle 9">
            <a:extLst>
              <a:ext uri="{FF2B5EF4-FFF2-40B4-BE49-F238E27FC236}">
                <a16:creationId xmlns:a16="http://schemas.microsoft.com/office/drawing/2014/main" id="{4D3995CD-05AF-94E7-18E6-E46F48AB94BD}"/>
              </a:ext>
            </a:extLst>
          </p:cNvPr>
          <p:cNvSpPr/>
          <p:nvPr/>
        </p:nvSpPr>
        <p:spPr bwMode="auto">
          <a:xfrm>
            <a:off x="5952580" y="4797152"/>
            <a:ext cx="1248445" cy="589236"/>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7857134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additive="base">
                                        <p:cTn id="15"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2FB76F-CB34-AE22-1595-2F4C0C63153B}"/>
              </a:ext>
            </a:extLst>
          </p:cNvPr>
          <p:cNvSpPr>
            <a:spLocks noGrp="1"/>
          </p:cNvSpPr>
          <p:nvPr>
            <p:ph type="title" hasCustomPrompt="1"/>
          </p:nvPr>
        </p:nvSpPr>
        <p:spPr/>
        <p:txBody>
          <a:bodyPr/>
          <a:lstStyle/>
          <a:p>
            <a:r>
              <a:t>Firmware/application development : Software Resources</a:t>
            </a:r>
          </a:p>
        </p:txBody>
      </p:sp>
      <p:sp>
        <p:nvSpPr>
          <p:cNvPr id="7" name="Rectangle 6">
            <a:extLst>
              <a:ext uri="{FF2B5EF4-FFF2-40B4-BE49-F238E27FC236}">
                <a16:creationId xmlns:a16="http://schemas.microsoft.com/office/drawing/2014/main" id="{D05357C6-721D-4893-BB26-0D9355359854}"/>
              </a:ext>
            </a:extLst>
          </p:cNvPr>
          <p:cNvSpPr/>
          <p:nvPr/>
        </p:nvSpPr>
        <p:spPr>
          <a:xfrm>
            <a:off x="256104" y="1139768"/>
            <a:ext cx="7272808" cy="400110"/>
          </a:xfrm>
          <a:prstGeom prst="rect">
            <a:avLst/>
          </a:prstGeom>
        </p:spPr>
        <p:txBody>
          <a:bodyPr wrap="square">
            <a:spAutoFit/>
          </a:bodyPr>
          <a:lstStyle/>
          <a:p>
            <a:r>
              <a:rPr lang="en-US" sz="2000" dirty="0">
                <a:hlinkClick r:id="rId3"/>
              </a:rPr>
              <a:t>https://infineon.github.io/mtb-dsl-pse8xxgp/html/index.html</a:t>
            </a:r>
            <a:endParaRPr lang="en-US" sz="2000" dirty="0"/>
          </a:p>
        </p:txBody>
      </p:sp>
      <p:sp>
        <p:nvSpPr>
          <p:cNvPr id="10" name="Rectangle 9">
            <a:extLst>
              <a:ext uri="{FF2B5EF4-FFF2-40B4-BE49-F238E27FC236}">
                <a16:creationId xmlns:a16="http://schemas.microsoft.com/office/drawing/2014/main" id="{FF151FF6-00A3-434B-8BEA-1AA38CC02E27}"/>
              </a:ext>
            </a:extLst>
          </p:cNvPr>
          <p:cNvSpPr/>
          <p:nvPr/>
        </p:nvSpPr>
        <p:spPr bwMode="auto">
          <a:xfrm>
            <a:off x="256104" y="1128383"/>
            <a:ext cx="6881314" cy="434976"/>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pic>
        <p:nvPicPr>
          <p:cNvPr id="4" name="Picture 3">
            <a:extLst>
              <a:ext uri="{FF2B5EF4-FFF2-40B4-BE49-F238E27FC236}">
                <a16:creationId xmlns:a16="http://schemas.microsoft.com/office/drawing/2014/main" id="{733D3EFF-8F02-4826-95D3-C5FC329298D4}"/>
              </a:ext>
            </a:extLst>
          </p:cNvPr>
          <p:cNvPicPr>
            <a:picLocks noChangeAspect="1"/>
          </p:cNvPicPr>
          <p:nvPr/>
        </p:nvPicPr>
        <p:blipFill>
          <a:blip r:embed="rId4"/>
          <a:stretch>
            <a:fillRect/>
          </a:stretch>
        </p:blipFill>
        <p:spPr>
          <a:xfrm>
            <a:off x="1763688" y="1989471"/>
            <a:ext cx="8664624" cy="4515591"/>
          </a:xfrm>
          <a:prstGeom prst="rect">
            <a:avLst/>
          </a:prstGeom>
        </p:spPr>
      </p:pic>
    </p:spTree>
    <p:extLst>
      <p:ext uri="{BB962C8B-B14F-4D97-AF65-F5344CB8AC3E}">
        <p14:creationId xmlns:p14="http://schemas.microsoft.com/office/powerpoint/2010/main" val="401917580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729709D-23DC-4AAB-ADDD-C8F6EC273FC1}"/>
              </a:ext>
            </a:extLst>
          </p:cNvPr>
          <p:cNvPicPr>
            <a:picLocks noChangeAspect="1"/>
          </p:cNvPicPr>
          <p:nvPr/>
        </p:nvPicPr>
        <p:blipFill>
          <a:blip r:embed="rId3"/>
          <a:stretch>
            <a:fillRect/>
          </a:stretch>
        </p:blipFill>
        <p:spPr>
          <a:xfrm>
            <a:off x="545476" y="893412"/>
            <a:ext cx="10807170" cy="5415908"/>
          </a:xfrm>
          <a:prstGeom prst="rect">
            <a:avLst/>
          </a:prstGeom>
        </p:spPr>
      </p:pic>
      <p:sp>
        <p:nvSpPr>
          <p:cNvPr id="3" name="Title 2">
            <a:extLst>
              <a:ext uri="{FF2B5EF4-FFF2-40B4-BE49-F238E27FC236}">
                <a16:creationId xmlns:a16="http://schemas.microsoft.com/office/drawing/2014/main" id="{3E11BC4A-48FD-4A54-9E27-E913B98DDBA7}"/>
              </a:ext>
            </a:extLst>
          </p:cNvPr>
          <p:cNvSpPr>
            <a:spLocks noGrp="1"/>
          </p:cNvSpPr>
          <p:nvPr>
            <p:ph type="title" hasCustomPrompt="1"/>
          </p:nvPr>
        </p:nvSpPr>
        <p:spPr/>
        <p:txBody>
          <a:bodyPr/>
          <a:lstStyle/>
          <a:p>
            <a:br>
              <a:rPr/>
            </a:br>
            <a:br>
              <a:rPr/>
            </a:br>
            <a:r>
              <a:t>FreeRTOS support with ModusToolbox™</a:t>
            </a:r>
          </a:p>
        </p:txBody>
      </p:sp>
      <p:sp>
        <p:nvSpPr>
          <p:cNvPr id="9" name="Rectangle 8">
            <a:extLst>
              <a:ext uri="{FF2B5EF4-FFF2-40B4-BE49-F238E27FC236}">
                <a16:creationId xmlns:a16="http://schemas.microsoft.com/office/drawing/2014/main" id="{59F07130-7E38-4445-86BA-B3E8D54CB107}"/>
              </a:ext>
            </a:extLst>
          </p:cNvPr>
          <p:cNvSpPr/>
          <p:nvPr/>
        </p:nvSpPr>
        <p:spPr bwMode="auto">
          <a:xfrm>
            <a:off x="594360" y="4191000"/>
            <a:ext cx="1615440" cy="157732"/>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0" name="Rectangle 9">
            <a:extLst>
              <a:ext uri="{FF2B5EF4-FFF2-40B4-BE49-F238E27FC236}">
                <a16:creationId xmlns:a16="http://schemas.microsoft.com/office/drawing/2014/main" id="{5A490CCF-B560-4AB5-8FAC-CFB02E615E5E}"/>
              </a:ext>
            </a:extLst>
          </p:cNvPr>
          <p:cNvSpPr/>
          <p:nvPr/>
        </p:nvSpPr>
        <p:spPr bwMode="auto">
          <a:xfrm>
            <a:off x="3558540" y="4653136"/>
            <a:ext cx="487680" cy="15508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1" name="Rectangle 10">
            <a:extLst>
              <a:ext uri="{FF2B5EF4-FFF2-40B4-BE49-F238E27FC236}">
                <a16:creationId xmlns:a16="http://schemas.microsoft.com/office/drawing/2014/main" id="{0D3AF73E-88FC-4F63-AE65-AE126EE24C0D}"/>
              </a:ext>
            </a:extLst>
          </p:cNvPr>
          <p:cNvSpPr/>
          <p:nvPr/>
        </p:nvSpPr>
        <p:spPr bwMode="auto">
          <a:xfrm>
            <a:off x="4871864" y="2621280"/>
            <a:ext cx="2098509" cy="159648"/>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2" name="Rectangle 11">
            <a:extLst>
              <a:ext uri="{FF2B5EF4-FFF2-40B4-BE49-F238E27FC236}">
                <a16:creationId xmlns:a16="http://schemas.microsoft.com/office/drawing/2014/main" id="{1EFA4E7E-7E9B-4DFB-8E67-C7A32CFAA446}"/>
              </a:ext>
            </a:extLst>
          </p:cNvPr>
          <p:cNvSpPr/>
          <p:nvPr/>
        </p:nvSpPr>
        <p:spPr bwMode="auto">
          <a:xfrm>
            <a:off x="9646920" y="5367799"/>
            <a:ext cx="434340" cy="126222"/>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3" name="Rectangle 12">
            <a:extLst>
              <a:ext uri="{FF2B5EF4-FFF2-40B4-BE49-F238E27FC236}">
                <a16:creationId xmlns:a16="http://schemas.microsoft.com/office/drawing/2014/main" id="{DA18593A-A6A1-47E5-80F8-D41C39D6D7DF}"/>
              </a:ext>
            </a:extLst>
          </p:cNvPr>
          <p:cNvSpPr/>
          <p:nvPr/>
        </p:nvSpPr>
        <p:spPr bwMode="auto">
          <a:xfrm>
            <a:off x="10142221" y="5802879"/>
            <a:ext cx="441960" cy="155961"/>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348799161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9"/>
                                        </p:tgtEl>
                                        <p:attrNameLst>
                                          <p:attrName>style.visibility</p:attrName>
                                        </p:attrNameLst>
                                      </p:cBhvr>
                                      <p:to>
                                        <p:strVal val="hidden"/>
                                      </p:to>
                                    </p:set>
                                  </p:childTnLst>
                                </p:cTn>
                              </p:par>
                              <p:par>
                                <p:cTn id="12" presetID="21" presetClass="entr" presetSubtype="1"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heel(1)">
                                      <p:cBhvr>
                                        <p:cTn id="14" dur="20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10"/>
                                        </p:tgtEl>
                                        <p:attrNameLst>
                                          <p:attrName>style.visibility</p:attrName>
                                        </p:attrNameLst>
                                      </p:cBhvr>
                                      <p:to>
                                        <p:strVal val="hidden"/>
                                      </p:to>
                                    </p:set>
                                  </p:childTnLst>
                                </p:cTn>
                              </p:par>
                              <p:par>
                                <p:cTn id="19" presetID="21" presetClass="entr" presetSubtype="1"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heel(1)">
                                      <p:cBhvr>
                                        <p:cTn id="21" dur="20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11"/>
                                        </p:tgtEl>
                                        <p:attrNameLst>
                                          <p:attrName>style.visibility</p:attrName>
                                        </p:attrNameLst>
                                      </p:cBhvr>
                                      <p:to>
                                        <p:strVal val="hidden"/>
                                      </p:to>
                                    </p:set>
                                  </p:childTnLst>
                                </p:cTn>
                              </p:par>
                              <p:par>
                                <p:cTn id="26" presetID="21" presetClass="entr" presetSubtype="1"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heel(1)">
                                      <p:cBhvr>
                                        <p:cTn id="28" dur="20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12"/>
                                        </p:tgtEl>
                                        <p:attrNameLst>
                                          <p:attrName>style.visibility</p:attrName>
                                        </p:attrNameLst>
                                      </p:cBhvr>
                                      <p:to>
                                        <p:strVal val="hidden"/>
                                      </p:to>
                                    </p:set>
                                  </p:childTnLst>
                                </p:cTn>
                              </p:par>
                              <p:par>
                                <p:cTn id="33" presetID="21" presetClass="entr" presetSubtype="1"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heel(1)">
                                      <p:cBhvr>
                                        <p:cTn id="35" dur="20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1" nodeType="clickEffect">
                                  <p:stCondLst>
                                    <p:cond delay="0"/>
                                  </p:stCondLst>
                                  <p:childTnLst>
                                    <p:set>
                                      <p:cBhvr>
                                        <p:cTn id="39"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7968A6B8-84C1-4558-8730-7604483F80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7137" y="1134815"/>
            <a:ext cx="8582269" cy="5200855"/>
          </a:xfrm>
          <a:prstGeom prst="rect">
            <a:avLst/>
          </a:prstGeom>
        </p:spPr>
      </p:pic>
      <p:sp>
        <p:nvSpPr>
          <p:cNvPr id="3" name="Title 2">
            <a:extLst>
              <a:ext uri="{FF2B5EF4-FFF2-40B4-BE49-F238E27FC236}">
                <a16:creationId xmlns:a16="http://schemas.microsoft.com/office/drawing/2014/main" id="{33BAB0FF-00AE-4927-ADE7-2AEA4AA35691}"/>
              </a:ext>
            </a:extLst>
          </p:cNvPr>
          <p:cNvSpPr>
            <a:spLocks noGrp="1"/>
          </p:cNvSpPr>
          <p:nvPr>
            <p:ph type="title" hasCustomPrompt="1"/>
          </p:nvPr>
        </p:nvSpPr>
        <p:spPr/>
        <p:txBody>
          <a:bodyPr/>
          <a:lstStyle/>
          <a:p>
            <a:r>
              <a:t>PSOC™ Edge E84 MCU development kit – Top View </a:t>
            </a:r>
          </a:p>
        </p:txBody>
      </p:sp>
      <p:sp>
        <p:nvSpPr>
          <p:cNvPr id="6" name="Callout: Line with Accent Bar 5">
            <a:extLst>
              <a:ext uri="{FF2B5EF4-FFF2-40B4-BE49-F238E27FC236}">
                <a16:creationId xmlns:a16="http://schemas.microsoft.com/office/drawing/2014/main" id="{5F0D3F60-A52B-418C-A333-2F3ED7D0AB29}"/>
              </a:ext>
            </a:extLst>
          </p:cNvPr>
          <p:cNvSpPr/>
          <p:nvPr/>
        </p:nvSpPr>
        <p:spPr bwMode="auto">
          <a:xfrm flipH="1">
            <a:off x="1069738" y="1598554"/>
            <a:ext cx="982043" cy="201921"/>
          </a:xfrm>
          <a:prstGeom prst="accentCallout1">
            <a:avLst>
              <a:gd name="adj1" fmla="val 48512"/>
              <a:gd name="adj2" fmla="val 200"/>
              <a:gd name="adj3" fmla="val 102046"/>
              <a:gd name="adj4" fmla="val -23073"/>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KitProg USB </a:t>
            </a:r>
            <a:endParaRPr lang="en-US" sz="1000" dirty="0">
              <a:latin typeface="+mn-lt"/>
            </a:endParaRPr>
          </a:p>
        </p:txBody>
      </p:sp>
      <p:sp>
        <p:nvSpPr>
          <p:cNvPr id="7" name="Callout: Line with Accent Bar 6">
            <a:extLst>
              <a:ext uri="{FF2B5EF4-FFF2-40B4-BE49-F238E27FC236}">
                <a16:creationId xmlns:a16="http://schemas.microsoft.com/office/drawing/2014/main" id="{ADC24ADC-5DB7-42BC-AB72-59C15C264A46}"/>
              </a:ext>
            </a:extLst>
          </p:cNvPr>
          <p:cNvSpPr/>
          <p:nvPr/>
        </p:nvSpPr>
        <p:spPr bwMode="auto">
          <a:xfrm flipH="1">
            <a:off x="2703530" y="839146"/>
            <a:ext cx="1008112" cy="360039"/>
          </a:xfrm>
          <a:prstGeom prst="accentCallout1">
            <a:avLst>
              <a:gd name="adj1" fmla="val 48512"/>
              <a:gd name="adj2" fmla="val 200"/>
              <a:gd name="adj3" fmla="val 238087"/>
              <a:gd name="adj4" fmla="val -15497"/>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dirty="0">
                <a:latin typeface="+mn-lt"/>
              </a:rPr>
              <a:t>Ethernet RJ45; (DNI)</a:t>
            </a:r>
          </a:p>
        </p:txBody>
      </p:sp>
      <p:sp>
        <p:nvSpPr>
          <p:cNvPr id="8" name="Callout: Line with Accent Bar 7">
            <a:extLst>
              <a:ext uri="{FF2B5EF4-FFF2-40B4-BE49-F238E27FC236}">
                <a16:creationId xmlns:a16="http://schemas.microsoft.com/office/drawing/2014/main" id="{42B9DF47-545B-4E2A-947C-FF83E6768621}"/>
              </a:ext>
            </a:extLst>
          </p:cNvPr>
          <p:cNvSpPr/>
          <p:nvPr/>
        </p:nvSpPr>
        <p:spPr bwMode="auto">
          <a:xfrm flipH="1">
            <a:off x="4060572" y="925627"/>
            <a:ext cx="1153279" cy="224680"/>
          </a:xfrm>
          <a:prstGeom prst="accentCallout1">
            <a:avLst>
              <a:gd name="adj1" fmla="val 48512"/>
              <a:gd name="adj2" fmla="val 200"/>
              <a:gd name="adj3" fmla="val 886227"/>
              <a:gd name="adj4" fmla="val -62748"/>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M.2 Radio Socket</a:t>
            </a:r>
            <a:endParaRPr lang="en-US" sz="1000" dirty="0">
              <a:latin typeface="+mn-lt"/>
            </a:endParaRPr>
          </a:p>
        </p:txBody>
      </p:sp>
      <p:sp>
        <p:nvSpPr>
          <p:cNvPr id="9" name="Callout: Line with Accent Bar 8">
            <a:extLst>
              <a:ext uri="{FF2B5EF4-FFF2-40B4-BE49-F238E27FC236}">
                <a16:creationId xmlns:a16="http://schemas.microsoft.com/office/drawing/2014/main" id="{C9BEF024-1F92-43DA-8506-3C363932A0EA}"/>
              </a:ext>
            </a:extLst>
          </p:cNvPr>
          <p:cNvSpPr/>
          <p:nvPr/>
        </p:nvSpPr>
        <p:spPr bwMode="auto">
          <a:xfrm flipH="1">
            <a:off x="5260448" y="940304"/>
            <a:ext cx="722153" cy="175761"/>
          </a:xfrm>
          <a:prstGeom prst="accentCallout1">
            <a:avLst>
              <a:gd name="adj1" fmla="val 48512"/>
              <a:gd name="adj2" fmla="val 200"/>
              <a:gd name="adj3" fmla="val 853778"/>
              <a:gd name="adj4" fmla="val -144344"/>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I2S I/Os</a:t>
            </a:r>
            <a:br>
              <a:rPr lang="en-US" sz="1000">
                <a:latin typeface="+mn-lt"/>
              </a:rPr>
            </a:br>
            <a:r>
              <a:rPr lang="en-US" sz="1000">
                <a:latin typeface="+mn-lt"/>
              </a:rPr>
              <a:t>(DNI)</a:t>
            </a:r>
            <a:endParaRPr lang="en-US" sz="1000" dirty="0">
              <a:latin typeface="+mn-lt"/>
            </a:endParaRPr>
          </a:p>
        </p:txBody>
      </p:sp>
      <p:sp>
        <p:nvSpPr>
          <p:cNvPr id="10" name="Callout: Line with Accent Bar 9">
            <a:extLst>
              <a:ext uri="{FF2B5EF4-FFF2-40B4-BE49-F238E27FC236}">
                <a16:creationId xmlns:a16="http://schemas.microsoft.com/office/drawing/2014/main" id="{713B8C27-8E33-4171-8193-40251B4F45BE}"/>
              </a:ext>
            </a:extLst>
          </p:cNvPr>
          <p:cNvSpPr/>
          <p:nvPr/>
        </p:nvSpPr>
        <p:spPr bwMode="auto">
          <a:xfrm flipH="1">
            <a:off x="5930766" y="864715"/>
            <a:ext cx="1230266" cy="288379"/>
          </a:xfrm>
          <a:prstGeom prst="accentCallout1">
            <a:avLst>
              <a:gd name="adj1" fmla="val 48512"/>
              <a:gd name="adj2" fmla="val 200"/>
              <a:gd name="adj3" fmla="val 468566"/>
              <a:gd name="adj4" fmla="val -35991"/>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mikroBUS socket (Click); (DNI)</a:t>
            </a:r>
            <a:endParaRPr lang="en-US" sz="1000" dirty="0">
              <a:latin typeface="+mn-lt"/>
            </a:endParaRPr>
          </a:p>
        </p:txBody>
      </p:sp>
      <p:sp>
        <p:nvSpPr>
          <p:cNvPr id="11" name="Callout: Line with Accent Bar 10">
            <a:extLst>
              <a:ext uri="{FF2B5EF4-FFF2-40B4-BE49-F238E27FC236}">
                <a16:creationId xmlns:a16="http://schemas.microsoft.com/office/drawing/2014/main" id="{197CAB8F-15A9-4999-B55C-0E3DFAB81372}"/>
              </a:ext>
            </a:extLst>
          </p:cNvPr>
          <p:cNvSpPr/>
          <p:nvPr/>
        </p:nvSpPr>
        <p:spPr bwMode="auto">
          <a:xfrm flipH="1">
            <a:off x="971661" y="1225687"/>
            <a:ext cx="1080120" cy="201921"/>
          </a:xfrm>
          <a:prstGeom prst="accentCallout1">
            <a:avLst>
              <a:gd name="adj1" fmla="val 48512"/>
              <a:gd name="adj2" fmla="val 200"/>
              <a:gd name="adj3" fmla="val 388547"/>
              <a:gd name="adj4" fmla="val -82171"/>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KitProg (P5LP)</a:t>
            </a:r>
            <a:endParaRPr lang="en-US" sz="1000" dirty="0">
              <a:latin typeface="+mn-lt"/>
            </a:endParaRPr>
          </a:p>
        </p:txBody>
      </p:sp>
      <p:sp>
        <p:nvSpPr>
          <p:cNvPr id="12" name="Callout: Line with Accent Bar 11">
            <a:extLst>
              <a:ext uri="{FF2B5EF4-FFF2-40B4-BE49-F238E27FC236}">
                <a16:creationId xmlns:a16="http://schemas.microsoft.com/office/drawing/2014/main" id="{E36CBA44-8C85-41FE-8C99-E867BF7CCB47}"/>
              </a:ext>
            </a:extLst>
          </p:cNvPr>
          <p:cNvSpPr/>
          <p:nvPr/>
        </p:nvSpPr>
        <p:spPr bwMode="auto">
          <a:xfrm flipH="1">
            <a:off x="7300992" y="948385"/>
            <a:ext cx="961510" cy="201922"/>
          </a:xfrm>
          <a:prstGeom prst="accentCallout1">
            <a:avLst>
              <a:gd name="adj1" fmla="val 48512"/>
              <a:gd name="adj2" fmla="val 200"/>
              <a:gd name="adj3" fmla="val 323062"/>
              <a:gd name="adj4" fmla="val -8835"/>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I/O Headers</a:t>
            </a:r>
          </a:p>
          <a:p>
            <a:pPr algn="r" eaLnBrk="0" hangingPunct="0"/>
            <a:r>
              <a:rPr lang="en-US" sz="1000">
                <a:latin typeface="+mn-lt"/>
              </a:rPr>
              <a:t>(DNI)</a:t>
            </a:r>
            <a:endParaRPr lang="en-US" sz="1000" dirty="0">
              <a:latin typeface="+mn-lt"/>
            </a:endParaRPr>
          </a:p>
        </p:txBody>
      </p:sp>
      <p:sp>
        <p:nvSpPr>
          <p:cNvPr id="13" name="Callout: Line with Accent Bar 12">
            <a:extLst>
              <a:ext uri="{FF2B5EF4-FFF2-40B4-BE49-F238E27FC236}">
                <a16:creationId xmlns:a16="http://schemas.microsoft.com/office/drawing/2014/main" id="{04C9A610-3EAE-45CA-9C10-FE927D2C1C41}"/>
              </a:ext>
            </a:extLst>
          </p:cNvPr>
          <p:cNvSpPr/>
          <p:nvPr/>
        </p:nvSpPr>
        <p:spPr bwMode="auto">
          <a:xfrm>
            <a:off x="9572334" y="948385"/>
            <a:ext cx="1367286" cy="201922"/>
          </a:xfrm>
          <a:prstGeom prst="accentCallout1">
            <a:avLst>
              <a:gd name="adj1" fmla="val 48512"/>
              <a:gd name="adj2" fmla="val 200"/>
              <a:gd name="adj3" fmla="val 334206"/>
              <a:gd name="adj4" fmla="val -31945"/>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eaLnBrk="0" hangingPunct="0"/>
            <a:r>
              <a:rPr lang="en-US" sz="1000" dirty="0">
                <a:latin typeface="+mn-lt"/>
              </a:rPr>
              <a:t>Arduino UNO socket</a:t>
            </a:r>
          </a:p>
        </p:txBody>
      </p:sp>
      <p:sp>
        <p:nvSpPr>
          <p:cNvPr id="14" name="Callout: Line with Accent Bar 13">
            <a:extLst>
              <a:ext uri="{FF2B5EF4-FFF2-40B4-BE49-F238E27FC236}">
                <a16:creationId xmlns:a16="http://schemas.microsoft.com/office/drawing/2014/main" id="{A4AB6093-3BED-4C32-8FA7-004C32031BDE}"/>
              </a:ext>
            </a:extLst>
          </p:cNvPr>
          <p:cNvSpPr/>
          <p:nvPr/>
        </p:nvSpPr>
        <p:spPr bwMode="auto">
          <a:xfrm>
            <a:off x="10728248" y="1881098"/>
            <a:ext cx="1270738" cy="201922"/>
          </a:xfrm>
          <a:prstGeom prst="accentCallout1">
            <a:avLst>
              <a:gd name="adj1" fmla="val 48512"/>
              <a:gd name="adj2" fmla="val 200"/>
              <a:gd name="adj3" fmla="val 283911"/>
              <a:gd name="adj4" fmla="val -110871"/>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eaLnBrk="0" hangingPunct="0"/>
            <a:r>
              <a:rPr lang="en-US" sz="1000">
                <a:latin typeface="+mn-lt"/>
              </a:rPr>
              <a:t>Sheild2GO socket; </a:t>
            </a:r>
          </a:p>
          <a:p>
            <a:pPr eaLnBrk="0" hangingPunct="0"/>
            <a:r>
              <a:rPr lang="en-US" sz="1000">
                <a:latin typeface="+mn-lt"/>
              </a:rPr>
              <a:t>(DNI)</a:t>
            </a:r>
            <a:endParaRPr lang="en-US" sz="1000" dirty="0">
              <a:latin typeface="+mn-lt"/>
            </a:endParaRPr>
          </a:p>
        </p:txBody>
      </p:sp>
      <p:sp>
        <p:nvSpPr>
          <p:cNvPr id="15" name="Callout: Line with Accent Bar 14">
            <a:extLst>
              <a:ext uri="{FF2B5EF4-FFF2-40B4-BE49-F238E27FC236}">
                <a16:creationId xmlns:a16="http://schemas.microsoft.com/office/drawing/2014/main" id="{D21B34F7-74E7-4BD9-8E4F-7BD53DCB6D0E}"/>
              </a:ext>
            </a:extLst>
          </p:cNvPr>
          <p:cNvSpPr/>
          <p:nvPr/>
        </p:nvSpPr>
        <p:spPr bwMode="auto">
          <a:xfrm>
            <a:off x="10741523" y="2590313"/>
            <a:ext cx="1270738" cy="201922"/>
          </a:xfrm>
          <a:prstGeom prst="accentCallout1">
            <a:avLst>
              <a:gd name="adj1" fmla="val 48512"/>
              <a:gd name="adj2" fmla="val 200"/>
              <a:gd name="adj3" fmla="val 320501"/>
              <a:gd name="adj4" fmla="val -35528"/>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eaLnBrk="0" hangingPunct="0"/>
            <a:r>
              <a:rPr lang="en-US" sz="1000">
                <a:latin typeface="+mn-lt"/>
              </a:rPr>
              <a:t>Alt. Serial Interface;</a:t>
            </a:r>
          </a:p>
          <a:p>
            <a:pPr eaLnBrk="0" hangingPunct="0"/>
            <a:r>
              <a:rPr lang="en-US" sz="1000">
                <a:latin typeface="+mn-lt"/>
              </a:rPr>
              <a:t>(DNI)</a:t>
            </a:r>
            <a:endParaRPr lang="en-US" sz="1000" dirty="0">
              <a:latin typeface="+mn-lt"/>
            </a:endParaRPr>
          </a:p>
        </p:txBody>
      </p:sp>
      <p:sp>
        <p:nvSpPr>
          <p:cNvPr id="16" name="Callout: Line with Accent Bar 15">
            <a:extLst>
              <a:ext uri="{FF2B5EF4-FFF2-40B4-BE49-F238E27FC236}">
                <a16:creationId xmlns:a16="http://schemas.microsoft.com/office/drawing/2014/main" id="{28C7AC46-B131-4001-BB01-D6381B7A2933}"/>
              </a:ext>
            </a:extLst>
          </p:cNvPr>
          <p:cNvSpPr/>
          <p:nvPr/>
        </p:nvSpPr>
        <p:spPr bwMode="auto">
          <a:xfrm>
            <a:off x="9183930" y="6221360"/>
            <a:ext cx="792088" cy="201922"/>
          </a:xfrm>
          <a:prstGeom prst="accentCallout1">
            <a:avLst>
              <a:gd name="adj1" fmla="val 48512"/>
              <a:gd name="adj2" fmla="val 1541"/>
              <a:gd name="adj3" fmla="val -101249"/>
              <a:gd name="adj4" fmla="val -20385"/>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eaLnBrk="0" hangingPunct="0"/>
            <a:r>
              <a:rPr lang="en-US" sz="1000">
                <a:latin typeface="+mn-lt"/>
              </a:rPr>
              <a:t>Thermistor</a:t>
            </a:r>
            <a:endParaRPr lang="en-US" sz="1000" dirty="0">
              <a:latin typeface="+mn-lt"/>
            </a:endParaRPr>
          </a:p>
        </p:txBody>
      </p:sp>
      <p:sp>
        <p:nvSpPr>
          <p:cNvPr id="17" name="Callout: Line with Accent Bar 16">
            <a:extLst>
              <a:ext uri="{FF2B5EF4-FFF2-40B4-BE49-F238E27FC236}">
                <a16:creationId xmlns:a16="http://schemas.microsoft.com/office/drawing/2014/main" id="{7C33C8F1-8979-496E-88DF-CC44C5081129}"/>
              </a:ext>
            </a:extLst>
          </p:cNvPr>
          <p:cNvSpPr/>
          <p:nvPr/>
        </p:nvSpPr>
        <p:spPr bwMode="auto">
          <a:xfrm>
            <a:off x="10742541" y="4913172"/>
            <a:ext cx="1203056" cy="345938"/>
          </a:xfrm>
          <a:prstGeom prst="accentCallout1">
            <a:avLst>
              <a:gd name="adj1" fmla="val 48512"/>
              <a:gd name="adj2" fmla="val 1541"/>
              <a:gd name="adj3" fmla="val -23873"/>
              <a:gd name="adj4" fmla="val -76742"/>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eaLnBrk="0" hangingPunct="0"/>
            <a:r>
              <a:rPr lang="en-US" sz="1000">
                <a:latin typeface="+mn-lt"/>
              </a:rPr>
              <a:t>CAPSENSE™ </a:t>
            </a:r>
            <a:r>
              <a:rPr lang="en-US" sz="1000" dirty="0">
                <a:latin typeface="+mn-lt"/>
              </a:rPr>
              <a:t>Slider and Buttons </a:t>
            </a:r>
          </a:p>
        </p:txBody>
      </p:sp>
      <p:sp>
        <p:nvSpPr>
          <p:cNvPr id="19" name="Callout: Line with Accent Bar 18">
            <a:extLst>
              <a:ext uri="{FF2B5EF4-FFF2-40B4-BE49-F238E27FC236}">
                <a16:creationId xmlns:a16="http://schemas.microsoft.com/office/drawing/2014/main" id="{83846DFB-0AC2-4AAD-8CA4-B7ED1B32BD72}"/>
              </a:ext>
            </a:extLst>
          </p:cNvPr>
          <p:cNvSpPr/>
          <p:nvPr/>
        </p:nvSpPr>
        <p:spPr bwMode="auto">
          <a:xfrm flipH="1">
            <a:off x="1264953" y="900886"/>
            <a:ext cx="1080120" cy="201921"/>
          </a:xfrm>
          <a:prstGeom prst="accentCallout1">
            <a:avLst>
              <a:gd name="adj1" fmla="val 48512"/>
              <a:gd name="adj2" fmla="val 200"/>
              <a:gd name="adj3" fmla="val 251138"/>
              <a:gd name="adj4" fmla="val -36244"/>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Power LED</a:t>
            </a:r>
            <a:endParaRPr lang="en-US" sz="1000" dirty="0">
              <a:latin typeface="+mn-lt"/>
            </a:endParaRPr>
          </a:p>
        </p:txBody>
      </p:sp>
      <p:sp>
        <p:nvSpPr>
          <p:cNvPr id="20" name="Callout: Line with Accent Bar 19">
            <a:extLst>
              <a:ext uri="{FF2B5EF4-FFF2-40B4-BE49-F238E27FC236}">
                <a16:creationId xmlns:a16="http://schemas.microsoft.com/office/drawing/2014/main" id="{5B48E379-668B-40B1-B3C8-51041CCD8D6E}"/>
              </a:ext>
            </a:extLst>
          </p:cNvPr>
          <p:cNvSpPr/>
          <p:nvPr/>
        </p:nvSpPr>
        <p:spPr bwMode="auto">
          <a:xfrm flipH="1">
            <a:off x="959904" y="2325476"/>
            <a:ext cx="1080120" cy="201921"/>
          </a:xfrm>
          <a:prstGeom prst="accentCallout1">
            <a:avLst>
              <a:gd name="adj1" fmla="val 48512"/>
              <a:gd name="adj2" fmla="val 200"/>
              <a:gd name="adj3" fmla="val 98867"/>
              <a:gd name="adj4" fmla="val -23490"/>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Reset Button</a:t>
            </a:r>
            <a:endParaRPr lang="en-US" sz="1000" dirty="0">
              <a:latin typeface="+mn-lt"/>
            </a:endParaRPr>
          </a:p>
        </p:txBody>
      </p:sp>
      <p:sp>
        <p:nvSpPr>
          <p:cNvPr id="21" name="Callout: Line with Accent Bar 20">
            <a:extLst>
              <a:ext uri="{FF2B5EF4-FFF2-40B4-BE49-F238E27FC236}">
                <a16:creationId xmlns:a16="http://schemas.microsoft.com/office/drawing/2014/main" id="{C21A124B-B0C8-40B1-91A8-7B5AA903F718}"/>
              </a:ext>
            </a:extLst>
          </p:cNvPr>
          <p:cNvSpPr/>
          <p:nvPr/>
        </p:nvSpPr>
        <p:spPr bwMode="auto">
          <a:xfrm flipH="1">
            <a:off x="721839" y="3072755"/>
            <a:ext cx="1318901" cy="317731"/>
          </a:xfrm>
          <a:prstGeom prst="accentCallout1">
            <a:avLst>
              <a:gd name="adj1" fmla="val 48512"/>
              <a:gd name="adj2" fmla="val 200"/>
              <a:gd name="adj3" fmla="val 7847"/>
              <a:gd name="adj4" fmla="val -16975"/>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SWD/JTAG Header (M33/M55/U55)</a:t>
            </a:r>
            <a:endParaRPr lang="en-US" sz="1000" dirty="0">
              <a:latin typeface="+mn-lt"/>
            </a:endParaRPr>
          </a:p>
        </p:txBody>
      </p:sp>
      <p:sp>
        <p:nvSpPr>
          <p:cNvPr id="22" name="Callout: Line with Accent Bar 21">
            <a:extLst>
              <a:ext uri="{FF2B5EF4-FFF2-40B4-BE49-F238E27FC236}">
                <a16:creationId xmlns:a16="http://schemas.microsoft.com/office/drawing/2014/main" id="{D180FD01-E71A-4C95-BFC7-282E877AE544}"/>
              </a:ext>
            </a:extLst>
          </p:cNvPr>
          <p:cNvSpPr/>
          <p:nvPr/>
        </p:nvSpPr>
        <p:spPr bwMode="auto">
          <a:xfrm flipH="1">
            <a:off x="966883" y="3872253"/>
            <a:ext cx="1080120" cy="201921"/>
          </a:xfrm>
          <a:prstGeom prst="accentCallout1">
            <a:avLst>
              <a:gd name="adj1" fmla="val 48512"/>
              <a:gd name="adj2" fmla="val 200"/>
              <a:gd name="adj3" fmla="val 4580"/>
              <a:gd name="adj4" fmla="val -31812"/>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USB Host</a:t>
            </a:r>
            <a:endParaRPr lang="en-US" sz="1000" dirty="0">
              <a:latin typeface="+mn-lt"/>
            </a:endParaRPr>
          </a:p>
        </p:txBody>
      </p:sp>
      <p:sp>
        <p:nvSpPr>
          <p:cNvPr id="23" name="Callout: Line with Accent Bar 22">
            <a:extLst>
              <a:ext uri="{FF2B5EF4-FFF2-40B4-BE49-F238E27FC236}">
                <a16:creationId xmlns:a16="http://schemas.microsoft.com/office/drawing/2014/main" id="{F3CD423A-EA86-4A72-99F4-56B040F8758C}"/>
              </a:ext>
            </a:extLst>
          </p:cNvPr>
          <p:cNvSpPr/>
          <p:nvPr/>
        </p:nvSpPr>
        <p:spPr bwMode="auto">
          <a:xfrm flipH="1">
            <a:off x="962214" y="5057189"/>
            <a:ext cx="1080120" cy="201921"/>
          </a:xfrm>
          <a:prstGeom prst="accentCallout1">
            <a:avLst>
              <a:gd name="adj1" fmla="val 48512"/>
              <a:gd name="adj2" fmla="val 200"/>
              <a:gd name="adj3" fmla="val -98959"/>
              <a:gd name="adj4" fmla="val -18916"/>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USB Device</a:t>
            </a:r>
            <a:endParaRPr lang="en-US" sz="1000" dirty="0">
              <a:latin typeface="+mn-lt"/>
            </a:endParaRPr>
          </a:p>
        </p:txBody>
      </p:sp>
      <p:sp>
        <p:nvSpPr>
          <p:cNvPr id="24" name="Callout: Line with Accent Bar 23">
            <a:extLst>
              <a:ext uri="{FF2B5EF4-FFF2-40B4-BE49-F238E27FC236}">
                <a16:creationId xmlns:a16="http://schemas.microsoft.com/office/drawing/2014/main" id="{BF7E97F4-F4F0-4EA1-83DE-BE3BC860F8B7}"/>
              </a:ext>
            </a:extLst>
          </p:cNvPr>
          <p:cNvSpPr/>
          <p:nvPr/>
        </p:nvSpPr>
        <p:spPr bwMode="auto">
          <a:xfrm flipH="1">
            <a:off x="811064" y="5409236"/>
            <a:ext cx="1224136" cy="201921"/>
          </a:xfrm>
          <a:prstGeom prst="accentCallout1">
            <a:avLst>
              <a:gd name="adj1" fmla="val 48512"/>
              <a:gd name="adj2" fmla="val 200"/>
              <a:gd name="adj3" fmla="val 50820"/>
              <a:gd name="adj4" fmla="val -47848"/>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DC Power Socket</a:t>
            </a:r>
            <a:endParaRPr lang="en-US" sz="1000" dirty="0">
              <a:latin typeface="+mn-lt"/>
            </a:endParaRPr>
          </a:p>
        </p:txBody>
      </p:sp>
      <p:sp>
        <p:nvSpPr>
          <p:cNvPr id="25" name="Callout: Line with Accent Bar 24">
            <a:extLst>
              <a:ext uri="{FF2B5EF4-FFF2-40B4-BE49-F238E27FC236}">
                <a16:creationId xmlns:a16="http://schemas.microsoft.com/office/drawing/2014/main" id="{2CD80D22-C3DA-485B-9E82-A2F21687C323}"/>
              </a:ext>
            </a:extLst>
          </p:cNvPr>
          <p:cNvSpPr/>
          <p:nvPr/>
        </p:nvSpPr>
        <p:spPr bwMode="auto">
          <a:xfrm flipH="1">
            <a:off x="962214" y="2698343"/>
            <a:ext cx="1080120" cy="201921"/>
          </a:xfrm>
          <a:prstGeom prst="accentCallout1">
            <a:avLst>
              <a:gd name="adj1" fmla="val 48512"/>
              <a:gd name="adj2" fmla="val 200"/>
              <a:gd name="adj3" fmla="val 119817"/>
              <a:gd name="adj4" fmla="val -73958"/>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ETM Header</a:t>
            </a:r>
            <a:endParaRPr lang="en-US" sz="1000" dirty="0">
              <a:latin typeface="+mn-lt"/>
            </a:endParaRPr>
          </a:p>
        </p:txBody>
      </p:sp>
      <p:sp>
        <p:nvSpPr>
          <p:cNvPr id="26" name="Callout: Line with Accent Bar 25">
            <a:extLst>
              <a:ext uri="{FF2B5EF4-FFF2-40B4-BE49-F238E27FC236}">
                <a16:creationId xmlns:a16="http://schemas.microsoft.com/office/drawing/2014/main" id="{9F0ACCFB-BE7C-4372-860C-319EB997B354}"/>
              </a:ext>
            </a:extLst>
          </p:cNvPr>
          <p:cNvSpPr/>
          <p:nvPr/>
        </p:nvSpPr>
        <p:spPr bwMode="auto">
          <a:xfrm flipH="1">
            <a:off x="674182" y="4226786"/>
            <a:ext cx="1366558" cy="201921"/>
          </a:xfrm>
          <a:prstGeom prst="accentCallout1">
            <a:avLst>
              <a:gd name="adj1" fmla="val 48512"/>
              <a:gd name="adj2" fmla="val 200"/>
              <a:gd name="adj3" fmla="val -94179"/>
              <a:gd name="adj4" fmla="val -107468"/>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M.2 Memory Socket</a:t>
            </a:r>
            <a:endParaRPr lang="en-US" sz="1000" dirty="0">
              <a:latin typeface="+mn-lt"/>
            </a:endParaRPr>
          </a:p>
        </p:txBody>
      </p:sp>
      <p:sp>
        <p:nvSpPr>
          <p:cNvPr id="27" name="Callout: Line with Accent Bar 26">
            <a:extLst>
              <a:ext uri="{FF2B5EF4-FFF2-40B4-BE49-F238E27FC236}">
                <a16:creationId xmlns:a16="http://schemas.microsoft.com/office/drawing/2014/main" id="{67B56B14-D8B0-4318-B352-36ACB8635846}"/>
              </a:ext>
            </a:extLst>
          </p:cNvPr>
          <p:cNvSpPr/>
          <p:nvPr/>
        </p:nvSpPr>
        <p:spPr bwMode="auto">
          <a:xfrm flipH="1">
            <a:off x="806838" y="5814725"/>
            <a:ext cx="1224136" cy="201921"/>
          </a:xfrm>
          <a:prstGeom prst="accentCallout1">
            <a:avLst>
              <a:gd name="adj1" fmla="val 48512"/>
              <a:gd name="adj2" fmla="val 200"/>
              <a:gd name="adj3" fmla="val 69934"/>
              <a:gd name="adj4" fmla="val -43253"/>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User Button</a:t>
            </a:r>
            <a:endParaRPr lang="en-US" sz="1000" dirty="0">
              <a:latin typeface="+mn-lt"/>
            </a:endParaRPr>
          </a:p>
        </p:txBody>
      </p:sp>
      <p:sp>
        <p:nvSpPr>
          <p:cNvPr id="28" name="Callout: Line with Accent Bar 27">
            <a:extLst>
              <a:ext uri="{FF2B5EF4-FFF2-40B4-BE49-F238E27FC236}">
                <a16:creationId xmlns:a16="http://schemas.microsoft.com/office/drawing/2014/main" id="{C7F8DCEB-D893-4CBA-9EEE-5894D7E98CE0}"/>
              </a:ext>
            </a:extLst>
          </p:cNvPr>
          <p:cNvSpPr/>
          <p:nvPr/>
        </p:nvSpPr>
        <p:spPr bwMode="auto">
          <a:xfrm flipH="1">
            <a:off x="6218798" y="6198119"/>
            <a:ext cx="1008112" cy="201921"/>
          </a:xfrm>
          <a:prstGeom prst="accentCallout1">
            <a:avLst>
              <a:gd name="adj1" fmla="val 48512"/>
              <a:gd name="adj2" fmla="val 200"/>
              <a:gd name="adj3" fmla="val -376756"/>
              <a:gd name="adj4" fmla="val -68687"/>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Potentiometer</a:t>
            </a:r>
            <a:endParaRPr lang="en-US" sz="1000" dirty="0">
              <a:latin typeface="+mn-lt"/>
            </a:endParaRPr>
          </a:p>
        </p:txBody>
      </p:sp>
      <p:sp>
        <p:nvSpPr>
          <p:cNvPr id="29" name="Callout: Line with Accent Bar 28">
            <a:extLst>
              <a:ext uri="{FF2B5EF4-FFF2-40B4-BE49-F238E27FC236}">
                <a16:creationId xmlns:a16="http://schemas.microsoft.com/office/drawing/2014/main" id="{3BC70F83-D3E4-416F-8BD3-AF724EF33816}"/>
              </a:ext>
            </a:extLst>
          </p:cNvPr>
          <p:cNvSpPr/>
          <p:nvPr/>
        </p:nvSpPr>
        <p:spPr bwMode="auto">
          <a:xfrm>
            <a:off x="8025070" y="6197455"/>
            <a:ext cx="906816" cy="201921"/>
          </a:xfrm>
          <a:prstGeom prst="accentCallout1">
            <a:avLst>
              <a:gd name="adj1" fmla="val 48512"/>
              <a:gd name="adj2" fmla="val 200"/>
              <a:gd name="adj3" fmla="val -79336"/>
              <a:gd name="adj4" fmla="val -20451"/>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eaLnBrk="0" hangingPunct="0"/>
            <a:r>
              <a:rPr lang="en-US" sz="1000">
                <a:latin typeface="+mn-lt"/>
              </a:rPr>
              <a:t>User Button</a:t>
            </a:r>
            <a:endParaRPr lang="en-US" sz="1000" dirty="0">
              <a:latin typeface="+mn-lt"/>
            </a:endParaRPr>
          </a:p>
        </p:txBody>
      </p:sp>
      <p:sp>
        <p:nvSpPr>
          <p:cNvPr id="30" name="Callout: Line with Accent Bar 29">
            <a:extLst>
              <a:ext uri="{FF2B5EF4-FFF2-40B4-BE49-F238E27FC236}">
                <a16:creationId xmlns:a16="http://schemas.microsoft.com/office/drawing/2014/main" id="{779E9BC5-2C7B-411B-B5B9-9F2682E1B408}"/>
              </a:ext>
            </a:extLst>
          </p:cNvPr>
          <p:cNvSpPr/>
          <p:nvPr/>
        </p:nvSpPr>
        <p:spPr bwMode="auto">
          <a:xfrm>
            <a:off x="10138854" y="6224159"/>
            <a:ext cx="975971" cy="201921"/>
          </a:xfrm>
          <a:prstGeom prst="accentCallout1">
            <a:avLst>
              <a:gd name="adj1" fmla="val 48512"/>
              <a:gd name="adj2" fmla="val 200"/>
              <a:gd name="adj3" fmla="val -648691"/>
              <a:gd name="adj4" fmla="val -196797"/>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User LED (x3)</a:t>
            </a:r>
            <a:endParaRPr lang="en-US" sz="1000" dirty="0">
              <a:latin typeface="+mn-lt"/>
            </a:endParaRPr>
          </a:p>
        </p:txBody>
      </p:sp>
      <p:sp>
        <p:nvSpPr>
          <p:cNvPr id="31" name="Callout: Line with Accent Bar 30">
            <a:extLst>
              <a:ext uri="{FF2B5EF4-FFF2-40B4-BE49-F238E27FC236}">
                <a16:creationId xmlns:a16="http://schemas.microsoft.com/office/drawing/2014/main" id="{93B0EF14-4005-404A-B30F-E3386A35FF51}"/>
              </a:ext>
            </a:extLst>
          </p:cNvPr>
          <p:cNvSpPr/>
          <p:nvPr/>
        </p:nvSpPr>
        <p:spPr bwMode="auto">
          <a:xfrm>
            <a:off x="10742202" y="4395387"/>
            <a:ext cx="1203056" cy="345938"/>
          </a:xfrm>
          <a:prstGeom prst="accentCallout1">
            <a:avLst>
              <a:gd name="adj1" fmla="val 48512"/>
              <a:gd name="adj2" fmla="val 1541"/>
              <a:gd name="adj3" fmla="val -30032"/>
              <a:gd name="adj4" fmla="val -210949"/>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eaLnBrk="0" hangingPunct="0"/>
            <a:r>
              <a:rPr lang="en-US" sz="1000">
                <a:latin typeface="+mn-lt"/>
              </a:rPr>
              <a:t>Boot Select</a:t>
            </a:r>
            <a:endParaRPr lang="en-US" sz="1000" dirty="0">
              <a:latin typeface="+mn-lt"/>
            </a:endParaRPr>
          </a:p>
        </p:txBody>
      </p:sp>
      <p:sp>
        <p:nvSpPr>
          <p:cNvPr id="32" name="Rectangle: Rounded Corners 31">
            <a:extLst>
              <a:ext uri="{FF2B5EF4-FFF2-40B4-BE49-F238E27FC236}">
                <a16:creationId xmlns:a16="http://schemas.microsoft.com/office/drawing/2014/main" id="{063C51EB-FBA6-4D1A-8E08-3D1434C60591}"/>
              </a:ext>
            </a:extLst>
          </p:cNvPr>
          <p:cNvSpPr/>
          <p:nvPr/>
        </p:nvSpPr>
        <p:spPr bwMode="auto">
          <a:xfrm>
            <a:off x="4646720" y="3368492"/>
            <a:ext cx="2016224" cy="482005"/>
          </a:xfrm>
          <a:prstGeom prst="roundRect">
            <a:avLst/>
          </a:prstGeom>
          <a:noFill/>
          <a:ln w="12700" cap="flat" cmpd="sng" algn="ctr">
            <a:solidFill>
              <a:schemeClr val="accent5"/>
            </a:solidFill>
            <a:prstDash val="dash"/>
            <a:miter lim="800000"/>
            <a:headEnd type="none" w="med" len="med"/>
            <a:tailEnd type="none" w="med" len="me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hangingPunct="0"/>
            <a:endParaRPr lang="en-US" sz="1000" dirty="0">
              <a:solidFill>
                <a:schemeClr val="bg1"/>
              </a:solidFill>
            </a:endParaRPr>
          </a:p>
        </p:txBody>
      </p:sp>
      <p:sp>
        <p:nvSpPr>
          <p:cNvPr id="33" name="Rectangle 32">
            <a:extLst>
              <a:ext uri="{FF2B5EF4-FFF2-40B4-BE49-F238E27FC236}">
                <a16:creationId xmlns:a16="http://schemas.microsoft.com/office/drawing/2014/main" id="{6051C03F-EA4E-4CAB-9EA0-C315472A097C}"/>
              </a:ext>
            </a:extLst>
          </p:cNvPr>
          <p:cNvSpPr/>
          <p:nvPr/>
        </p:nvSpPr>
        <p:spPr>
          <a:xfrm>
            <a:off x="126983" y="6240186"/>
            <a:ext cx="1665841" cy="246221"/>
          </a:xfrm>
          <a:prstGeom prst="rect">
            <a:avLst/>
          </a:prstGeom>
        </p:spPr>
        <p:txBody>
          <a:bodyPr wrap="none">
            <a:spAutoFit/>
          </a:bodyPr>
          <a:lstStyle/>
          <a:p>
            <a:r>
              <a:rPr lang="en-US" sz="1000" i="1"/>
              <a:t>*DNI – Do not insert / load</a:t>
            </a:r>
            <a:endParaRPr lang="en-US" sz="1000" i="1" dirty="0"/>
          </a:p>
        </p:txBody>
      </p:sp>
      <p:sp>
        <p:nvSpPr>
          <p:cNvPr id="34" name="Callout: Line with Accent Bar 33">
            <a:extLst>
              <a:ext uri="{FF2B5EF4-FFF2-40B4-BE49-F238E27FC236}">
                <a16:creationId xmlns:a16="http://schemas.microsoft.com/office/drawing/2014/main" id="{B1DE0E9A-0E23-4215-BD77-49D11707F746}"/>
              </a:ext>
            </a:extLst>
          </p:cNvPr>
          <p:cNvSpPr/>
          <p:nvPr/>
        </p:nvSpPr>
        <p:spPr bwMode="auto">
          <a:xfrm>
            <a:off x="10734441" y="3854987"/>
            <a:ext cx="1292350" cy="345938"/>
          </a:xfrm>
          <a:prstGeom prst="accentCallout1">
            <a:avLst>
              <a:gd name="adj1" fmla="val 48512"/>
              <a:gd name="adj2" fmla="val 1541"/>
              <a:gd name="adj3" fmla="val -50578"/>
              <a:gd name="adj4" fmla="val -226384"/>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eaLnBrk="0" hangingPunct="0"/>
            <a:r>
              <a:rPr lang="en-US" sz="1000"/>
              <a:t>IMU (Accelerometer + Gyro) &amp;</a:t>
            </a:r>
          </a:p>
          <a:p>
            <a:pPr eaLnBrk="0" hangingPunct="0"/>
            <a:r>
              <a:rPr lang="en-US" sz="1000"/>
              <a:t>Magnetometer</a:t>
            </a:r>
            <a:endParaRPr lang="en-US" sz="1000" dirty="0"/>
          </a:p>
        </p:txBody>
      </p:sp>
      <p:sp>
        <p:nvSpPr>
          <p:cNvPr id="35" name="Callout: Line with Accent Bar 34">
            <a:extLst>
              <a:ext uri="{FF2B5EF4-FFF2-40B4-BE49-F238E27FC236}">
                <a16:creationId xmlns:a16="http://schemas.microsoft.com/office/drawing/2014/main" id="{23D0F60E-AC8E-402D-85ED-B1A288A4C45A}"/>
              </a:ext>
            </a:extLst>
          </p:cNvPr>
          <p:cNvSpPr/>
          <p:nvPr/>
        </p:nvSpPr>
        <p:spPr bwMode="auto">
          <a:xfrm flipH="1">
            <a:off x="356110" y="1960838"/>
            <a:ext cx="1695671" cy="201921"/>
          </a:xfrm>
          <a:prstGeom prst="accentCallout1">
            <a:avLst>
              <a:gd name="adj1" fmla="val 48512"/>
              <a:gd name="adj2" fmla="val 200"/>
              <a:gd name="adj3" fmla="val 257412"/>
              <a:gd name="adj4" fmla="val -93600"/>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KitProg Mode Select Button</a:t>
            </a:r>
            <a:endParaRPr lang="en-US" sz="1000" dirty="0">
              <a:latin typeface="+mn-lt"/>
            </a:endParaRPr>
          </a:p>
        </p:txBody>
      </p:sp>
      <p:sp>
        <p:nvSpPr>
          <p:cNvPr id="36" name="Callout: Line with Accent Bar 35">
            <a:extLst>
              <a:ext uri="{FF2B5EF4-FFF2-40B4-BE49-F238E27FC236}">
                <a16:creationId xmlns:a16="http://schemas.microsoft.com/office/drawing/2014/main" id="{A540C3A6-761A-4855-AB83-22EFA7D0446D}"/>
              </a:ext>
            </a:extLst>
          </p:cNvPr>
          <p:cNvSpPr/>
          <p:nvPr/>
        </p:nvSpPr>
        <p:spPr bwMode="auto">
          <a:xfrm>
            <a:off x="10754436" y="3267252"/>
            <a:ext cx="1203056" cy="345938"/>
          </a:xfrm>
          <a:prstGeom prst="accentCallout1">
            <a:avLst>
              <a:gd name="adj1" fmla="val 48512"/>
              <a:gd name="adj2" fmla="val 1541"/>
              <a:gd name="adj3" fmla="val 142192"/>
              <a:gd name="adj4" fmla="val -48659"/>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eaLnBrk="0" hangingPunct="0"/>
            <a:r>
              <a:rPr lang="en-US" sz="1000">
                <a:latin typeface="+mn-lt"/>
              </a:rPr>
              <a:t>Proximity</a:t>
            </a:r>
            <a:endParaRPr lang="en-US" sz="1000" dirty="0">
              <a:latin typeface="+mn-lt"/>
            </a:endParaRPr>
          </a:p>
        </p:txBody>
      </p:sp>
      <p:sp>
        <p:nvSpPr>
          <p:cNvPr id="37" name="Callout: Line with Accent Bar 36">
            <a:extLst>
              <a:ext uri="{FF2B5EF4-FFF2-40B4-BE49-F238E27FC236}">
                <a16:creationId xmlns:a16="http://schemas.microsoft.com/office/drawing/2014/main" id="{5FB0B4C4-7B30-45A3-867D-79C461390037}"/>
              </a:ext>
            </a:extLst>
          </p:cNvPr>
          <p:cNvSpPr/>
          <p:nvPr/>
        </p:nvSpPr>
        <p:spPr bwMode="auto">
          <a:xfrm flipH="1">
            <a:off x="966883" y="3512823"/>
            <a:ext cx="1080120" cy="201921"/>
          </a:xfrm>
          <a:prstGeom prst="accentCallout1">
            <a:avLst>
              <a:gd name="adj1" fmla="val 48512"/>
              <a:gd name="adj2" fmla="val 200"/>
              <a:gd name="adj3" fmla="val -157078"/>
              <a:gd name="adj4" fmla="val -182467"/>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Speaker</a:t>
            </a:r>
            <a:endParaRPr lang="en-US" sz="1000" dirty="0">
              <a:latin typeface="+mn-lt"/>
            </a:endParaRPr>
          </a:p>
        </p:txBody>
      </p:sp>
      <p:sp>
        <p:nvSpPr>
          <p:cNvPr id="38" name="Rectangle: Rounded Corners 37">
            <a:extLst>
              <a:ext uri="{FF2B5EF4-FFF2-40B4-BE49-F238E27FC236}">
                <a16:creationId xmlns:a16="http://schemas.microsoft.com/office/drawing/2014/main" id="{D9B1EABB-58D3-4066-B948-9A683A1A2CDD}"/>
              </a:ext>
            </a:extLst>
          </p:cNvPr>
          <p:cNvSpPr/>
          <p:nvPr/>
        </p:nvSpPr>
        <p:spPr bwMode="auto">
          <a:xfrm>
            <a:off x="7322696" y="2209269"/>
            <a:ext cx="939806" cy="1053207"/>
          </a:xfrm>
          <a:prstGeom prst="roundRect">
            <a:avLst>
              <a:gd name="adj" fmla="val 5640"/>
            </a:avLst>
          </a:prstGeom>
          <a:noFill/>
          <a:ln w="12700" cap="flat" cmpd="sng" algn="ctr">
            <a:solidFill>
              <a:schemeClr val="accent5"/>
            </a:solidFill>
            <a:prstDash val="dash"/>
            <a:miter lim="800000"/>
            <a:headEnd type="none" w="med" len="med"/>
            <a:tailEnd type="none" w="med" len="me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hangingPunct="0"/>
            <a:endParaRPr lang="en-US" sz="1000" dirty="0">
              <a:solidFill>
                <a:schemeClr val="bg1"/>
              </a:solidFill>
            </a:endParaRPr>
          </a:p>
        </p:txBody>
      </p:sp>
      <p:sp>
        <p:nvSpPr>
          <p:cNvPr id="39" name="Rectangle: Rounded Corners 38">
            <a:extLst>
              <a:ext uri="{FF2B5EF4-FFF2-40B4-BE49-F238E27FC236}">
                <a16:creationId xmlns:a16="http://schemas.microsoft.com/office/drawing/2014/main" id="{9763F53B-0E9E-4544-92E8-98E082CA2967}"/>
              </a:ext>
            </a:extLst>
          </p:cNvPr>
          <p:cNvSpPr/>
          <p:nvPr/>
        </p:nvSpPr>
        <p:spPr bwMode="auto">
          <a:xfrm>
            <a:off x="8372312" y="2325476"/>
            <a:ext cx="939806" cy="817926"/>
          </a:xfrm>
          <a:prstGeom prst="roundRect">
            <a:avLst>
              <a:gd name="adj" fmla="val 9214"/>
            </a:avLst>
          </a:prstGeom>
          <a:noFill/>
          <a:ln w="12700" cap="flat" cmpd="sng" algn="ctr">
            <a:solidFill>
              <a:schemeClr val="accent5"/>
            </a:solidFill>
            <a:prstDash val="dash"/>
            <a:miter lim="800000"/>
            <a:headEnd type="none" w="med" len="med"/>
            <a:tailEnd type="none" w="med" len="me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hangingPunct="0"/>
            <a:endParaRPr lang="en-US" sz="1000" dirty="0">
              <a:solidFill>
                <a:schemeClr val="bg1"/>
              </a:solidFill>
            </a:endParaRPr>
          </a:p>
        </p:txBody>
      </p:sp>
      <p:sp>
        <p:nvSpPr>
          <p:cNvPr id="40" name="Rectangle: Rounded Corners 39">
            <a:extLst>
              <a:ext uri="{FF2B5EF4-FFF2-40B4-BE49-F238E27FC236}">
                <a16:creationId xmlns:a16="http://schemas.microsoft.com/office/drawing/2014/main" id="{B2977874-E882-4A9D-BCB3-DCE45EE1D049}"/>
              </a:ext>
            </a:extLst>
          </p:cNvPr>
          <p:cNvSpPr/>
          <p:nvPr/>
        </p:nvSpPr>
        <p:spPr bwMode="auto">
          <a:xfrm>
            <a:off x="7550946" y="3505697"/>
            <a:ext cx="360040" cy="267136"/>
          </a:xfrm>
          <a:prstGeom prst="roundRect">
            <a:avLst>
              <a:gd name="adj" fmla="val 8649"/>
            </a:avLst>
          </a:prstGeom>
          <a:noFill/>
          <a:ln w="12700" cap="flat" cmpd="sng" algn="ctr">
            <a:solidFill>
              <a:schemeClr val="accent5"/>
            </a:solidFill>
            <a:prstDash val="dash"/>
            <a:miter lim="800000"/>
            <a:headEnd type="none" w="med" len="med"/>
            <a:tailEnd type="none" w="med" len="me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hangingPunct="0"/>
            <a:endParaRPr lang="en-US" sz="1000" dirty="0">
              <a:solidFill>
                <a:schemeClr val="bg1"/>
              </a:solidFill>
            </a:endParaRPr>
          </a:p>
        </p:txBody>
      </p:sp>
      <p:sp>
        <p:nvSpPr>
          <p:cNvPr id="41" name="Callout: Line with Accent Bar 40">
            <a:extLst>
              <a:ext uri="{FF2B5EF4-FFF2-40B4-BE49-F238E27FC236}">
                <a16:creationId xmlns:a16="http://schemas.microsoft.com/office/drawing/2014/main" id="{35E657C4-65E7-4B49-A0BA-9FF008B03DB2}"/>
              </a:ext>
            </a:extLst>
          </p:cNvPr>
          <p:cNvSpPr/>
          <p:nvPr/>
        </p:nvSpPr>
        <p:spPr bwMode="auto">
          <a:xfrm flipH="1">
            <a:off x="890206" y="4690284"/>
            <a:ext cx="1158442" cy="201921"/>
          </a:xfrm>
          <a:prstGeom prst="accentCallout1">
            <a:avLst>
              <a:gd name="adj1" fmla="val 48512"/>
              <a:gd name="adj2" fmla="val 200"/>
              <a:gd name="adj3" fmla="val -481853"/>
              <a:gd name="adj4" fmla="val -235972"/>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ctr" eaLnBrk="0" hangingPunct="0"/>
            <a:r>
              <a:rPr lang="en-US" sz="1000"/>
              <a:t>Power Selection   </a:t>
            </a:r>
          </a:p>
          <a:p>
            <a:pPr algn="ctr" eaLnBrk="0" hangingPunct="0"/>
            <a:r>
              <a:rPr lang="en-US" sz="1000"/>
              <a:t>Power Monitoring</a:t>
            </a:r>
            <a:endParaRPr lang="en-US" sz="1000" dirty="0"/>
          </a:p>
        </p:txBody>
      </p:sp>
      <p:sp>
        <p:nvSpPr>
          <p:cNvPr id="42" name="Rectangle: Rounded Corners 41">
            <a:extLst>
              <a:ext uri="{FF2B5EF4-FFF2-40B4-BE49-F238E27FC236}">
                <a16:creationId xmlns:a16="http://schemas.microsoft.com/office/drawing/2014/main" id="{56DE9ECD-9F55-498E-9202-90E8C58B2ABA}"/>
              </a:ext>
            </a:extLst>
          </p:cNvPr>
          <p:cNvSpPr/>
          <p:nvPr/>
        </p:nvSpPr>
        <p:spPr bwMode="auto">
          <a:xfrm>
            <a:off x="7953263" y="4667277"/>
            <a:ext cx="163335" cy="389064"/>
          </a:xfrm>
          <a:prstGeom prst="roundRect">
            <a:avLst>
              <a:gd name="adj" fmla="val 8649"/>
            </a:avLst>
          </a:prstGeom>
          <a:noFill/>
          <a:ln w="12700" cap="flat" cmpd="sng" algn="ctr">
            <a:solidFill>
              <a:schemeClr val="accent5"/>
            </a:solidFill>
            <a:prstDash val="dash"/>
            <a:miter lim="800000"/>
            <a:headEnd type="none" w="med" len="med"/>
            <a:tailEnd type="none" w="med" len="me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hangingPunct="0"/>
            <a:endParaRPr lang="en-US" sz="1000" dirty="0">
              <a:solidFill>
                <a:schemeClr val="bg1"/>
              </a:solidFill>
            </a:endParaRPr>
          </a:p>
        </p:txBody>
      </p:sp>
      <p:pic>
        <p:nvPicPr>
          <p:cNvPr id="43" name="Picture 42">
            <a:extLst>
              <a:ext uri="{FF2B5EF4-FFF2-40B4-BE49-F238E27FC236}">
                <a16:creationId xmlns:a16="http://schemas.microsoft.com/office/drawing/2014/main" id="{BF324A4E-44D3-4519-8CFA-0D27F314F6ED}"/>
              </a:ext>
            </a:extLst>
          </p:cNvPr>
          <p:cNvPicPr>
            <a:picLocks noChangeAspect="1"/>
          </p:cNvPicPr>
          <p:nvPr/>
        </p:nvPicPr>
        <p:blipFill>
          <a:blip r:embed="rId4"/>
          <a:stretch>
            <a:fillRect/>
          </a:stretch>
        </p:blipFill>
        <p:spPr>
          <a:xfrm>
            <a:off x="4481825" y="4100874"/>
            <a:ext cx="2609850" cy="1057275"/>
          </a:xfrm>
          <a:prstGeom prst="rect">
            <a:avLst/>
          </a:prstGeom>
        </p:spPr>
      </p:pic>
      <p:sp>
        <p:nvSpPr>
          <p:cNvPr id="45" name="Callout: Line with Accent Bar 44">
            <a:extLst>
              <a:ext uri="{FF2B5EF4-FFF2-40B4-BE49-F238E27FC236}">
                <a16:creationId xmlns:a16="http://schemas.microsoft.com/office/drawing/2014/main" id="{12F42651-0FD3-49B2-8F44-4411903AA739}"/>
              </a:ext>
            </a:extLst>
          </p:cNvPr>
          <p:cNvSpPr/>
          <p:nvPr/>
        </p:nvSpPr>
        <p:spPr bwMode="auto">
          <a:xfrm flipH="1">
            <a:off x="2546390" y="6191938"/>
            <a:ext cx="1434664" cy="246220"/>
          </a:xfrm>
          <a:prstGeom prst="accentCallout1">
            <a:avLst>
              <a:gd name="adj1" fmla="val 48512"/>
              <a:gd name="adj2" fmla="val 200"/>
              <a:gd name="adj3" fmla="val -882636"/>
              <a:gd name="adj4" fmla="val -48798"/>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ctr" eaLnBrk="0" hangingPunct="0"/>
            <a:r>
              <a:rPr lang="en-US" sz="1000"/>
              <a:t>Processor SoM socket</a:t>
            </a:r>
            <a:endParaRPr lang="en-US" sz="1000" dirty="0"/>
          </a:p>
        </p:txBody>
      </p:sp>
    </p:spTree>
    <p:extLst>
      <p:ext uri="{BB962C8B-B14F-4D97-AF65-F5344CB8AC3E}">
        <p14:creationId xmlns:p14="http://schemas.microsoft.com/office/powerpoint/2010/main" val="2595757210"/>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04A01EFA-4226-455A-8A68-A3C777608A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1890" y="1128671"/>
            <a:ext cx="8715197" cy="5124536"/>
          </a:xfrm>
          <a:prstGeom prst="rect">
            <a:avLst/>
          </a:prstGeom>
        </p:spPr>
      </p:pic>
      <p:sp>
        <p:nvSpPr>
          <p:cNvPr id="3" name="Title 2">
            <a:extLst>
              <a:ext uri="{FF2B5EF4-FFF2-40B4-BE49-F238E27FC236}">
                <a16:creationId xmlns:a16="http://schemas.microsoft.com/office/drawing/2014/main" id="{5AAF5378-2606-462C-A911-D975D3A2C553}"/>
              </a:ext>
            </a:extLst>
          </p:cNvPr>
          <p:cNvSpPr>
            <a:spLocks noGrp="1"/>
          </p:cNvSpPr>
          <p:nvPr>
            <p:ph type="title" hasCustomPrompt="1"/>
          </p:nvPr>
        </p:nvSpPr>
        <p:spPr/>
        <p:txBody>
          <a:bodyPr/>
          <a:lstStyle/>
          <a:p>
            <a:r>
              <a:t>PSOC™ Edge E84 MCU development kit – Back View </a:t>
            </a:r>
          </a:p>
        </p:txBody>
      </p:sp>
      <p:sp>
        <p:nvSpPr>
          <p:cNvPr id="5" name="Callout: Line with Accent Bar 4">
            <a:extLst>
              <a:ext uri="{FF2B5EF4-FFF2-40B4-BE49-F238E27FC236}">
                <a16:creationId xmlns:a16="http://schemas.microsoft.com/office/drawing/2014/main" id="{6E4EB7B4-A5D3-46A8-A4E3-9AB041D3BBAF}"/>
              </a:ext>
            </a:extLst>
          </p:cNvPr>
          <p:cNvSpPr/>
          <p:nvPr/>
        </p:nvSpPr>
        <p:spPr bwMode="auto">
          <a:xfrm flipH="1">
            <a:off x="695547" y="1914254"/>
            <a:ext cx="1054051" cy="201921"/>
          </a:xfrm>
          <a:prstGeom prst="accentCallout1">
            <a:avLst>
              <a:gd name="adj1" fmla="val 48512"/>
              <a:gd name="adj2" fmla="val 200"/>
              <a:gd name="adj3" fmla="val 206650"/>
              <a:gd name="adj4" fmla="val -67239"/>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SD Card Socket</a:t>
            </a:r>
            <a:endParaRPr lang="en-US" sz="1000" dirty="0">
              <a:latin typeface="+mn-lt"/>
            </a:endParaRPr>
          </a:p>
        </p:txBody>
      </p:sp>
      <p:sp>
        <p:nvSpPr>
          <p:cNvPr id="6" name="Callout: Line with Accent Bar 5">
            <a:extLst>
              <a:ext uri="{FF2B5EF4-FFF2-40B4-BE49-F238E27FC236}">
                <a16:creationId xmlns:a16="http://schemas.microsoft.com/office/drawing/2014/main" id="{EE374BB4-387F-4999-9076-9A4FA105018C}"/>
              </a:ext>
            </a:extLst>
          </p:cNvPr>
          <p:cNvSpPr/>
          <p:nvPr/>
        </p:nvSpPr>
        <p:spPr bwMode="auto">
          <a:xfrm flipH="1">
            <a:off x="1234603" y="906656"/>
            <a:ext cx="527025" cy="201921"/>
          </a:xfrm>
          <a:prstGeom prst="accentCallout1">
            <a:avLst>
              <a:gd name="adj1" fmla="val 48512"/>
              <a:gd name="adj2" fmla="val 200"/>
              <a:gd name="adj3" fmla="val 327703"/>
              <a:gd name="adj4" fmla="val -157265"/>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dirty="0">
                <a:latin typeface="+mn-lt"/>
              </a:rPr>
              <a:t>DMIC</a:t>
            </a:r>
          </a:p>
        </p:txBody>
      </p:sp>
      <p:sp>
        <p:nvSpPr>
          <p:cNvPr id="7" name="Callout: Line with Accent Bar 6">
            <a:extLst>
              <a:ext uri="{FF2B5EF4-FFF2-40B4-BE49-F238E27FC236}">
                <a16:creationId xmlns:a16="http://schemas.microsoft.com/office/drawing/2014/main" id="{3B427E57-9617-4B14-AFA8-EEEDDF24837C}"/>
              </a:ext>
            </a:extLst>
          </p:cNvPr>
          <p:cNvSpPr/>
          <p:nvPr/>
        </p:nvSpPr>
        <p:spPr bwMode="auto">
          <a:xfrm flipH="1">
            <a:off x="2907352" y="995951"/>
            <a:ext cx="527025" cy="201921"/>
          </a:xfrm>
          <a:prstGeom prst="accentCallout1">
            <a:avLst>
              <a:gd name="adj1" fmla="val 48512"/>
              <a:gd name="adj2" fmla="val 200"/>
              <a:gd name="adj3" fmla="val 268837"/>
              <a:gd name="adj4" fmla="val -139615"/>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DMIC</a:t>
            </a:r>
            <a:endParaRPr lang="en-US" sz="1000" dirty="0">
              <a:latin typeface="+mn-lt"/>
            </a:endParaRPr>
          </a:p>
        </p:txBody>
      </p:sp>
      <p:sp>
        <p:nvSpPr>
          <p:cNvPr id="8" name="Callout: Line with Accent Bar 7">
            <a:extLst>
              <a:ext uri="{FF2B5EF4-FFF2-40B4-BE49-F238E27FC236}">
                <a16:creationId xmlns:a16="http://schemas.microsoft.com/office/drawing/2014/main" id="{78568C38-20AF-4298-9534-D0BCCC4C9BDF}"/>
              </a:ext>
            </a:extLst>
          </p:cNvPr>
          <p:cNvSpPr/>
          <p:nvPr/>
        </p:nvSpPr>
        <p:spPr bwMode="auto">
          <a:xfrm flipH="1">
            <a:off x="1213391" y="5543608"/>
            <a:ext cx="527025" cy="201921"/>
          </a:xfrm>
          <a:prstGeom prst="accentCallout1">
            <a:avLst>
              <a:gd name="adj1" fmla="val 48512"/>
              <a:gd name="adj2" fmla="val 200"/>
              <a:gd name="adj3" fmla="val 136734"/>
              <a:gd name="adj4" fmla="val -157157"/>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dirty="0">
                <a:latin typeface="+mn-lt"/>
              </a:rPr>
              <a:t>AMIC</a:t>
            </a:r>
          </a:p>
        </p:txBody>
      </p:sp>
      <p:sp>
        <p:nvSpPr>
          <p:cNvPr id="9" name="Callout: Line with Accent Bar 8">
            <a:extLst>
              <a:ext uri="{FF2B5EF4-FFF2-40B4-BE49-F238E27FC236}">
                <a16:creationId xmlns:a16="http://schemas.microsoft.com/office/drawing/2014/main" id="{0306A303-56D0-4A0A-9A2F-705347A75B8F}"/>
              </a:ext>
            </a:extLst>
          </p:cNvPr>
          <p:cNvSpPr/>
          <p:nvPr/>
        </p:nvSpPr>
        <p:spPr bwMode="auto">
          <a:xfrm flipH="1">
            <a:off x="3065501" y="6234733"/>
            <a:ext cx="527025" cy="201921"/>
          </a:xfrm>
          <a:prstGeom prst="accentCallout1">
            <a:avLst>
              <a:gd name="adj1" fmla="val 48512"/>
              <a:gd name="adj2" fmla="val 200"/>
              <a:gd name="adj3" fmla="val -188737"/>
              <a:gd name="adj4" fmla="val -112140"/>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latin typeface="+mn-lt"/>
              </a:rPr>
              <a:t>AMIC</a:t>
            </a:r>
            <a:endParaRPr lang="en-US" sz="1000" dirty="0">
              <a:latin typeface="+mn-lt"/>
            </a:endParaRPr>
          </a:p>
        </p:txBody>
      </p:sp>
      <p:sp>
        <p:nvSpPr>
          <p:cNvPr id="10" name="Callout: Line with Accent Bar 9">
            <a:extLst>
              <a:ext uri="{FF2B5EF4-FFF2-40B4-BE49-F238E27FC236}">
                <a16:creationId xmlns:a16="http://schemas.microsoft.com/office/drawing/2014/main" id="{7F0CC399-106D-4FE4-92B4-26F12882C179}"/>
              </a:ext>
            </a:extLst>
          </p:cNvPr>
          <p:cNvSpPr/>
          <p:nvPr/>
        </p:nvSpPr>
        <p:spPr bwMode="auto">
          <a:xfrm>
            <a:off x="7309061" y="6248838"/>
            <a:ext cx="1402266" cy="201921"/>
          </a:xfrm>
          <a:prstGeom prst="accentCallout1">
            <a:avLst>
              <a:gd name="adj1" fmla="val 48512"/>
              <a:gd name="adj2" fmla="val 200"/>
              <a:gd name="adj3" fmla="val -329251"/>
              <a:gd name="adj4" fmla="val -51895"/>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eaLnBrk="0" hangingPunct="0"/>
            <a:r>
              <a:rPr lang="en-US" sz="1000" dirty="0">
                <a:latin typeface="+mn-lt"/>
              </a:rPr>
              <a:t>10” MIPI-DSI Display connector </a:t>
            </a:r>
          </a:p>
        </p:txBody>
      </p:sp>
      <p:sp>
        <p:nvSpPr>
          <p:cNvPr id="11" name="Callout: Line with Accent Bar 10">
            <a:extLst>
              <a:ext uri="{FF2B5EF4-FFF2-40B4-BE49-F238E27FC236}">
                <a16:creationId xmlns:a16="http://schemas.microsoft.com/office/drawing/2014/main" id="{CC2F158E-3255-405D-99B0-0A16D4BF9CEA}"/>
              </a:ext>
            </a:extLst>
          </p:cNvPr>
          <p:cNvSpPr/>
          <p:nvPr/>
        </p:nvSpPr>
        <p:spPr bwMode="auto">
          <a:xfrm>
            <a:off x="10358407" y="2994375"/>
            <a:ext cx="1296144" cy="301622"/>
          </a:xfrm>
          <a:prstGeom prst="accentCallout1">
            <a:avLst>
              <a:gd name="adj1" fmla="val 48512"/>
              <a:gd name="adj2" fmla="val 200"/>
              <a:gd name="adj3" fmla="val 336410"/>
              <a:gd name="adj4" fmla="val -113165"/>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eaLnBrk="0" hangingPunct="0"/>
            <a:r>
              <a:rPr lang="en-US" sz="1000">
                <a:latin typeface="+mn-lt"/>
              </a:rPr>
              <a:t>10” Display Touchpad connector </a:t>
            </a:r>
            <a:endParaRPr lang="en-US" sz="1000" dirty="0">
              <a:latin typeface="+mn-lt"/>
            </a:endParaRPr>
          </a:p>
        </p:txBody>
      </p:sp>
      <p:sp>
        <p:nvSpPr>
          <p:cNvPr id="12" name="Callout: Line with Accent Bar 11">
            <a:extLst>
              <a:ext uri="{FF2B5EF4-FFF2-40B4-BE49-F238E27FC236}">
                <a16:creationId xmlns:a16="http://schemas.microsoft.com/office/drawing/2014/main" id="{4F18AEC1-D6FF-406C-893F-4591848BDA30}"/>
              </a:ext>
            </a:extLst>
          </p:cNvPr>
          <p:cNvSpPr/>
          <p:nvPr/>
        </p:nvSpPr>
        <p:spPr bwMode="auto">
          <a:xfrm>
            <a:off x="7910135" y="957766"/>
            <a:ext cx="1512168" cy="301622"/>
          </a:xfrm>
          <a:prstGeom prst="accentCallout1">
            <a:avLst>
              <a:gd name="adj1" fmla="val 48512"/>
              <a:gd name="adj2" fmla="val 200"/>
              <a:gd name="adj3" fmla="val 179057"/>
              <a:gd name="adj4" fmla="val -25079"/>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eaLnBrk="0" hangingPunct="0"/>
            <a:r>
              <a:rPr lang="en-US" sz="1000">
                <a:latin typeface="+mn-lt"/>
              </a:rPr>
              <a:t>Headphone Jack (DNI)</a:t>
            </a:r>
            <a:endParaRPr lang="en-US" sz="1000" dirty="0">
              <a:latin typeface="+mn-lt"/>
            </a:endParaRPr>
          </a:p>
        </p:txBody>
      </p:sp>
      <p:sp>
        <p:nvSpPr>
          <p:cNvPr id="13" name="Callout: Line with Accent Bar 12">
            <a:extLst>
              <a:ext uri="{FF2B5EF4-FFF2-40B4-BE49-F238E27FC236}">
                <a16:creationId xmlns:a16="http://schemas.microsoft.com/office/drawing/2014/main" id="{606B7F89-7205-4F3D-B33D-4F4814393697}"/>
              </a:ext>
            </a:extLst>
          </p:cNvPr>
          <p:cNvSpPr/>
          <p:nvPr/>
        </p:nvSpPr>
        <p:spPr bwMode="auto">
          <a:xfrm>
            <a:off x="5461863" y="6184007"/>
            <a:ext cx="1683804" cy="201920"/>
          </a:xfrm>
          <a:prstGeom prst="accentCallout1">
            <a:avLst>
              <a:gd name="adj1" fmla="val 48512"/>
              <a:gd name="adj2" fmla="val 200"/>
              <a:gd name="adj3" fmla="val -1064947"/>
              <a:gd name="adj4" fmla="val -29898"/>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eaLnBrk="0" hangingPunct="0"/>
            <a:r>
              <a:rPr lang="en-US" sz="1000" dirty="0">
                <a:latin typeface="+mn-lt"/>
              </a:rPr>
              <a:t>MIPI-DSI R-Pi Display connector </a:t>
            </a:r>
          </a:p>
        </p:txBody>
      </p:sp>
    </p:spTree>
    <p:extLst>
      <p:ext uri="{BB962C8B-B14F-4D97-AF65-F5344CB8AC3E}">
        <p14:creationId xmlns:p14="http://schemas.microsoft.com/office/powerpoint/2010/main" val="2932917552"/>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113D11-FD44-481E-B56B-0A08AA438C4A}"/>
              </a:ext>
            </a:extLst>
          </p:cNvPr>
          <p:cNvSpPr>
            <a:spLocks noGrp="1"/>
          </p:cNvSpPr>
          <p:nvPr>
            <p:ph type="title" hasCustomPrompt="1"/>
          </p:nvPr>
        </p:nvSpPr>
        <p:spPr/>
        <p:txBody>
          <a:bodyPr/>
          <a:lstStyle/>
          <a:p>
            <a:r>
              <a:t>PSOC™ Edge E84 MCU SOM – Top View</a:t>
            </a:r>
          </a:p>
        </p:txBody>
      </p:sp>
      <p:pic>
        <p:nvPicPr>
          <p:cNvPr id="4" name="Picture 3">
            <a:extLst>
              <a:ext uri="{FF2B5EF4-FFF2-40B4-BE49-F238E27FC236}">
                <a16:creationId xmlns:a16="http://schemas.microsoft.com/office/drawing/2014/main" id="{E0474534-757F-42B3-A787-4C51F840C7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3472" y="1115124"/>
            <a:ext cx="8959856" cy="4956251"/>
          </a:xfrm>
          <a:prstGeom prst="rect">
            <a:avLst/>
          </a:prstGeom>
        </p:spPr>
      </p:pic>
      <p:sp>
        <p:nvSpPr>
          <p:cNvPr id="5" name="TextBox 4">
            <a:extLst>
              <a:ext uri="{FF2B5EF4-FFF2-40B4-BE49-F238E27FC236}">
                <a16:creationId xmlns:a16="http://schemas.microsoft.com/office/drawing/2014/main" id="{80202991-840A-45B1-BF97-EA2198510850}"/>
              </a:ext>
            </a:extLst>
          </p:cNvPr>
          <p:cNvSpPr txBox="1"/>
          <p:nvPr/>
        </p:nvSpPr>
        <p:spPr bwMode="auto">
          <a:xfrm>
            <a:off x="5519936" y="5658864"/>
            <a:ext cx="936104" cy="301878"/>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800" kern="0" baseline="0" dirty="0">
                <a:solidFill>
                  <a:schemeClr val="bg1"/>
                </a:solidFill>
                <a:latin typeface="+mn-lt"/>
                <a:ea typeface="+mn-ea"/>
                <a:cs typeface="+mn-cs"/>
              </a:rPr>
              <a:t>69.6mm</a:t>
            </a:r>
          </a:p>
        </p:txBody>
      </p:sp>
      <p:sp>
        <p:nvSpPr>
          <p:cNvPr id="7" name="TextBox 6">
            <a:extLst>
              <a:ext uri="{FF2B5EF4-FFF2-40B4-BE49-F238E27FC236}">
                <a16:creationId xmlns:a16="http://schemas.microsoft.com/office/drawing/2014/main" id="{781390CD-687A-4E63-89EA-A52B9C78C149}"/>
              </a:ext>
            </a:extLst>
          </p:cNvPr>
          <p:cNvSpPr txBox="1"/>
          <p:nvPr/>
        </p:nvSpPr>
        <p:spPr bwMode="auto">
          <a:xfrm rot="16200000">
            <a:off x="1123601" y="3170049"/>
            <a:ext cx="936104" cy="301878"/>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800" kern="0" baseline="0" dirty="0">
                <a:solidFill>
                  <a:schemeClr val="bg1"/>
                </a:solidFill>
                <a:latin typeface="+mn-lt"/>
                <a:ea typeface="+mn-ea"/>
                <a:cs typeface="+mn-cs"/>
              </a:rPr>
              <a:t>30mm</a:t>
            </a:r>
          </a:p>
        </p:txBody>
      </p:sp>
      <p:sp>
        <p:nvSpPr>
          <p:cNvPr id="9" name="Callout: Line with Accent Bar 8">
            <a:extLst>
              <a:ext uri="{FF2B5EF4-FFF2-40B4-BE49-F238E27FC236}">
                <a16:creationId xmlns:a16="http://schemas.microsoft.com/office/drawing/2014/main" id="{5C057016-10D4-42B0-87CD-4EA964790532}"/>
              </a:ext>
            </a:extLst>
          </p:cNvPr>
          <p:cNvSpPr/>
          <p:nvPr/>
        </p:nvSpPr>
        <p:spPr bwMode="auto">
          <a:xfrm flipH="1">
            <a:off x="1343472" y="1513736"/>
            <a:ext cx="1327330" cy="201921"/>
          </a:xfrm>
          <a:prstGeom prst="accentCallout1">
            <a:avLst>
              <a:gd name="adj1" fmla="val 48512"/>
              <a:gd name="adj2" fmla="val 200"/>
              <a:gd name="adj3" fmla="val 653191"/>
              <a:gd name="adj4" fmla="val -50361"/>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dirty="0">
                <a:solidFill>
                  <a:schemeClr val="bg1"/>
                </a:solidFill>
                <a:latin typeface="+mn-lt"/>
              </a:rPr>
              <a:t>PSOC™ Edge MCU (220-BGA) </a:t>
            </a:r>
          </a:p>
        </p:txBody>
      </p:sp>
      <p:sp>
        <p:nvSpPr>
          <p:cNvPr id="10" name="Callout: Line with Accent Bar 9">
            <a:extLst>
              <a:ext uri="{FF2B5EF4-FFF2-40B4-BE49-F238E27FC236}">
                <a16:creationId xmlns:a16="http://schemas.microsoft.com/office/drawing/2014/main" id="{90212EAB-33C3-4766-B0FC-71043E093717}"/>
              </a:ext>
            </a:extLst>
          </p:cNvPr>
          <p:cNvSpPr/>
          <p:nvPr/>
        </p:nvSpPr>
        <p:spPr bwMode="auto">
          <a:xfrm flipH="1">
            <a:off x="2927648" y="1409169"/>
            <a:ext cx="1327330" cy="201921"/>
          </a:xfrm>
          <a:prstGeom prst="accentCallout1">
            <a:avLst>
              <a:gd name="adj1" fmla="val 48512"/>
              <a:gd name="adj2" fmla="val 200"/>
              <a:gd name="adj3" fmla="val 614274"/>
              <a:gd name="adj4" fmla="val -50361"/>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dirty="0">
                <a:solidFill>
                  <a:schemeClr val="bg1"/>
                </a:solidFill>
                <a:latin typeface="+mn-lt"/>
              </a:rPr>
              <a:t>QSPI Flash</a:t>
            </a:r>
          </a:p>
        </p:txBody>
      </p:sp>
      <p:sp>
        <p:nvSpPr>
          <p:cNvPr id="12" name="Callout: Line with Accent Bar 11">
            <a:extLst>
              <a:ext uri="{FF2B5EF4-FFF2-40B4-BE49-F238E27FC236}">
                <a16:creationId xmlns:a16="http://schemas.microsoft.com/office/drawing/2014/main" id="{A0E069CA-F22C-4CD9-AC7E-0D78BC1D2081}"/>
              </a:ext>
            </a:extLst>
          </p:cNvPr>
          <p:cNvSpPr/>
          <p:nvPr/>
        </p:nvSpPr>
        <p:spPr bwMode="auto">
          <a:xfrm>
            <a:off x="9244136" y="1412775"/>
            <a:ext cx="1367286" cy="201922"/>
          </a:xfrm>
          <a:prstGeom prst="accentCallout1">
            <a:avLst>
              <a:gd name="adj1" fmla="val 48512"/>
              <a:gd name="adj2" fmla="val 200"/>
              <a:gd name="adj3" fmla="val 412038"/>
              <a:gd name="adj4" fmla="val -38737"/>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eaLnBrk="0" hangingPunct="0"/>
            <a:r>
              <a:rPr lang="en-US" sz="1000" dirty="0">
                <a:solidFill>
                  <a:schemeClr val="bg1"/>
                </a:solidFill>
                <a:latin typeface="+mn-lt"/>
              </a:rPr>
              <a:t>Antenna</a:t>
            </a:r>
          </a:p>
        </p:txBody>
      </p:sp>
      <p:sp>
        <p:nvSpPr>
          <p:cNvPr id="13" name="Callout: Line with Accent Bar 12">
            <a:extLst>
              <a:ext uri="{FF2B5EF4-FFF2-40B4-BE49-F238E27FC236}">
                <a16:creationId xmlns:a16="http://schemas.microsoft.com/office/drawing/2014/main" id="{208448F2-E689-4217-8F4D-2069C21AAF34}"/>
              </a:ext>
            </a:extLst>
          </p:cNvPr>
          <p:cNvSpPr/>
          <p:nvPr/>
        </p:nvSpPr>
        <p:spPr bwMode="auto">
          <a:xfrm flipH="1">
            <a:off x="4726477" y="1409169"/>
            <a:ext cx="1327330" cy="201921"/>
          </a:xfrm>
          <a:prstGeom prst="accentCallout1">
            <a:avLst>
              <a:gd name="adj1" fmla="val 48512"/>
              <a:gd name="adj2" fmla="val 200"/>
              <a:gd name="adj3" fmla="val 614274"/>
              <a:gd name="adj4" fmla="val -50361"/>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dirty="0">
                <a:solidFill>
                  <a:schemeClr val="bg1"/>
                </a:solidFill>
              </a:rPr>
              <a:t>CYW55513 Radio Section</a:t>
            </a:r>
          </a:p>
        </p:txBody>
      </p:sp>
    </p:spTree>
    <p:extLst>
      <p:ext uri="{BB962C8B-B14F-4D97-AF65-F5344CB8AC3E}">
        <p14:creationId xmlns:p14="http://schemas.microsoft.com/office/powerpoint/2010/main" val="3085072512"/>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113D11-FD44-481E-B56B-0A08AA438C4A}"/>
              </a:ext>
            </a:extLst>
          </p:cNvPr>
          <p:cNvSpPr>
            <a:spLocks noGrp="1"/>
          </p:cNvSpPr>
          <p:nvPr>
            <p:ph type="title" hasCustomPrompt="1"/>
          </p:nvPr>
        </p:nvSpPr>
        <p:spPr/>
        <p:txBody>
          <a:bodyPr/>
          <a:lstStyle/>
          <a:p>
            <a:r>
              <a:t>PSOC™ Edge E84 MCU SOM – Bottom View</a:t>
            </a:r>
          </a:p>
        </p:txBody>
      </p:sp>
      <p:pic>
        <p:nvPicPr>
          <p:cNvPr id="5" name="Picture 4">
            <a:extLst>
              <a:ext uri="{FF2B5EF4-FFF2-40B4-BE49-F238E27FC236}">
                <a16:creationId xmlns:a16="http://schemas.microsoft.com/office/drawing/2014/main" id="{853C2B01-7118-441D-89D5-E46E6D95B5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7036" y="1268760"/>
            <a:ext cx="9317928" cy="4977453"/>
          </a:xfrm>
          <a:prstGeom prst="rect">
            <a:avLst/>
          </a:prstGeom>
        </p:spPr>
      </p:pic>
      <p:sp>
        <p:nvSpPr>
          <p:cNvPr id="6" name="Callout: Line with Accent Bar 5">
            <a:extLst>
              <a:ext uri="{FF2B5EF4-FFF2-40B4-BE49-F238E27FC236}">
                <a16:creationId xmlns:a16="http://schemas.microsoft.com/office/drawing/2014/main" id="{1CEA1A2B-C8DA-4E7A-8B8A-790A5AD55951}"/>
              </a:ext>
            </a:extLst>
          </p:cNvPr>
          <p:cNvSpPr/>
          <p:nvPr/>
        </p:nvSpPr>
        <p:spPr bwMode="auto">
          <a:xfrm flipH="1">
            <a:off x="2711624" y="1549802"/>
            <a:ext cx="1327330" cy="201921"/>
          </a:xfrm>
          <a:prstGeom prst="accentCallout1">
            <a:avLst>
              <a:gd name="adj1" fmla="val 48512"/>
              <a:gd name="adj2" fmla="val 200"/>
              <a:gd name="adj3" fmla="val 1173262"/>
              <a:gd name="adj4" fmla="val -170918"/>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dirty="0">
                <a:solidFill>
                  <a:schemeClr val="bg1"/>
                </a:solidFill>
                <a:latin typeface="+mn-lt"/>
              </a:rPr>
              <a:t>Octal RAM</a:t>
            </a:r>
          </a:p>
        </p:txBody>
      </p:sp>
      <p:sp>
        <p:nvSpPr>
          <p:cNvPr id="7" name="Callout: Line with Accent Bar 6">
            <a:extLst>
              <a:ext uri="{FF2B5EF4-FFF2-40B4-BE49-F238E27FC236}">
                <a16:creationId xmlns:a16="http://schemas.microsoft.com/office/drawing/2014/main" id="{2DC11996-DDDA-4DA9-94B4-7FDF7F7EA847}"/>
              </a:ext>
            </a:extLst>
          </p:cNvPr>
          <p:cNvSpPr/>
          <p:nvPr/>
        </p:nvSpPr>
        <p:spPr bwMode="auto">
          <a:xfrm flipH="1">
            <a:off x="4079776" y="1489879"/>
            <a:ext cx="1327330" cy="201921"/>
          </a:xfrm>
          <a:prstGeom prst="accentCallout1">
            <a:avLst>
              <a:gd name="adj1" fmla="val 48512"/>
              <a:gd name="adj2" fmla="val 200"/>
              <a:gd name="adj3" fmla="val 607199"/>
              <a:gd name="adj4" fmla="val -85344"/>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dirty="0">
                <a:solidFill>
                  <a:schemeClr val="bg1"/>
                </a:solidFill>
                <a:latin typeface="+mn-lt"/>
              </a:rPr>
              <a:t>Octal Flash</a:t>
            </a:r>
          </a:p>
        </p:txBody>
      </p:sp>
      <p:sp>
        <p:nvSpPr>
          <p:cNvPr id="8" name="Callout: Line with Accent Bar 7">
            <a:extLst>
              <a:ext uri="{FF2B5EF4-FFF2-40B4-BE49-F238E27FC236}">
                <a16:creationId xmlns:a16="http://schemas.microsoft.com/office/drawing/2014/main" id="{D62E1AD9-34B9-4FCC-83F6-FDF0BF43FCCA}"/>
              </a:ext>
            </a:extLst>
          </p:cNvPr>
          <p:cNvSpPr/>
          <p:nvPr/>
        </p:nvSpPr>
        <p:spPr bwMode="auto">
          <a:xfrm flipH="1">
            <a:off x="6240016" y="1489879"/>
            <a:ext cx="1809830" cy="203033"/>
          </a:xfrm>
          <a:prstGeom prst="accentCallout1">
            <a:avLst>
              <a:gd name="adj1" fmla="val 48512"/>
              <a:gd name="adj2" fmla="val 200"/>
              <a:gd name="adj3" fmla="val 1413838"/>
              <a:gd name="adj4" fmla="val -72114"/>
            </a:avLst>
          </a:prstGeom>
          <a:noFill/>
          <a:ln w="12700" cap="flat" cmpd="sng" algn="ctr">
            <a:solidFill>
              <a:schemeClr val="accent5"/>
            </a:solidFill>
            <a:prstDash val="solid"/>
            <a:miter lim="800000"/>
            <a:headEnd type="none" w="med" len="med"/>
            <a:tailEnd type="none" w="med" len="med"/>
          </a:ln>
        </p:spPr>
        <p:txBody>
          <a:bodyPr wrap="square" lIns="72000" tIns="72000" rIns="72000" bIns="72000" rtlCol="0" anchor="ctr"/>
          <a:lstStyle/>
          <a:p>
            <a:pPr algn="r" eaLnBrk="0" hangingPunct="0"/>
            <a:r>
              <a:rPr lang="en-US" sz="1000">
                <a:solidFill>
                  <a:schemeClr val="bg1"/>
                </a:solidFill>
                <a:latin typeface="+mn-lt"/>
              </a:rPr>
              <a:t>CAPSENSE™ </a:t>
            </a:r>
            <a:r>
              <a:rPr lang="en-US" sz="1000" dirty="0">
                <a:solidFill>
                  <a:schemeClr val="bg1"/>
                </a:solidFill>
                <a:latin typeface="+mn-lt"/>
              </a:rPr>
              <a:t>Co-Processor</a:t>
            </a:r>
          </a:p>
        </p:txBody>
      </p:sp>
    </p:spTree>
    <p:extLst>
      <p:ext uri="{BB962C8B-B14F-4D97-AF65-F5344CB8AC3E}">
        <p14:creationId xmlns:p14="http://schemas.microsoft.com/office/powerpoint/2010/main" val="1808043221"/>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A7DB01-DE02-465E-8957-66125CBFA8FD}"/>
              </a:ext>
            </a:extLst>
          </p:cNvPr>
          <p:cNvSpPr>
            <a:spLocks noGrp="1"/>
          </p:cNvSpPr>
          <p:nvPr>
            <p:ph sz="quarter" idx="13" hasCustomPrompt="1"/>
          </p:nvPr>
        </p:nvSpPr>
        <p:spPr/>
        <p:txBody>
          <a:bodyPr/>
          <a:lstStyle/>
          <a:p>
            <a:pPr lvl="1">
              <a:lnSpc>
                <a:spcPct val="150000"/>
              </a:lnSpc>
            </a:pPr>
            <a:r>
              <a:rPr dirty="0"/>
              <a:t>Programming and Debugging PSOC™ Edge </a:t>
            </a:r>
            <a:r>
              <a:t>E84 MC</a:t>
            </a:r>
            <a:r>
              <a:rPr lang="en-US"/>
              <a:t>U.</a:t>
            </a:r>
            <a:endParaRPr lang="en-US" sz="2800" b="1" dirty="0"/>
          </a:p>
          <a:p>
            <a:pPr lvl="2">
              <a:lnSpc>
                <a:spcPct val="150000"/>
              </a:lnSpc>
              <a:buFont typeface="Arial" panose="020B0604020202020204" pitchFamily="34" charset="0"/>
              <a:buChar char="‒"/>
            </a:pPr>
            <a:r>
              <a:rPr dirty="0"/>
              <a:t>Comes with a KitProg3 onboard programmer </a:t>
            </a:r>
            <a:r>
              <a:t>and debugge</a:t>
            </a:r>
            <a:r>
              <a:rPr lang="en-US"/>
              <a:t>r.</a:t>
            </a:r>
            <a:endParaRPr dirty="0"/>
          </a:p>
          <a:p>
            <a:pPr lvl="2">
              <a:lnSpc>
                <a:spcPct val="150000"/>
              </a:lnSpc>
              <a:buFont typeface="Arial" panose="020B0604020202020204" pitchFamily="34" charset="0"/>
              <a:buChar char="‒"/>
            </a:pPr>
            <a:r>
              <a:t>Supports CMSIS-DA</a:t>
            </a:r>
            <a:r>
              <a:rPr lang="en-US"/>
              <a:t>P.</a:t>
            </a:r>
            <a:endParaRPr dirty="0"/>
          </a:p>
          <a:p>
            <a:pPr lvl="2">
              <a:lnSpc>
                <a:spcPct val="150000"/>
              </a:lnSpc>
              <a:buFont typeface="Arial" panose="020B0604020202020204" pitchFamily="34" charset="0"/>
              <a:buChar char="‒"/>
            </a:pPr>
            <a:r>
              <a:rPr dirty="0"/>
              <a:t>Supports </a:t>
            </a:r>
            <a:r>
              <a:rPr dirty="0" err="1"/>
              <a:t>OpenOCD</a:t>
            </a:r>
            <a:r>
              <a:rPr dirty="0"/>
              <a:t> using a GDB server and the J-Link </a:t>
            </a:r>
            <a:r>
              <a:t>debug prob</a:t>
            </a:r>
            <a:r>
              <a:rPr lang="en-US"/>
              <a:t>e.</a:t>
            </a:r>
            <a:endParaRPr dirty="0"/>
          </a:p>
          <a:p>
            <a:pPr lvl="2">
              <a:lnSpc>
                <a:spcPct val="150000"/>
              </a:lnSpc>
              <a:buFont typeface="Arial" panose="020B0604020202020204" pitchFamily="34" charset="0"/>
              <a:buChar char="‒"/>
            </a:pPr>
            <a:r>
              <a:rPr dirty="0"/>
              <a:t>Debug environment is IDE specific – refer to </a:t>
            </a:r>
            <a:r>
              <a:rPr lang="en-US" dirty="0" err="1"/>
              <a:t>ModusToolbox</a:t>
            </a:r>
            <a:r>
              <a:rPr lang="en-US" dirty="0"/>
              <a:t>™</a:t>
            </a:r>
            <a:r>
              <a:rPr dirty="0"/>
              <a:t> documentation.</a:t>
            </a:r>
          </a:p>
          <a:p>
            <a:endParaRPr lang="en-US" dirty="0"/>
          </a:p>
        </p:txBody>
      </p:sp>
      <p:sp>
        <p:nvSpPr>
          <p:cNvPr id="3" name="Title 2">
            <a:extLst>
              <a:ext uri="{FF2B5EF4-FFF2-40B4-BE49-F238E27FC236}">
                <a16:creationId xmlns:a16="http://schemas.microsoft.com/office/drawing/2014/main" id="{435961A2-3561-413D-8657-C19CFDF581CC}"/>
              </a:ext>
            </a:extLst>
          </p:cNvPr>
          <p:cNvSpPr>
            <a:spLocks noGrp="1"/>
          </p:cNvSpPr>
          <p:nvPr>
            <p:ph type="title" hasCustomPrompt="1"/>
          </p:nvPr>
        </p:nvSpPr>
        <p:spPr/>
        <p:txBody>
          <a:bodyPr/>
          <a:lstStyle/>
          <a:p>
            <a:r>
              <a:t>Programming/debugging</a:t>
            </a:r>
          </a:p>
        </p:txBody>
      </p:sp>
    </p:spTree>
    <p:extLst>
      <p:ext uri="{BB962C8B-B14F-4D97-AF65-F5344CB8AC3E}">
        <p14:creationId xmlns:p14="http://schemas.microsoft.com/office/powerpoint/2010/main" val="4081343188"/>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7B1C372-4D59-7B26-470C-2B7C3E3B9DF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0DF9E85F-6DD0-8B4F-CF69-CB3E9B9DF35A}"/>
              </a:ext>
            </a:extLst>
          </p:cNvPr>
          <p:cNvSpPr>
            <a:spLocks noGrp="1"/>
          </p:cNvSpPr>
          <p:nvPr>
            <p:ph type="sldNum" sz="quarter" idx="12"/>
          </p:nvPr>
        </p:nvSpPr>
        <p:spPr/>
        <p:txBody>
          <a:bodyPr/>
          <a:lstStyle/>
          <a:p>
            <a:r>
              <a:rPr lang="en-US"/>
              <a:t> </a:t>
            </a:r>
            <a:endParaRPr lang="en-US" dirty="0"/>
          </a:p>
        </p:txBody>
      </p:sp>
      <p:grpSp>
        <p:nvGrpSpPr>
          <p:cNvPr id="14" name="Group 13">
            <a:extLst>
              <a:ext uri="{FF2B5EF4-FFF2-40B4-BE49-F238E27FC236}">
                <a16:creationId xmlns:a16="http://schemas.microsoft.com/office/drawing/2014/main" id="{3EB15CA1-7D69-89E6-E137-2651937A9C7E}"/>
              </a:ext>
            </a:extLst>
          </p:cNvPr>
          <p:cNvGrpSpPr/>
          <p:nvPr>
            <p:custDataLst>
              <p:tags r:id="rId1"/>
            </p:custDataLst>
          </p:nvPr>
        </p:nvGrpSpPr>
        <p:grpSpPr>
          <a:xfrm>
            <a:off x="334434" y="1268413"/>
            <a:ext cx="11521017" cy="1655999"/>
            <a:chOff x="334434" y="1268413"/>
            <a:chExt cx="11521017" cy="1655999"/>
          </a:xfrm>
        </p:grpSpPr>
        <p:sp>
          <p:nvSpPr>
            <p:cNvPr id="5" name="MIO_AGENDA_ELEMENT_TITEL_1">
              <a:hlinkClick r:id="rId13" action="ppaction://hlinksldjump"/>
              <a:extLst>
                <a:ext uri="{FF2B5EF4-FFF2-40B4-BE49-F238E27FC236}">
                  <a16:creationId xmlns:a16="http://schemas.microsoft.com/office/drawing/2014/main" id="{22E49CF3-42AB-1304-27BE-919614C02182}"/>
                </a:ext>
              </a:extLst>
            </p:cNvPr>
            <p:cNvSpPr>
              <a:spLocks/>
            </p:cNvSpPr>
            <p:nvPr>
              <p:custDataLst>
                <p:tags r:id="rId3"/>
              </p:custDataLst>
            </p:nvPr>
          </p:nvSpPr>
          <p:spPr>
            <a:xfrm>
              <a:off x="1235076" y="1268413"/>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a:latin typeface="+mn-lt"/>
                </a:rPr>
                <a:t>Development ecosystem for PSOC™ Edge E84</a:t>
              </a:r>
              <a:endParaRPr lang="de-DE" sz="1800" dirty="0">
                <a:latin typeface="+mn-lt"/>
              </a:endParaRPr>
            </a:p>
          </p:txBody>
        </p:sp>
        <p:sp>
          <p:nvSpPr>
            <p:cNvPr id="6" name="MIO_AGENDA_ELEMENT_ELEMENTNUMBER_1">
              <a:hlinkClick r:id="rId13" action="ppaction://hlinksldjump"/>
              <a:extLst>
                <a:ext uri="{FF2B5EF4-FFF2-40B4-BE49-F238E27FC236}">
                  <a16:creationId xmlns:a16="http://schemas.microsoft.com/office/drawing/2014/main" id="{32CC56A6-9BB4-E1ED-16E1-256FAC98F0C7}"/>
                </a:ext>
              </a:extLst>
            </p:cNvPr>
            <p:cNvSpPr>
              <a:spLocks noChangeAspect="1"/>
            </p:cNvSpPr>
            <p:nvPr>
              <p:custDataLst>
                <p:tags r:id="rId4"/>
              </p:custDataLst>
            </p:nvPr>
          </p:nvSpPr>
          <p:spPr>
            <a:xfrm>
              <a:off x="334434" y="1268413"/>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1</a:t>
              </a:r>
              <a:endParaRPr lang="de-DE" b="1" dirty="0">
                <a:solidFill>
                  <a:schemeClr val="bg1"/>
                </a:solidFill>
                <a:latin typeface="+mn-lt"/>
                <a:cs typeface="Arial" panose="020B0604020202020204" pitchFamily="34" charset="0"/>
              </a:endParaRPr>
            </a:p>
          </p:txBody>
        </p:sp>
        <p:sp>
          <p:nvSpPr>
            <p:cNvPr id="7" name="MIO_AGENDA_ELEMENT_PAGENUMBER_1">
              <a:hlinkClick r:id="rId13" action="ppaction://hlinksldjump"/>
              <a:extLst>
                <a:ext uri="{FF2B5EF4-FFF2-40B4-BE49-F238E27FC236}">
                  <a16:creationId xmlns:a16="http://schemas.microsoft.com/office/drawing/2014/main" id="{DCD4460A-4F83-0C72-767B-46899DA21278}"/>
                </a:ext>
              </a:extLst>
            </p:cNvPr>
            <p:cNvSpPr txBox="1">
              <a:spLocks/>
            </p:cNvSpPr>
            <p:nvPr>
              <p:custDataLst>
                <p:tags r:id="rId5"/>
              </p:custDataLst>
            </p:nvPr>
          </p:nvSpPr>
          <p:spPr>
            <a:xfrm>
              <a:off x="11026666" y="1268413"/>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3</a:t>
              </a:r>
              <a:endParaRPr lang="de-DE" sz="1800" dirty="0">
                <a:latin typeface="+mn-lt"/>
              </a:endParaRPr>
            </a:p>
          </p:txBody>
        </p:sp>
        <p:sp>
          <p:nvSpPr>
            <p:cNvPr id="8" name="MIO_AGENDA_ELEMENT_TITEL_2">
              <a:hlinkClick r:id="rId14" action="ppaction://hlinksldjump"/>
              <a:extLst>
                <a:ext uri="{FF2B5EF4-FFF2-40B4-BE49-F238E27FC236}">
                  <a16:creationId xmlns:a16="http://schemas.microsoft.com/office/drawing/2014/main" id="{DA457F51-DE72-6F98-6FB1-6660C2108590}"/>
                </a:ext>
              </a:extLst>
            </p:cNvPr>
            <p:cNvSpPr>
              <a:spLocks/>
            </p:cNvSpPr>
            <p:nvPr>
              <p:custDataLst>
                <p:tags r:id="rId6"/>
              </p:custDataLst>
            </p:nvPr>
          </p:nvSpPr>
          <p:spPr>
            <a:xfrm>
              <a:off x="1235075" y="1844412"/>
              <a:ext cx="9791589" cy="504000"/>
            </a:xfrm>
            <a:prstGeom prst="rect">
              <a:avLst/>
            </a:prstGeom>
            <a:noFill/>
            <a:extLst>
              <a:ext uri="{909E8E84-426E-40DD-AFC4-6F175D3DCCD1}">
                <a14:hiddenFill xmlns:a14="http://schemas.microsoft.com/office/drawing/2010/main">
                  <a:solidFill>
                    <a:schemeClr val="bg2"/>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b="1">
                  <a:solidFill>
                    <a:schemeClr val="tx2"/>
                  </a:solidFill>
                  <a:latin typeface="+mn-lt"/>
                </a:rPr>
                <a:t>Code Example #1: Hello World + Blinky</a:t>
              </a:r>
              <a:endParaRPr lang="de-DE" sz="1800" b="1" dirty="0">
                <a:solidFill>
                  <a:schemeClr val="tx2"/>
                </a:solidFill>
                <a:latin typeface="+mn-lt"/>
              </a:endParaRPr>
            </a:p>
          </p:txBody>
        </p:sp>
        <p:sp>
          <p:nvSpPr>
            <p:cNvPr id="9" name="MIO_AGENDA_ELEMENT_ELEMENTNUMBER_2">
              <a:hlinkClick r:id="rId14" action="ppaction://hlinksldjump"/>
              <a:extLst>
                <a:ext uri="{FF2B5EF4-FFF2-40B4-BE49-F238E27FC236}">
                  <a16:creationId xmlns:a16="http://schemas.microsoft.com/office/drawing/2014/main" id="{B6D03189-29A6-12CC-E366-D8B621F1FE16}"/>
                </a:ext>
              </a:extLst>
            </p:cNvPr>
            <p:cNvSpPr>
              <a:spLocks noChangeAspect="1"/>
            </p:cNvSpPr>
            <p:nvPr>
              <p:custDataLst>
                <p:tags r:id="rId7"/>
              </p:custDataLst>
            </p:nvPr>
          </p:nvSpPr>
          <p:spPr>
            <a:xfrm>
              <a:off x="334434" y="1844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2</a:t>
              </a:r>
              <a:endParaRPr lang="de-DE" b="1" dirty="0">
                <a:solidFill>
                  <a:schemeClr val="bg1"/>
                </a:solidFill>
                <a:latin typeface="+mn-lt"/>
                <a:cs typeface="Arial" panose="020B0604020202020204" pitchFamily="34" charset="0"/>
              </a:endParaRPr>
            </a:p>
          </p:txBody>
        </p:sp>
        <p:sp>
          <p:nvSpPr>
            <p:cNvPr id="10" name="MIO_AGENDA_ELEMENT_PAGENUMBER_2">
              <a:hlinkClick r:id="rId14" action="ppaction://hlinksldjump"/>
              <a:extLst>
                <a:ext uri="{FF2B5EF4-FFF2-40B4-BE49-F238E27FC236}">
                  <a16:creationId xmlns:a16="http://schemas.microsoft.com/office/drawing/2014/main" id="{385A4EE7-611F-CDA3-0147-C1254D707D15}"/>
                </a:ext>
              </a:extLst>
            </p:cNvPr>
            <p:cNvSpPr txBox="1">
              <a:spLocks/>
            </p:cNvSpPr>
            <p:nvPr>
              <p:custDataLst>
                <p:tags r:id="rId8"/>
              </p:custDataLst>
            </p:nvPr>
          </p:nvSpPr>
          <p:spPr>
            <a:xfrm>
              <a:off x="11026666" y="1844412"/>
              <a:ext cx="828785" cy="504000"/>
            </a:xfrm>
            <a:prstGeom prst="rect">
              <a:avLst/>
            </a:prstGeom>
            <a:noFill/>
          </p:spPr>
          <p:txBody>
            <a:bodyPr wrap="none" lIns="0" tIns="36000" rIns="216000" bIns="36000" rtlCol="0" anchor="ctr" anchorCtr="0">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r"/>
              <a:r>
                <a:rPr lang="de-DE" sz="1800" b="1">
                  <a:solidFill>
                    <a:schemeClr val="tx2"/>
                  </a:solidFill>
                  <a:latin typeface="+mn-lt"/>
                  <a:cs typeface="Segoe UI Semibold" panose="020B0702040204020203" pitchFamily="34" charset="0"/>
                </a:rPr>
                <a:t>46</a:t>
              </a:r>
              <a:endParaRPr lang="de-DE" sz="1800" b="1" dirty="0">
                <a:solidFill>
                  <a:schemeClr val="tx2"/>
                </a:solidFill>
                <a:latin typeface="+mn-lt"/>
                <a:cs typeface="Segoe UI Semibold" panose="020B0702040204020203" pitchFamily="34" charset="0"/>
              </a:endParaRPr>
            </a:p>
          </p:txBody>
        </p:sp>
        <p:sp>
          <p:nvSpPr>
            <p:cNvPr id="11" name="MIO_AGENDA_ELEMENT_TITEL_3">
              <a:hlinkClick r:id="rId15" action="ppaction://hlinksldjump"/>
              <a:extLst>
                <a:ext uri="{FF2B5EF4-FFF2-40B4-BE49-F238E27FC236}">
                  <a16:creationId xmlns:a16="http://schemas.microsoft.com/office/drawing/2014/main" id="{B5D9A6BE-9A1E-8DB8-372C-2DC5294D2CC6}"/>
                </a:ext>
              </a:extLst>
            </p:cNvPr>
            <p:cNvSpPr>
              <a:spLocks/>
            </p:cNvSpPr>
            <p:nvPr>
              <p:custDataLst>
                <p:tags r:id="rId9"/>
              </p:custDataLst>
            </p:nvPr>
          </p:nvSpPr>
          <p:spPr>
            <a:xfrm>
              <a:off x="1235076" y="2420412"/>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a:latin typeface="+mn-lt"/>
                </a:rPr>
                <a:t>Code Example #2: IPC Semaphores using PDL API</a:t>
              </a:r>
              <a:endParaRPr lang="de-DE" sz="1800" dirty="0">
                <a:latin typeface="+mn-lt"/>
              </a:endParaRPr>
            </a:p>
          </p:txBody>
        </p:sp>
        <p:sp>
          <p:nvSpPr>
            <p:cNvPr id="12" name="MIO_AGENDA_ELEMENT_ELEMENTNUMBER_3">
              <a:hlinkClick r:id="rId15" action="ppaction://hlinksldjump"/>
              <a:extLst>
                <a:ext uri="{FF2B5EF4-FFF2-40B4-BE49-F238E27FC236}">
                  <a16:creationId xmlns:a16="http://schemas.microsoft.com/office/drawing/2014/main" id="{E394006D-7981-43FD-7476-DB394AF490A5}"/>
                </a:ext>
              </a:extLst>
            </p:cNvPr>
            <p:cNvSpPr>
              <a:spLocks noChangeAspect="1"/>
            </p:cNvSpPr>
            <p:nvPr>
              <p:custDataLst>
                <p:tags r:id="rId10"/>
              </p:custDataLst>
            </p:nvPr>
          </p:nvSpPr>
          <p:spPr>
            <a:xfrm>
              <a:off x="334434" y="2420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3</a:t>
              </a:r>
              <a:endParaRPr lang="de-DE" b="1" dirty="0">
                <a:solidFill>
                  <a:schemeClr val="bg1"/>
                </a:solidFill>
                <a:latin typeface="+mn-lt"/>
                <a:cs typeface="Arial" panose="020B0604020202020204" pitchFamily="34" charset="0"/>
              </a:endParaRPr>
            </a:p>
          </p:txBody>
        </p:sp>
        <p:sp>
          <p:nvSpPr>
            <p:cNvPr id="13" name="MIO_AGENDA_ELEMENT_PAGENUMBER_3">
              <a:hlinkClick r:id="rId15" action="ppaction://hlinksldjump"/>
              <a:extLst>
                <a:ext uri="{FF2B5EF4-FFF2-40B4-BE49-F238E27FC236}">
                  <a16:creationId xmlns:a16="http://schemas.microsoft.com/office/drawing/2014/main" id="{F0965B97-0471-8AE1-3CB6-005C64AB8EBF}"/>
                </a:ext>
              </a:extLst>
            </p:cNvPr>
            <p:cNvSpPr txBox="1">
              <a:spLocks/>
            </p:cNvSpPr>
            <p:nvPr>
              <p:custDataLst>
                <p:tags r:id="rId11"/>
              </p:custDataLst>
            </p:nvPr>
          </p:nvSpPr>
          <p:spPr>
            <a:xfrm>
              <a:off x="11026666" y="2420412"/>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50</a:t>
              </a:r>
              <a:endParaRPr lang="de-DE" sz="1800" dirty="0">
                <a:latin typeface="+mn-lt"/>
              </a:endParaRPr>
            </a:p>
          </p:txBody>
        </p:sp>
      </p:grpSp>
      <p:sp>
        <p:nvSpPr>
          <p:cNvPr id="2" name="Title 1">
            <a:extLst>
              <a:ext uri="{FF2B5EF4-FFF2-40B4-BE49-F238E27FC236}">
                <a16:creationId xmlns:a16="http://schemas.microsoft.com/office/drawing/2014/main" id="{1B002E10-8AF4-869D-ACEA-05CF83201509}"/>
              </a:ext>
            </a:extLst>
          </p:cNvPr>
          <p:cNvSpPr>
            <a:spLocks noGrp="1"/>
          </p:cNvSpPr>
          <p:nvPr>
            <p:ph type="title"/>
            <p:custDataLst>
              <p:tags r:id="rId2"/>
            </p:custDataLst>
          </p:nvPr>
        </p:nvSpPr>
        <p:spPr/>
        <p:txBody>
          <a:bodyPr/>
          <a:lstStyle/>
          <a:p>
            <a:r>
              <a:rPr lang="en-US"/>
              <a:t>Table of contents</a:t>
            </a:r>
          </a:p>
        </p:txBody>
      </p:sp>
    </p:spTree>
    <p:extLst>
      <p:ext uri="{BB962C8B-B14F-4D97-AF65-F5344CB8AC3E}">
        <p14:creationId xmlns:p14="http://schemas.microsoft.com/office/powerpoint/2010/main" val="12693456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623BFDC-03D4-4502-8B07-CD0159C6670F}"/>
              </a:ext>
            </a:extLst>
          </p:cNvPr>
          <p:cNvSpPr>
            <a:spLocks noGrp="1"/>
          </p:cNvSpPr>
          <p:nvPr>
            <p:ph type="title" hasCustomPrompt="1"/>
          </p:nvPr>
        </p:nvSpPr>
        <p:spPr>
          <a:xfrm>
            <a:off x="335360" y="2134800"/>
            <a:ext cx="8137525" cy="683369"/>
          </a:xfrm>
          <a:noFill/>
          <a:ln/>
          <a:extLst>
            <a:ext uri="{909E8E84-426E-40DD-AFC4-6F175D3DCCD1}">
              <a14:hiddenFill xmlns:a14="http://schemas.microsoft.com/office/drawing/2010/main">
                <a:solidFill>
                  <a:srgbClr val="FFFFFF">
                    <a:alpha val="0"/>
                  </a:srgbClr>
                </a:solidFill>
              </a14:hiddenFill>
            </a:ext>
          </a:extLst>
        </p:spPr>
        <p:txBody>
          <a:bodyPr lIns="0" tIns="0" rIns="0" bIns="0" anchor="b">
            <a:noAutofit/>
          </a:bodyPr>
          <a:lstStyle/>
          <a:p>
            <a:r>
              <a:rPr lang="en-US" dirty="0">
                <a:solidFill>
                  <a:srgbClr val="FFFFFF"/>
                </a:solidFill>
                <a:latin typeface="Arial" panose="020B0604020202020204" pitchFamily="34" charset="0"/>
              </a:rPr>
              <a:t>LAB1: Hello world + Blinky </a:t>
            </a:r>
            <a:br>
              <a:rPr lang="en-US" dirty="0">
                <a:solidFill>
                  <a:srgbClr val="FFFFFF"/>
                </a:solidFill>
                <a:latin typeface="Arial" panose="020B0604020202020204" pitchFamily="34" charset="0"/>
              </a:rPr>
            </a:br>
            <a:endParaRPr lang="en-US" dirty="0">
              <a:solidFill>
                <a:srgbClr val="FFFFFF"/>
              </a:solidFill>
              <a:latin typeface="Arial" panose="020B0604020202020204" pitchFamily="34" charset="0"/>
            </a:endParaRPr>
          </a:p>
        </p:txBody>
      </p:sp>
      <p:sp>
        <p:nvSpPr>
          <p:cNvPr id="4" name="TextBox 3">
            <a:extLst>
              <a:ext uri="{FF2B5EF4-FFF2-40B4-BE49-F238E27FC236}">
                <a16:creationId xmlns:a16="http://schemas.microsoft.com/office/drawing/2014/main" id="{B672CA3B-6CAB-4F97-B8A5-88FFA3230B9E}"/>
              </a:ext>
            </a:extLst>
          </p:cNvPr>
          <p:cNvSpPr txBox="1"/>
          <p:nvPr/>
        </p:nvSpPr>
        <p:spPr bwMode="auto">
          <a:xfrm>
            <a:off x="335360" y="2501619"/>
            <a:ext cx="8569349" cy="1299074"/>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rgbClr val="FFFFFF"/>
              </a:buClr>
              <a:buSzTx/>
              <a:tabLst/>
            </a:pPr>
            <a:r>
              <a:rPr lang="en-US" sz="1800" b="1" kern="0" baseline="0" dirty="0">
                <a:solidFill>
                  <a:schemeClr val="bg1"/>
                </a:solidFill>
                <a:latin typeface="+mn-lt"/>
              </a:rPr>
              <a:t>What will you learn ?</a:t>
            </a:r>
          </a:p>
          <a:p>
            <a:pPr marL="895335" lvl="1" indent="-285750" defTabSz="576000" eaLnBrk="0" fontAlgn="auto" hangingPunct="0">
              <a:lnSpc>
                <a:spcPct val="120000"/>
              </a:lnSpc>
              <a:spcBef>
                <a:spcPts val="0"/>
              </a:spcBef>
              <a:spcAft>
                <a:spcPts val="0"/>
              </a:spcAft>
              <a:buClr>
                <a:srgbClr val="FFFFFF"/>
              </a:buClr>
              <a:buFont typeface="Arial" panose="020B0604020202020204" pitchFamily="34" charset="0"/>
              <a:buChar char="‒"/>
            </a:pPr>
            <a:r>
              <a:rPr lang="en-US" sz="1800" kern="0" dirty="0">
                <a:solidFill>
                  <a:schemeClr val="bg1"/>
                </a:solidFill>
                <a:latin typeface="+mn-lt"/>
              </a:rPr>
              <a:t>How to run a basic hello world example</a:t>
            </a:r>
          </a:p>
          <a:p>
            <a:pPr marL="895335" lvl="1" indent="-285750" defTabSz="576000" eaLnBrk="0" fontAlgn="auto" hangingPunct="0">
              <a:lnSpc>
                <a:spcPct val="120000"/>
              </a:lnSpc>
              <a:spcBef>
                <a:spcPts val="0"/>
              </a:spcBef>
              <a:spcAft>
                <a:spcPts val="0"/>
              </a:spcAft>
              <a:buClr>
                <a:srgbClr val="FFFFFF"/>
              </a:buClr>
              <a:buFont typeface="Arial" panose="020B0604020202020204" pitchFamily="34" charset="0"/>
              <a:buChar char="‒"/>
            </a:pPr>
            <a:r>
              <a:rPr lang="en-US" sz="1800" kern="0" dirty="0">
                <a:solidFill>
                  <a:schemeClr val="bg1"/>
                </a:solidFill>
                <a:latin typeface="+mn-lt"/>
              </a:rPr>
              <a:t>Understanding the structure of PSOC™ Edge projects</a:t>
            </a:r>
          </a:p>
          <a:p>
            <a:pPr marL="895335" lvl="1" indent="-285750" defTabSz="576000" eaLnBrk="0" fontAlgn="auto" hangingPunct="0">
              <a:lnSpc>
                <a:spcPct val="120000"/>
              </a:lnSpc>
              <a:spcBef>
                <a:spcPts val="0"/>
              </a:spcBef>
              <a:spcAft>
                <a:spcPts val="0"/>
              </a:spcAft>
              <a:buClr>
                <a:srgbClr val="FFFFFF"/>
              </a:buClr>
              <a:buFont typeface="Arial" panose="020B0604020202020204" pitchFamily="34" charset="0"/>
              <a:buChar char="‒"/>
            </a:pPr>
            <a:r>
              <a:rPr lang="en-US" sz="1800" kern="0" dirty="0">
                <a:solidFill>
                  <a:schemeClr val="bg1"/>
                </a:solidFill>
                <a:latin typeface="+mn-lt"/>
              </a:rPr>
              <a:t>How to rename pins using Device Configurator</a:t>
            </a:r>
          </a:p>
        </p:txBody>
      </p:sp>
    </p:spTree>
    <p:extLst>
      <p:ext uri="{BB962C8B-B14F-4D97-AF65-F5344CB8AC3E}">
        <p14:creationId xmlns:p14="http://schemas.microsoft.com/office/powerpoint/2010/main" val="2087981917"/>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836982-1FDD-4605-B402-A753140C29CA}"/>
              </a:ext>
            </a:extLst>
          </p:cNvPr>
          <p:cNvSpPr>
            <a:spLocks noGrp="1"/>
          </p:cNvSpPr>
          <p:nvPr>
            <p:ph sz="quarter" idx="13" hasCustomPrompt="1"/>
          </p:nvPr>
        </p:nvSpPr>
        <p:spPr/>
        <p:txBody>
          <a:bodyPr/>
          <a:lstStyle/>
          <a:p>
            <a:pPr>
              <a:buNone/>
            </a:pPr>
            <a:r>
              <a:rPr dirty="0">
                <a:solidFill>
                  <a:srgbClr val="1D1D1D"/>
                </a:solidFill>
              </a:rPr>
              <a:t> </a:t>
            </a:r>
          </a:p>
          <a:p>
            <a:pPr>
              <a:buNone/>
            </a:pPr>
            <a:endParaRPr lang="en-US" sz="2400" b="1" dirty="0">
              <a:solidFill>
                <a:srgbClr val="1D1D1D"/>
              </a:solidFill>
            </a:endParaRPr>
          </a:p>
        </p:txBody>
      </p:sp>
      <p:sp>
        <p:nvSpPr>
          <p:cNvPr id="3" name="Title 2">
            <a:extLst>
              <a:ext uri="{FF2B5EF4-FFF2-40B4-BE49-F238E27FC236}">
                <a16:creationId xmlns:a16="http://schemas.microsoft.com/office/drawing/2014/main" id="{D7EB4136-58DF-4310-AAD1-0CD9303AE91D}"/>
              </a:ext>
            </a:extLst>
          </p:cNvPr>
          <p:cNvSpPr>
            <a:spLocks noGrp="1"/>
          </p:cNvSpPr>
          <p:nvPr>
            <p:ph type="title" hasCustomPrompt="1"/>
          </p:nvPr>
        </p:nvSpPr>
        <p:spPr/>
        <p:txBody>
          <a:bodyPr/>
          <a:lstStyle/>
          <a:p>
            <a:r>
              <a:t>Description of Hello World + Blinky example </a:t>
            </a:r>
          </a:p>
        </p:txBody>
      </p:sp>
      <p:pic>
        <p:nvPicPr>
          <p:cNvPr id="8" name="Picture 7">
            <a:extLst>
              <a:ext uri="{FF2B5EF4-FFF2-40B4-BE49-F238E27FC236}">
                <a16:creationId xmlns:a16="http://schemas.microsoft.com/office/drawing/2014/main" id="{6D03C31D-F10E-45F2-8887-95D56D50F3FE}"/>
              </a:ext>
            </a:extLst>
          </p:cNvPr>
          <p:cNvPicPr>
            <a:picLocks noChangeAspect="1"/>
          </p:cNvPicPr>
          <p:nvPr/>
        </p:nvPicPr>
        <p:blipFill>
          <a:blip r:embed="rId3"/>
          <a:stretch>
            <a:fillRect/>
          </a:stretch>
        </p:blipFill>
        <p:spPr>
          <a:xfrm>
            <a:off x="3863752" y="1107698"/>
            <a:ext cx="3902215" cy="5434768"/>
          </a:xfrm>
          <a:prstGeom prst="rect">
            <a:avLst/>
          </a:prstGeom>
        </p:spPr>
      </p:pic>
    </p:spTree>
    <p:extLst>
      <p:ext uri="{BB962C8B-B14F-4D97-AF65-F5344CB8AC3E}">
        <p14:creationId xmlns:p14="http://schemas.microsoft.com/office/powerpoint/2010/main" val="777369132"/>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F31B0-7561-80D8-2F24-D4F261DDDB1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885A19-BE6A-C4AF-B510-6ECA0D94DB8A}"/>
              </a:ext>
            </a:extLst>
          </p:cNvPr>
          <p:cNvSpPr>
            <a:spLocks noGrp="1"/>
          </p:cNvSpPr>
          <p:nvPr>
            <p:ph sz="quarter" idx="13" hasCustomPrompt="1"/>
          </p:nvPr>
        </p:nvSpPr>
        <p:spPr/>
        <p:txBody>
          <a:bodyPr/>
          <a:lstStyle/>
          <a:p>
            <a:pPr>
              <a:buNone/>
            </a:pPr>
            <a:r>
              <a:rPr dirty="0">
                <a:solidFill>
                  <a:srgbClr val="1D1D1D"/>
                </a:solidFill>
              </a:rPr>
              <a:t> </a:t>
            </a:r>
          </a:p>
          <a:p>
            <a:pPr>
              <a:buNone/>
            </a:pPr>
            <a:endParaRPr lang="en-US" sz="2400" b="1" dirty="0">
              <a:solidFill>
                <a:srgbClr val="1D1D1D"/>
              </a:solidFill>
            </a:endParaRPr>
          </a:p>
        </p:txBody>
      </p:sp>
      <p:sp>
        <p:nvSpPr>
          <p:cNvPr id="3" name="Title 2">
            <a:extLst>
              <a:ext uri="{FF2B5EF4-FFF2-40B4-BE49-F238E27FC236}">
                <a16:creationId xmlns:a16="http://schemas.microsoft.com/office/drawing/2014/main" id="{B1CF05A7-5425-AD4A-883D-E94D419D8FF1}"/>
              </a:ext>
            </a:extLst>
          </p:cNvPr>
          <p:cNvSpPr>
            <a:spLocks noGrp="1"/>
          </p:cNvSpPr>
          <p:nvPr>
            <p:ph type="title" hasCustomPrompt="1"/>
          </p:nvPr>
        </p:nvSpPr>
        <p:spPr/>
        <p:txBody>
          <a:bodyPr/>
          <a:lstStyle/>
          <a:p>
            <a:r>
              <a:rPr lang="en-US" dirty="0"/>
              <a:t>Using Device Configurator</a:t>
            </a:r>
            <a:endParaRPr dirty="0"/>
          </a:p>
        </p:txBody>
      </p:sp>
      <p:pic>
        <p:nvPicPr>
          <p:cNvPr id="4" name="Picture 3" descr="A screenshot of a computer program&#10;&#10;AI-generated content may be incorrect.">
            <a:extLst>
              <a:ext uri="{FF2B5EF4-FFF2-40B4-BE49-F238E27FC236}">
                <a16:creationId xmlns:a16="http://schemas.microsoft.com/office/drawing/2014/main" id="{3011B46B-BFD5-805E-0F6F-961C4EB45C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392" y="1266972"/>
            <a:ext cx="4680520" cy="4119198"/>
          </a:xfrm>
          <a:prstGeom prst="rect">
            <a:avLst/>
          </a:prstGeom>
        </p:spPr>
      </p:pic>
      <p:pic>
        <p:nvPicPr>
          <p:cNvPr id="5" name="Picture 4" descr="A screenshot of a computer program&#10;&#10;AI-generated content may be incorrect.">
            <a:extLst>
              <a:ext uri="{FF2B5EF4-FFF2-40B4-BE49-F238E27FC236}">
                <a16:creationId xmlns:a16="http://schemas.microsoft.com/office/drawing/2014/main" id="{D093CF74-2067-CD24-F984-5130317A4D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72064" y="1699066"/>
            <a:ext cx="4206240" cy="3255010"/>
          </a:xfrm>
          <a:prstGeom prst="rect">
            <a:avLst/>
          </a:prstGeom>
        </p:spPr>
      </p:pic>
    </p:spTree>
    <p:extLst>
      <p:ext uri="{BB962C8B-B14F-4D97-AF65-F5344CB8AC3E}">
        <p14:creationId xmlns:p14="http://schemas.microsoft.com/office/powerpoint/2010/main" val="3940096462"/>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7B1C372-4D59-7B26-470C-2B7C3E3B9DF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0DF9E85F-6DD0-8B4F-CF69-CB3E9B9DF35A}"/>
              </a:ext>
            </a:extLst>
          </p:cNvPr>
          <p:cNvSpPr>
            <a:spLocks noGrp="1"/>
          </p:cNvSpPr>
          <p:nvPr>
            <p:ph type="sldNum" sz="quarter" idx="12"/>
          </p:nvPr>
        </p:nvSpPr>
        <p:spPr/>
        <p:txBody>
          <a:bodyPr/>
          <a:lstStyle/>
          <a:p>
            <a:r>
              <a:rPr lang="en-US"/>
              <a:t> </a:t>
            </a:r>
            <a:endParaRPr lang="en-US" dirty="0"/>
          </a:p>
        </p:txBody>
      </p:sp>
      <p:grpSp>
        <p:nvGrpSpPr>
          <p:cNvPr id="14" name="Group 13">
            <a:extLst>
              <a:ext uri="{FF2B5EF4-FFF2-40B4-BE49-F238E27FC236}">
                <a16:creationId xmlns:a16="http://schemas.microsoft.com/office/drawing/2014/main" id="{E6C67404-782B-24B0-B359-F91A978AF47C}"/>
              </a:ext>
            </a:extLst>
          </p:cNvPr>
          <p:cNvGrpSpPr/>
          <p:nvPr>
            <p:custDataLst>
              <p:tags r:id="rId1"/>
            </p:custDataLst>
          </p:nvPr>
        </p:nvGrpSpPr>
        <p:grpSpPr>
          <a:xfrm>
            <a:off x="334434" y="1268413"/>
            <a:ext cx="11521017" cy="1655999"/>
            <a:chOff x="334434" y="1268413"/>
            <a:chExt cx="11521017" cy="1655999"/>
          </a:xfrm>
        </p:grpSpPr>
        <p:sp>
          <p:nvSpPr>
            <p:cNvPr id="5" name="MIO_AGENDA_ELEMENT_TITEL_1">
              <a:hlinkClick r:id="rId14" action="ppaction://hlinksldjump"/>
              <a:extLst>
                <a:ext uri="{FF2B5EF4-FFF2-40B4-BE49-F238E27FC236}">
                  <a16:creationId xmlns:a16="http://schemas.microsoft.com/office/drawing/2014/main" id="{99653008-6803-EE5A-F21F-FBE490FDE581}"/>
                </a:ext>
              </a:extLst>
            </p:cNvPr>
            <p:cNvSpPr>
              <a:spLocks/>
            </p:cNvSpPr>
            <p:nvPr>
              <p:custDataLst>
                <p:tags r:id="rId3"/>
              </p:custDataLst>
            </p:nvPr>
          </p:nvSpPr>
          <p:spPr>
            <a:xfrm>
              <a:off x="1235076" y="1268413"/>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a:latin typeface="+mn-lt"/>
                </a:rPr>
                <a:t>Development ecosystem for PSOC™ Edge E84</a:t>
              </a:r>
              <a:endParaRPr lang="de-DE" sz="1800" dirty="0">
                <a:latin typeface="+mn-lt"/>
              </a:endParaRPr>
            </a:p>
          </p:txBody>
        </p:sp>
        <p:sp>
          <p:nvSpPr>
            <p:cNvPr id="6" name="MIO_AGENDA_ELEMENT_ELEMENTNUMBER_1">
              <a:hlinkClick r:id="rId14" action="ppaction://hlinksldjump"/>
              <a:extLst>
                <a:ext uri="{FF2B5EF4-FFF2-40B4-BE49-F238E27FC236}">
                  <a16:creationId xmlns:a16="http://schemas.microsoft.com/office/drawing/2014/main" id="{5B91FE77-52BE-23D8-0D2D-48A87F2B95DD}"/>
                </a:ext>
              </a:extLst>
            </p:cNvPr>
            <p:cNvSpPr>
              <a:spLocks noChangeAspect="1"/>
            </p:cNvSpPr>
            <p:nvPr>
              <p:custDataLst>
                <p:tags r:id="rId4"/>
              </p:custDataLst>
            </p:nvPr>
          </p:nvSpPr>
          <p:spPr>
            <a:xfrm>
              <a:off x="334434" y="1268413"/>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1</a:t>
              </a:r>
              <a:endParaRPr lang="de-DE" b="1" dirty="0">
                <a:solidFill>
                  <a:schemeClr val="bg1"/>
                </a:solidFill>
                <a:latin typeface="+mn-lt"/>
                <a:cs typeface="Arial" panose="020B0604020202020204" pitchFamily="34" charset="0"/>
              </a:endParaRPr>
            </a:p>
          </p:txBody>
        </p:sp>
        <p:sp>
          <p:nvSpPr>
            <p:cNvPr id="7" name="MIO_AGENDA_ELEMENT_PAGENUMBER_1">
              <a:hlinkClick r:id="rId14" action="ppaction://hlinksldjump"/>
              <a:extLst>
                <a:ext uri="{FF2B5EF4-FFF2-40B4-BE49-F238E27FC236}">
                  <a16:creationId xmlns:a16="http://schemas.microsoft.com/office/drawing/2014/main" id="{775952AF-915C-E57C-E661-5025109999D3}"/>
                </a:ext>
              </a:extLst>
            </p:cNvPr>
            <p:cNvSpPr txBox="1">
              <a:spLocks/>
            </p:cNvSpPr>
            <p:nvPr>
              <p:custDataLst>
                <p:tags r:id="rId5"/>
              </p:custDataLst>
            </p:nvPr>
          </p:nvSpPr>
          <p:spPr>
            <a:xfrm>
              <a:off x="11026666" y="1268413"/>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3</a:t>
              </a:r>
              <a:endParaRPr lang="de-DE" sz="1800" dirty="0">
                <a:latin typeface="+mn-lt"/>
              </a:endParaRPr>
            </a:p>
          </p:txBody>
        </p:sp>
        <p:sp>
          <p:nvSpPr>
            <p:cNvPr id="8" name="MIO_AGENDA_ELEMENT_TITEL_2">
              <a:hlinkClick r:id="rId15" action="ppaction://hlinksldjump"/>
              <a:extLst>
                <a:ext uri="{FF2B5EF4-FFF2-40B4-BE49-F238E27FC236}">
                  <a16:creationId xmlns:a16="http://schemas.microsoft.com/office/drawing/2014/main" id="{436AAA42-3C30-7921-5891-3CEDC9B7E8BD}"/>
                </a:ext>
              </a:extLst>
            </p:cNvPr>
            <p:cNvSpPr>
              <a:spLocks/>
            </p:cNvSpPr>
            <p:nvPr>
              <p:custDataLst>
                <p:tags r:id="rId6"/>
              </p:custDataLst>
            </p:nvPr>
          </p:nvSpPr>
          <p:spPr>
            <a:xfrm>
              <a:off x="1235076" y="1844412"/>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a:latin typeface="+mn-lt"/>
                </a:rPr>
                <a:t>Code Example #1: Hello World + Blinky</a:t>
              </a:r>
              <a:endParaRPr lang="de-DE" sz="1800" dirty="0">
                <a:latin typeface="+mn-lt"/>
              </a:endParaRPr>
            </a:p>
          </p:txBody>
        </p:sp>
        <p:sp>
          <p:nvSpPr>
            <p:cNvPr id="9" name="MIO_AGENDA_ELEMENT_ELEMENTNUMBER_2">
              <a:hlinkClick r:id="rId15" action="ppaction://hlinksldjump"/>
              <a:extLst>
                <a:ext uri="{FF2B5EF4-FFF2-40B4-BE49-F238E27FC236}">
                  <a16:creationId xmlns:a16="http://schemas.microsoft.com/office/drawing/2014/main" id="{70041FCE-AFA8-0DC3-7E0D-74F765B8A502}"/>
                </a:ext>
              </a:extLst>
            </p:cNvPr>
            <p:cNvSpPr>
              <a:spLocks noChangeAspect="1"/>
            </p:cNvSpPr>
            <p:nvPr>
              <p:custDataLst>
                <p:tags r:id="rId7"/>
              </p:custDataLst>
            </p:nvPr>
          </p:nvSpPr>
          <p:spPr>
            <a:xfrm>
              <a:off x="334434" y="1844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2</a:t>
              </a:r>
              <a:endParaRPr lang="de-DE" b="1" dirty="0">
                <a:solidFill>
                  <a:schemeClr val="bg1"/>
                </a:solidFill>
                <a:latin typeface="+mn-lt"/>
                <a:cs typeface="Arial" panose="020B0604020202020204" pitchFamily="34" charset="0"/>
              </a:endParaRPr>
            </a:p>
          </p:txBody>
        </p:sp>
        <p:sp>
          <p:nvSpPr>
            <p:cNvPr id="10" name="MIO_AGENDA_ELEMENT_PAGENUMBER_2">
              <a:hlinkClick r:id="rId15" action="ppaction://hlinksldjump"/>
              <a:extLst>
                <a:ext uri="{FF2B5EF4-FFF2-40B4-BE49-F238E27FC236}">
                  <a16:creationId xmlns:a16="http://schemas.microsoft.com/office/drawing/2014/main" id="{1387C8AE-2E1F-DCF6-5FCF-2D22B951018B}"/>
                </a:ext>
              </a:extLst>
            </p:cNvPr>
            <p:cNvSpPr txBox="1">
              <a:spLocks/>
            </p:cNvSpPr>
            <p:nvPr>
              <p:custDataLst>
                <p:tags r:id="rId8"/>
              </p:custDataLst>
            </p:nvPr>
          </p:nvSpPr>
          <p:spPr>
            <a:xfrm>
              <a:off x="11026666" y="1844412"/>
              <a:ext cx="828785" cy="504000"/>
            </a:xfrm>
            <a:prstGeom prst="rect">
              <a:avLst/>
            </a:prstGeom>
            <a:noFill/>
          </p:spPr>
          <p:txBody>
            <a:bodyPr vert="horz" wrap="none" lIns="0" tIns="36000" rIns="216000" bIns="36000" rtlCol="0" anchor="ctr">
              <a:normAutofit/>
            </a:bodyPr>
            <a:lstStyle>
              <a:defPPr>
                <a:defRPr lang="en-US"/>
              </a:defPPr>
              <a:lvl1pPr algn="l" rtl="0" fontAlgn="auto">
                <a:spcBef>
                  <a:spcPts val="0"/>
                </a:spcBef>
                <a:spcAft>
                  <a:spcPts val="0"/>
                </a:spcAft>
                <a:buClr>
                  <a:schemeClr val="accent1"/>
                </a:buClr>
                <a:buSzPct val="100000"/>
                <a:defRPr sz="20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marL="0" lvl="1" algn="r"/>
              <a:r>
                <a:rPr lang="de-DE" sz="1800">
                  <a:latin typeface="+mn-lt"/>
                </a:rPr>
                <a:t>46</a:t>
              </a:r>
              <a:endParaRPr lang="de-DE" sz="1800" dirty="0">
                <a:latin typeface="+mn-lt"/>
              </a:endParaRPr>
            </a:p>
          </p:txBody>
        </p:sp>
        <p:sp>
          <p:nvSpPr>
            <p:cNvPr id="11" name="MIO_AGENDA_ELEMENT_TITEL_3">
              <a:hlinkClick r:id="rId16" action="ppaction://hlinksldjump"/>
              <a:extLst>
                <a:ext uri="{FF2B5EF4-FFF2-40B4-BE49-F238E27FC236}">
                  <a16:creationId xmlns:a16="http://schemas.microsoft.com/office/drawing/2014/main" id="{81AE5B3F-A90D-CE13-D6CB-7F83B8F66D8F}"/>
                </a:ext>
              </a:extLst>
            </p:cNvPr>
            <p:cNvSpPr>
              <a:spLocks/>
            </p:cNvSpPr>
            <p:nvPr>
              <p:custDataLst>
                <p:tags r:id="rId9"/>
              </p:custDataLst>
            </p:nvPr>
          </p:nvSpPr>
          <p:spPr>
            <a:xfrm>
              <a:off x="1235075" y="2420412"/>
              <a:ext cx="9791589" cy="504000"/>
            </a:xfrm>
            <a:prstGeom prst="rect">
              <a:avLst/>
            </a:prstGeom>
            <a:noFill/>
            <a:extLst>
              <a:ext uri="{909E8E84-426E-40DD-AFC4-6F175D3DCCD1}">
                <a14:hiddenFill xmlns:a14="http://schemas.microsoft.com/office/drawing/2010/main">
                  <a:solidFill>
                    <a:schemeClr val="bg2"/>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b="1">
                  <a:solidFill>
                    <a:schemeClr val="tx2"/>
                  </a:solidFill>
                  <a:latin typeface="+mn-lt"/>
                </a:rPr>
                <a:t>Code Example #2: IPC Semaphores using PDL API</a:t>
              </a:r>
              <a:endParaRPr lang="de-DE" sz="1800" b="1" dirty="0">
                <a:solidFill>
                  <a:schemeClr val="tx2"/>
                </a:solidFill>
                <a:latin typeface="+mn-lt"/>
              </a:endParaRPr>
            </a:p>
          </p:txBody>
        </p:sp>
        <p:sp>
          <p:nvSpPr>
            <p:cNvPr id="12" name="MIO_AGENDA_ELEMENT_ELEMENTNUMBER_3">
              <a:hlinkClick r:id="rId16" action="ppaction://hlinksldjump"/>
              <a:extLst>
                <a:ext uri="{FF2B5EF4-FFF2-40B4-BE49-F238E27FC236}">
                  <a16:creationId xmlns:a16="http://schemas.microsoft.com/office/drawing/2014/main" id="{9FFA2F91-7A0E-A7AC-22D3-85D5E44F2884}"/>
                </a:ext>
              </a:extLst>
            </p:cNvPr>
            <p:cNvSpPr>
              <a:spLocks noChangeAspect="1"/>
            </p:cNvSpPr>
            <p:nvPr>
              <p:custDataLst>
                <p:tags r:id="rId10"/>
              </p:custDataLst>
            </p:nvPr>
          </p:nvSpPr>
          <p:spPr>
            <a:xfrm>
              <a:off x="334434" y="2420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3</a:t>
              </a:r>
              <a:endParaRPr lang="de-DE" b="1" dirty="0">
                <a:solidFill>
                  <a:schemeClr val="bg1"/>
                </a:solidFill>
                <a:latin typeface="+mn-lt"/>
                <a:cs typeface="Arial" panose="020B0604020202020204" pitchFamily="34" charset="0"/>
              </a:endParaRPr>
            </a:p>
          </p:txBody>
        </p:sp>
        <p:sp>
          <p:nvSpPr>
            <p:cNvPr id="13" name="MIO_AGENDA_ELEMENT_PAGENUMBER_3">
              <a:hlinkClick r:id="rId16" action="ppaction://hlinksldjump"/>
              <a:extLst>
                <a:ext uri="{FF2B5EF4-FFF2-40B4-BE49-F238E27FC236}">
                  <a16:creationId xmlns:a16="http://schemas.microsoft.com/office/drawing/2014/main" id="{D80319BE-D618-F925-13A9-0929EA37EC15}"/>
                </a:ext>
              </a:extLst>
            </p:cNvPr>
            <p:cNvSpPr txBox="1">
              <a:spLocks/>
            </p:cNvSpPr>
            <p:nvPr>
              <p:custDataLst>
                <p:tags r:id="rId11"/>
              </p:custDataLst>
            </p:nvPr>
          </p:nvSpPr>
          <p:spPr>
            <a:xfrm>
              <a:off x="11026666" y="2420412"/>
              <a:ext cx="828785" cy="504000"/>
            </a:xfrm>
            <a:prstGeom prst="rect">
              <a:avLst/>
            </a:prstGeom>
            <a:noFill/>
          </p:spPr>
          <p:txBody>
            <a:bodyPr wrap="none" lIns="0" tIns="36000" rIns="216000" bIns="36000" rtlCol="0" anchor="ctr" anchorCtr="0">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r"/>
              <a:r>
                <a:rPr lang="de-DE" sz="1800" b="1">
                  <a:solidFill>
                    <a:schemeClr val="tx2"/>
                  </a:solidFill>
                  <a:latin typeface="+mn-lt"/>
                  <a:cs typeface="Segoe UI Semibold" panose="020B0702040204020203" pitchFamily="34" charset="0"/>
                </a:rPr>
                <a:t>50</a:t>
              </a:r>
              <a:endParaRPr lang="de-DE" sz="1800" b="1" dirty="0">
                <a:solidFill>
                  <a:schemeClr val="tx2"/>
                </a:solidFill>
                <a:latin typeface="+mn-lt"/>
                <a:cs typeface="Segoe UI Semibold" panose="020B0702040204020203" pitchFamily="34" charset="0"/>
              </a:endParaRPr>
            </a:p>
          </p:txBody>
        </p:sp>
      </p:grpSp>
      <p:sp>
        <p:nvSpPr>
          <p:cNvPr id="2" name="Title 1">
            <a:extLst>
              <a:ext uri="{FF2B5EF4-FFF2-40B4-BE49-F238E27FC236}">
                <a16:creationId xmlns:a16="http://schemas.microsoft.com/office/drawing/2014/main" id="{1B002E10-8AF4-869D-ACEA-05CF83201509}"/>
              </a:ext>
            </a:extLst>
          </p:cNvPr>
          <p:cNvSpPr>
            <a:spLocks noGrp="1"/>
          </p:cNvSpPr>
          <p:nvPr>
            <p:ph type="title"/>
            <p:custDataLst>
              <p:tags r:id="rId2"/>
            </p:custDataLst>
          </p:nvPr>
        </p:nvSpPr>
        <p:spPr/>
        <p:txBody>
          <a:bodyPr/>
          <a:lstStyle/>
          <a:p>
            <a:r>
              <a:rPr lang="en-US"/>
              <a:t>Table of contents</a:t>
            </a:r>
          </a:p>
        </p:txBody>
      </p:sp>
    </p:spTree>
    <p:extLst>
      <p:ext uri="{BB962C8B-B14F-4D97-AF65-F5344CB8AC3E}">
        <p14:creationId xmlns:p14="http://schemas.microsoft.com/office/powerpoint/2010/main" val="13308081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1">
            <a:extLst>
              <a:ext uri="{FF2B5EF4-FFF2-40B4-BE49-F238E27FC236}">
                <a16:creationId xmlns:a16="http://schemas.microsoft.com/office/drawing/2014/main" id="{3715B761-83DC-C9ED-DF42-31C9835EB450}"/>
              </a:ext>
            </a:extLst>
          </p:cNvPr>
          <p:cNvSpPr>
            <a:spLocks noGrp="1"/>
          </p:cNvSpPr>
          <p:nvPr>
            <p:ph sz="quarter" idx="13" hasCustomPrompt="1"/>
          </p:nvPr>
        </p:nvSpPr>
        <p:spPr/>
        <p:txBody>
          <a:bodyPr/>
          <a:lstStyle/>
          <a:p>
            <a:pPr lvl="1">
              <a:buNone/>
            </a:pPr>
            <a:endParaRPr lang="en-US" sz="1800" dirty="0"/>
          </a:p>
          <a:p>
            <a:r>
              <a:t>Supports 16 communication channels</a:t>
            </a:r>
          </a:p>
          <a:p>
            <a:pPr>
              <a:buNone/>
            </a:pPr>
            <a:endParaRPr lang="en-US" dirty="0"/>
          </a:p>
          <a:p>
            <a:r>
              <a:t>Supports 16 interrupt structures</a:t>
            </a:r>
          </a:p>
          <a:p>
            <a:pPr>
              <a:buNone/>
            </a:pPr>
            <a:endParaRPr lang="en-US" dirty="0"/>
          </a:p>
          <a:p>
            <a:r>
              <a:t>Inter processor communication methods</a:t>
            </a:r>
          </a:p>
          <a:p>
            <a:pPr lvl="1"/>
            <a:r>
              <a:t>Half-duplex with shared event handling</a:t>
            </a:r>
          </a:p>
          <a:p>
            <a:pPr lvl="1"/>
            <a:r>
              <a:t>Half-duplex with independent event handling</a:t>
            </a:r>
          </a:p>
          <a:p>
            <a:pPr lvl="1"/>
            <a:r>
              <a:t>Full-duplex communication</a:t>
            </a:r>
          </a:p>
          <a:p>
            <a:pPr lvl="1"/>
            <a:endParaRPr lang="en-US" sz="1800" dirty="0"/>
          </a:p>
          <a:p>
            <a:r>
              <a:t>IPC is available in CPU active power mode only.</a:t>
            </a:r>
          </a:p>
          <a:p>
            <a:endParaRPr lang="en-US" dirty="0"/>
          </a:p>
        </p:txBody>
      </p:sp>
      <p:sp>
        <p:nvSpPr>
          <p:cNvPr id="3" name="Titel 2">
            <a:extLst>
              <a:ext uri="{FF2B5EF4-FFF2-40B4-BE49-F238E27FC236}">
                <a16:creationId xmlns:a16="http://schemas.microsoft.com/office/drawing/2014/main" id="{AE92E142-CF5A-B9C7-ADBE-AAD6B1E5F96E}"/>
              </a:ext>
            </a:extLst>
          </p:cNvPr>
          <p:cNvSpPr>
            <a:spLocks noGrp="1"/>
          </p:cNvSpPr>
          <p:nvPr>
            <p:ph type="title" hasCustomPrompt="1"/>
          </p:nvPr>
        </p:nvSpPr>
        <p:spPr/>
        <p:txBody>
          <a:bodyPr anchor="b">
            <a:normAutofit/>
          </a:bodyPr>
          <a:lstStyle/>
          <a:p>
            <a:r>
              <a:t>Overview of IPC </a:t>
            </a:r>
          </a:p>
        </p:txBody>
      </p:sp>
      <p:sp>
        <p:nvSpPr>
          <p:cNvPr id="9" name="Rectangle 2">
            <a:extLst>
              <a:ext uri="{FF2B5EF4-FFF2-40B4-BE49-F238E27FC236}">
                <a16:creationId xmlns:a16="http://schemas.microsoft.com/office/drawing/2014/main" id="{1C8E1E52-64D8-4161-7243-306B7553210B}"/>
              </a:ext>
            </a:extLst>
          </p:cNvPr>
          <p:cNvSpPr>
            <a:spLocks noChangeArrowheads="1"/>
          </p:cNvSpPr>
          <p:nvPr/>
        </p:nvSpPr>
        <p:spPr bwMode="auto">
          <a:xfrm>
            <a:off x="6096000" y="2528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1D1D1D"/>
              </a:solidFill>
              <a:effectLst/>
              <a:uLnTx/>
              <a:uFillTx/>
              <a:latin typeface="Arial" charset="0"/>
              <a:cs typeface="Arial"/>
            </a:endParaRPr>
          </a:p>
        </p:txBody>
      </p:sp>
      <p:sp>
        <p:nvSpPr>
          <p:cNvPr id="15" name="Arrow: Right 14">
            <a:extLst>
              <a:ext uri="{FF2B5EF4-FFF2-40B4-BE49-F238E27FC236}">
                <a16:creationId xmlns:a16="http://schemas.microsoft.com/office/drawing/2014/main" id="{3DF95B02-FF97-EC43-987D-DD85596AB8B6}"/>
              </a:ext>
            </a:extLst>
          </p:cNvPr>
          <p:cNvSpPr/>
          <p:nvPr/>
        </p:nvSpPr>
        <p:spPr bwMode="auto">
          <a:xfrm>
            <a:off x="6129222" y="1446007"/>
            <a:ext cx="1119419" cy="360031"/>
          </a:xfrm>
          <a:prstGeom prst="rightArrow">
            <a:avLst/>
          </a:prstGeom>
          <a:solidFill>
            <a:schemeClr val="tx2"/>
          </a:solidFill>
          <a:ln w="9525">
            <a:noFill/>
            <a:miter lim="800000"/>
            <a:headEnd/>
            <a:tailEnd/>
          </a:ln>
        </p:spPr>
        <p:txBody>
          <a:bodyPr wrap="square" lIns="72000" tIns="72000" rIns="72000" bIns="72000" rtlCol="0" anchor="ctr"/>
          <a:lstStyle/>
          <a:p>
            <a:pPr marL="0" marR="0" lvl="0" indent="0" algn="ctr" defTabSz="576000" rtl="0" eaLnBrk="0" fontAlgn="base" latinLnBrk="0" hangingPunct="0">
              <a:lnSpc>
                <a:spcPct val="12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AHB5 slave </a:t>
            </a:r>
          </a:p>
        </p:txBody>
      </p:sp>
      <p:sp>
        <p:nvSpPr>
          <p:cNvPr id="12" name="Rectangle 11">
            <a:extLst>
              <a:ext uri="{FF2B5EF4-FFF2-40B4-BE49-F238E27FC236}">
                <a16:creationId xmlns:a16="http://schemas.microsoft.com/office/drawing/2014/main" id="{76C030B5-F48B-4937-1B3D-37D4E327B4AD}"/>
              </a:ext>
            </a:extLst>
          </p:cNvPr>
          <p:cNvSpPr/>
          <p:nvPr/>
        </p:nvSpPr>
        <p:spPr bwMode="auto">
          <a:xfrm>
            <a:off x="7247066" y="1445194"/>
            <a:ext cx="4119019" cy="337373"/>
          </a:xfrm>
          <a:prstGeom prst="rect">
            <a:avLst/>
          </a:prstGeom>
          <a:solidFill>
            <a:schemeClr val="tx2"/>
          </a:solidFill>
          <a:ln w="9525">
            <a:noFill/>
            <a:miter lim="800000"/>
            <a:headEnd/>
            <a:tailEnd/>
          </a:ln>
        </p:spPr>
        <p:txBody>
          <a:bodyPr wrap="square" lIns="72000" tIns="72000" rIns="72000" bIns="72000" rtlCol="0" anchor="ctr"/>
          <a:lstStyle/>
          <a:p>
            <a:pPr marL="0" marR="0" lvl="0" indent="0" algn="ctr" defTabSz="576000" rtl="0" eaLnBrk="0" fontAlgn="base" latinLnBrk="0" hangingPunct="0">
              <a:lnSpc>
                <a:spcPct val="12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AHB5 </a:t>
            </a:r>
            <a:r>
              <a:rPr kumimoji="0" lang="en-US" sz="1200" b="0" i="0" u="none" strike="noStrike" kern="1200" cap="none" spc="0" normalizeH="0" baseline="0" noProof="0" dirty="0">
                <a:ln>
                  <a:noFill/>
                </a:ln>
                <a:solidFill>
                  <a:srgbClr val="FFFFFF"/>
                </a:solidFill>
                <a:effectLst/>
                <a:uLnTx/>
                <a:uFillTx/>
                <a:latin typeface="Arial"/>
                <a:cs typeface="Arial"/>
              </a:rPr>
              <a:t>Slave interface</a:t>
            </a:r>
            <a:endParaRPr kumimoji="0" lang="en-US" sz="1200" b="0" i="0" u="none" strike="noStrike" kern="1200" cap="none" spc="0" normalizeH="0" baseline="0" noProof="0" dirty="0">
              <a:ln>
                <a:noFill/>
              </a:ln>
              <a:solidFill>
                <a:srgbClr val="FFFFFF"/>
              </a:solidFill>
              <a:effectLst/>
              <a:uLnTx/>
              <a:uFillTx/>
              <a:latin typeface="Arial"/>
              <a:ea typeface="+mn-ea"/>
              <a:cs typeface="Arial"/>
            </a:endParaRPr>
          </a:p>
        </p:txBody>
      </p:sp>
      <p:cxnSp>
        <p:nvCxnSpPr>
          <p:cNvPr id="17" name="Straight Arrow Connector 16">
            <a:extLst>
              <a:ext uri="{FF2B5EF4-FFF2-40B4-BE49-F238E27FC236}">
                <a16:creationId xmlns:a16="http://schemas.microsoft.com/office/drawing/2014/main" id="{5EE2A517-0AF7-D630-6123-DE9B98FA7A89}"/>
              </a:ext>
            </a:extLst>
          </p:cNvPr>
          <p:cNvCxnSpPr>
            <a:cxnSpLocks/>
            <a:stCxn id="16" idx="0"/>
          </p:cNvCxnSpPr>
          <p:nvPr/>
        </p:nvCxnSpPr>
        <p:spPr>
          <a:xfrm flipH="1" flipV="1">
            <a:off x="8285264" y="1782567"/>
            <a:ext cx="7418" cy="924254"/>
          </a:xfrm>
          <a:prstGeom prst="straightConnector1">
            <a:avLst/>
          </a:prstGeom>
          <a:ln w="38100" cap="flat" cmpd="sng" algn="ctr">
            <a:solidFill>
              <a:schemeClr val="accent6"/>
            </a:solidFill>
            <a:prstDash val="solid"/>
            <a:round/>
            <a:headEnd type="triangle" w="med" len="med"/>
            <a:tailEnd type="triangle" w="med" len="med"/>
          </a:ln>
        </p:spPr>
        <p:style>
          <a:lnRef idx="1">
            <a:schemeClr val="accent6"/>
          </a:lnRef>
          <a:fillRef idx="0">
            <a:schemeClr val="accent6"/>
          </a:fillRef>
          <a:effectRef idx="0">
            <a:schemeClr val="accent6"/>
          </a:effectRef>
          <a:fontRef idx="minor">
            <a:schemeClr val="tx1"/>
          </a:fontRef>
        </p:style>
      </p:cxnSp>
      <p:cxnSp>
        <p:nvCxnSpPr>
          <p:cNvPr id="21" name="Straight Arrow Connector 20">
            <a:extLst>
              <a:ext uri="{FF2B5EF4-FFF2-40B4-BE49-F238E27FC236}">
                <a16:creationId xmlns:a16="http://schemas.microsoft.com/office/drawing/2014/main" id="{48B9AD1A-DCB5-88FC-A381-00F0C8FC2191}"/>
              </a:ext>
            </a:extLst>
          </p:cNvPr>
          <p:cNvCxnSpPr>
            <a:cxnSpLocks/>
          </p:cNvCxnSpPr>
          <p:nvPr/>
        </p:nvCxnSpPr>
        <p:spPr>
          <a:xfrm>
            <a:off x="8852035" y="3778748"/>
            <a:ext cx="1276413" cy="0"/>
          </a:xfrm>
          <a:prstGeom prst="straightConnector1">
            <a:avLst/>
          </a:prstGeom>
          <a:ln w="38100" cap="flat" cmpd="sng" algn="ctr">
            <a:solidFill>
              <a:schemeClr val="accent6"/>
            </a:solidFill>
            <a:prstDash val="solid"/>
            <a:round/>
            <a:headEnd type="triangle" w="med" len="med"/>
            <a:tailEnd type="triangle" w="med" len="med"/>
          </a:ln>
        </p:spPr>
        <p:style>
          <a:lnRef idx="1">
            <a:schemeClr val="accent6"/>
          </a:lnRef>
          <a:fillRef idx="0">
            <a:schemeClr val="accent6"/>
          </a:fillRef>
          <a:effectRef idx="0">
            <a:schemeClr val="accent6"/>
          </a:effectRef>
          <a:fontRef idx="minor">
            <a:schemeClr val="tx1"/>
          </a:fontRef>
        </p:style>
      </p:cxnSp>
      <p:cxnSp>
        <p:nvCxnSpPr>
          <p:cNvPr id="24" name="Connector: Elbow 23">
            <a:extLst>
              <a:ext uri="{FF2B5EF4-FFF2-40B4-BE49-F238E27FC236}">
                <a16:creationId xmlns:a16="http://schemas.microsoft.com/office/drawing/2014/main" id="{DF333D89-A9D8-2C2F-59ED-63AD3905D597}"/>
              </a:ext>
            </a:extLst>
          </p:cNvPr>
          <p:cNvCxnSpPr>
            <a:cxnSpLocks/>
          </p:cNvCxnSpPr>
          <p:nvPr/>
        </p:nvCxnSpPr>
        <p:spPr>
          <a:xfrm rot="16200000" flipH="1">
            <a:off x="10603518" y="4575880"/>
            <a:ext cx="720080" cy="522058"/>
          </a:xfrm>
          <a:prstGeom prst="bentConnector3">
            <a:avLst>
              <a:gd name="adj1" fmla="val 99736"/>
            </a:avLst>
          </a:prstGeom>
          <a:ln w="38100" cap="flat" cmpd="sng" algn="ctr">
            <a:solidFill>
              <a:schemeClr val="accent6"/>
            </a:solidFill>
            <a:prstDash val="solid"/>
            <a:round/>
            <a:headEnd type="none" w="med" len="med"/>
            <a:tailEnd type="triangle" w="med" len="med"/>
          </a:ln>
        </p:spPr>
        <p:style>
          <a:lnRef idx="1">
            <a:schemeClr val="accent6"/>
          </a:lnRef>
          <a:fillRef idx="0">
            <a:schemeClr val="accent6"/>
          </a:fillRef>
          <a:effectRef idx="0">
            <a:schemeClr val="accent6"/>
          </a:effectRef>
          <a:fontRef idx="minor">
            <a:schemeClr val="tx1"/>
          </a:fontRef>
        </p:style>
      </p:cxnSp>
      <p:sp>
        <p:nvSpPr>
          <p:cNvPr id="28" name="TextBox 27">
            <a:extLst>
              <a:ext uri="{FF2B5EF4-FFF2-40B4-BE49-F238E27FC236}">
                <a16:creationId xmlns:a16="http://schemas.microsoft.com/office/drawing/2014/main" id="{D8F7D7A2-B55E-DE99-C331-CAC2C90A6EF8}"/>
              </a:ext>
            </a:extLst>
          </p:cNvPr>
          <p:cNvSpPr txBox="1"/>
          <p:nvPr/>
        </p:nvSpPr>
        <p:spPr bwMode="auto">
          <a:xfrm>
            <a:off x="10702529" y="5225988"/>
            <a:ext cx="768661" cy="234744"/>
          </a:xfrm>
          <a:prstGeom prst="rect">
            <a:avLst/>
          </a:prstGeom>
          <a:noFill/>
          <a:ln w="9525">
            <a:noFill/>
            <a:miter lim="800000"/>
            <a:headEnd/>
            <a:tailEnd/>
          </a:ln>
          <a:effectLst/>
        </p:spPr>
        <p:txBody>
          <a:bodyPr wrap="square" lIns="0" tIns="0" rIns="0" bIns="0" rtlCol="0" anchor="t" anchorCtr="0">
            <a:spAutoFit/>
          </a:bodyPr>
          <a:lstStyle/>
          <a:p>
            <a:pPr marL="0" marR="0" lvl="0" indent="0" algn="l" defTabSz="576000" rtl="0" eaLnBrk="0" fontAlgn="auto" latinLnBrk="0" hangingPunct="0">
              <a:lnSpc>
                <a:spcPct val="120000"/>
              </a:lnSpc>
              <a:spcBef>
                <a:spcPts val="0"/>
              </a:spcBef>
              <a:spcAft>
                <a:spcPts val="0"/>
              </a:spcAft>
              <a:buClr>
                <a:srgbClr val="0A8276"/>
              </a:buClr>
              <a:buSzTx/>
              <a:buFontTx/>
              <a:buNone/>
              <a:tabLst/>
              <a:defRPr/>
            </a:pPr>
            <a:r>
              <a:rPr kumimoji="0" lang="en-US" sz="1400" b="0" i="0" u="none" strike="noStrike" kern="0" cap="none" spc="0" normalizeH="0" baseline="0" noProof="0" dirty="0">
                <a:ln>
                  <a:noFill/>
                </a:ln>
                <a:solidFill>
                  <a:srgbClr val="1D1D1D"/>
                </a:solidFill>
                <a:effectLst/>
                <a:uLnTx/>
                <a:uFillTx/>
                <a:latin typeface="Arial"/>
                <a:cs typeface="Arial"/>
              </a:rPr>
              <a:t>Interrupts</a:t>
            </a:r>
            <a:endParaRPr kumimoji="0" lang="en-US" sz="1400" b="0" i="0" u="none" strike="noStrike" kern="0" cap="none" spc="0" normalizeH="0" baseline="0" noProof="0" dirty="0">
              <a:ln>
                <a:noFill/>
              </a:ln>
              <a:solidFill>
                <a:srgbClr val="1D1D1D"/>
              </a:solidFill>
              <a:effectLst/>
              <a:uLnTx/>
              <a:uFillTx/>
              <a:latin typeface="Arial"/>
              <a:ea typeface="+mn-ea"/>
              <a:cs typeface="Arial"/>
            </a:endParaRPr>
          </a:p>
        </p:txBody>
      </p:sp>
      <p:cxnSp>
        <p:nvCxnSpPr>
          <p:cNvPr id="11" name="Connector: Elbow 10">
            <a:extLst>
              <a:ext uri="{FF2B5EF4-FFF2-40B4-BE49-F238E27FC236}">
                <a16:creationId xmlns:a16="http://schemas.microsoft.com/office/drawing/2014/main" id="{0540DD36-BEFE-9C28-ABD1-B40FDB338964}"/>
              </a:ext>
            </a:extLst>
          </p:cNvPr>
          <p:cNvCxnSpPr>
            <a:cxnSpLocks/>
            <a:stCxn id="46" idx="3"/>
          </p:cNvCxnSpPr>
          <p:nvPr/>
        </p:nvCxnSpPr>
        <p:spPr>
          <a:xfrm flipV="1">
            <a:off x="7083850" y="1779316"/>
            <a:ext cx="378473" cy="436029"/>
          </a:xfrm>
          <a:prstGeom prst="bentConnector2">
            <a:avLst/>
          </a:prstGeom>
          <a:ln w="28575" cap="flat" cmpd="sng" algn="ctr">
            <a:solidFill>
              <a:schemeClr val="accent6"/>
            </a:solidFill>
            <a:prstDash val="solid"/>
            <a:round/>
            <a:headEnd type="none" w="med" len="med"/>
            <a:tailEnd type="triangle" w="med" len="med"/>
          </a:ln>
        </p:spPr>
        <p:style>
          <a:lnRef idx="1">
            <a:schemeClr val="accent6"/>
          </a:lnRef>
          <a:fillRef idx="0">
            <a:schemeClr val="accent6"/>
          </a:fillRef>
          <a:effectRef idx="0">
            <a:schemeClr val="accent6"/>
          </a:effectRef>
          <a:fontRef idx="minor">
            <a:schemeClr val="tx1"/>
          </a:fontRef>
        </p:style>
      </p:cxnSp>
      <p:graphicFrame>
        <p:nvGraphicFramePr>
          <p:cNvPr id="16" name="Table 18">
            <a:extLst>
              <a:ext uri="{FF2B5EF4-FFF2-40B4-BE49-F238E27FC236}">
                <a16:creationId xmlns:a16="http://schemas.microsoft.com/office/drawing/2014/main" id="{3A0F305F-B2BC-E13F-93B4-1EE05DEE4D63}"/>
              </a:ext>
            </a:extLst>
          </p:cNvPr>
          <p:cNvGraphicFramePr>
            <a:graphicFrameLocks noGrp="1"/>
          </p:cNvGraphicFramePr>
          <p:nvPr/>
        </p:nvGraphicFramePr>
        <p:xfrm>
          <a:off x="7733330" y="2706821"/>
          <a:ext cx="1118705" cy="1871280"/>
        </p:xfrm>
        <a:graphic>
          <a:graphicData uri="http://schemas.openxmlformats.org/drawingml/2006/table">
            <a:tbl>
              <a:tblPr firstRow="1" bandRow="1">
                <a:tableStyleId>{69012ECD-51FC-41F1-AA8D-1B2483CD663E}</a:tableStyleId>
              </a:tblPr>
              <a:tblGrid>
                <a:gridCol w="1118705">
                  <a:extLst>
                    <a:ext uri="{9D8B030D-6E8A-4147-A177-3AD203B41FA5}">
                      <a16:colId xmlns:a16="http://schemas.microsoft.com/office/drawing/2014/main" val="73243031"/>
                    </a:ext>
                  </a:extLst>
                </a:gridCol>
              </a:tblGrid>
              <a:tr h="295008">
                <a:tc>
                  <a:txBody>
                    <a:bodyPr/>
                    <a:lstStyle/>
                    <a:p>
                      <a:pPr algn="ctr"/>
                      <a:r>
                        <a:rPr lang="en-US" sz="1000" dirty="0"/>
                        <a:t>IPC </a:t>
                      </a:r>
                    </a:p>
                    <a:p>
                      <a:pPr algn="ctr"/>
                      <a:r>
                        <a:rPr lang="en-US" sz="1000" dirty="0"/>
                        <a:t>Structure</a:t>
                      </a:r>
                    </a:p>
                  </a:txBody>
                  <a:tcPr/>
                </a:tc>
                <a:extLst>
                  <a:ext uri="{0D108BD9-81ED-4DB2-BD59-A6C34878D82A}">
                    <a16:rowId xmlns:a16="http://schemas.microsoft.com/office/drawing/2014/main" val="747986202"/>
                  </a:ext>
                </a:extLst>
              </a:tr>
              <a:tr h="295008">
                <a:tc>
                  <a:txBody>
                    <a:bodyPr/>
                    <a:lstStyle/>
                    <a:p>
                      <a:pPr algn="ctr"/>
                      <a:r>
                        <a:rPr lang="en-US" sz="1000" b="0" dirty="0"/>
                        <a:t>ACQUIRE*</a:t>
                      </a:r>
                    </a:p>
                  </a:txBody>
                  <a:tcPr anchor="ctr">
                    <a:solidFill>
                      <a:srgbClr val="B8DEDA"/>
                    </a:solidFill>
                  </a:tcPr>
                </a:tc>
                <a:extLst>
                  <a:ext uri="{0D108BD9-81ED-4DB2-BD59-A6C34878D82A}">
                    <a16:rowId xmlns:a16="http://schemas.microsoft.com/office/drawing/2014/main" val="820000739"/>
                  </a:ext>
                </a:extLst>
              </a:tr>
              <a:tr h="295008">
                <a:tc>
                  <a:txBody>
                    <a:bodyPr/>
                    <a:lstStyle/>
                    <a:p>
                      <a:pPr algn="ctr"/>
                      <a:r>
                        <a:rPr lang="en-US" sz="1000" dirty="0"/>
                        <a:t>NOTIFY</a:t>
                      </a:r>
                    </a:p>
                  </a:txBody>
                  <a:tcPr anchor="ctr">
                    <a:solidFill>
                      <a:srgbClr val="B8DEDA"/>
                    </a:solidFill>
                  </a:tcPr>
                </a:tc>
                <a:extLst>
                  <a:ext uri="{0D108BD9-81ED-4DB2-BD59-A6C34878D82A}">
                    <a16:rowId xmlns:a16="http://schemas.microsoft.com/office/drawing/2014/main" val="428968837"/>
                  </a:ext>
                </a:extLst>
              </a:tr>
              <a:tr h="295008">
                <a:tc>
                  <a:txBody>
                    <a:bodyPr/>
                    <a:lstStyle/>
                    <a:p>
                      <a:pPr algn="ctr"/>
                      <a:r>
                        <a:rPr lang="en-US" sz="1000" dirty="0"/>
                        <a:t>RELEASE </a:t>
                      </a:r>
                    </a:p>
                  </a:txBody>
                  <a:tcPr anchor="ctr">
                    <a:solidFill>
                      <a:srgbClr val="B8DEDA"/>
                    </a:solidFill>
                  </a:tcPr>
                </a:tc>
                <a:extLst>
                  <a:ext uri="{0D108BD9-81ED-4DB2-BD59-A6C34878D82A}">
                    <a16:rowId xmlns:a16="http://schemas.microsoft.com/office/drawing/2014/main" val="728456935"/>
                  </a:ext>
                </a:extLst>
              </a:tr>
              <a:tr h="295008">
                <a:tc>
                  <a:txBody>
                    <a:bodyPr/>
                    <a:lstStyle/>
                    <a:p>
                      <a:pPr algn="ctr"/>
                      <a:r>
                        <a:rPr lang="en-US" sz="1000" dirty="0"/>
                        <a:t>DATA</a:t>
                      </a:r>
                    </a:p>
                  </a:txBody>
                  <a:tcPr anchor="ctr">
                    <a:solidFill>
                      <a:srgbClr val="B8DEDA"/>
                    </a:solidFill>
                  </a:tcPr>
                </a:tc>
                <a:extLst>
                  <a:ext uri="{0D108BD9-81ED-4DB2-BD59-A6C34878D82A}">
                    <a16:rowId xmlns:a16="http://schemas.microsoft.com/office/drawing/2014/main" val="1956340948"/>
                  </a:ext>
                </a:extLst>
              </a:tr>
              <a:tr h="295008">
                <a:tc>
                  <a:txBody>
                    <a:bodyPr/>
                    <a:lstStyle/>
                    <a:p>
                      <a:pPr algn="ctr"/>
                      <a:r>
                        <a:rPr lang="en-US" sz="1000" dirty="0"/>
                        <a:t>STATUS</a:t>
                      </a:r>
                    </a:p>
                  </a:txBody>
                  <a:tcPr anchor="ctr">
                    <a:solidFill>
                      <a:srgbClr val="B8DEDA"/>
                    </a:solidFill>
                  </a:tcPr>
                </a:tc>
                <a:extLst>
                  <a:ext uri="{0D108BD9-81ED-4DB2-BD59-A6C34878D82A}">
                    <a16:rowId xmlns:a16="http://schemas.microsoft.com/office/drawing/2014/main" val="1575484724"/>
                  </a:ext>
                </a:extLst>
              </a:tr>
            </a:tbl>
          </a:graphicData>
        </a:graphic>
      </p:graphicFrame>
      <p:graphicFrame>
        <p:nvGraphicFramePr>
          <p:cNvPr id="25" name="Table 18">
            <a:extLst>
              <a:ext uri="{FF2B5EF4-FFF2-40B4-BE49-F238E27FC236}">
                <a16:creationId xmlns:a16="http://schemas.microsoft.com/office/drawing/2014/main" id="{3EFAAB74-D561-7F30-BC7E-4D2F10257638}"/>
              </a:ext>
            </a:extLst>
          </p:cNvPr>
          <p:cNvGraphicFramePr>
            <a:graphicFrameLocks noGrp="1"/>
          </p:cNvGraphicFramePr>
          <p:nvPr/>
        </p:nvGraphicFramePr>
        <p:xfrm>
          <a:off x="10136158" y="2648122"/>
          <a:ext cx="1118705" cy="1915590"/>
        </p:xfrm>
        <a:graphic>
          <a:graphicData uri="http://schemas.openxmlformats.org/drawingml/2006/table">
            <a:tbl>
              <a:tblPr firstRow="1" bandRow="1">
                <a:tableStyleId>{69012ECD-51FC-41F1-AA8D-1B2483CD663E}</a:tableStyleId>
              </a:tblPr>
              <a:tblGrid>
                <a:gridCol w="1118705">
                  <a:extLst>
                    <a:ext uri="{9D8B030D-6E8A-4147-A177-3AD203B41FA5}">
                      <a16:colId xmlns:a16="http://schemas.microsoft.com/office/drawing/2014/main" val="73243031"/>
                    </a:ext>
                  </a:extLst>
                </a:gridCol>
              </a:tblGrid>
              <a:tr h="445436">
                <a:tc>
                  <a:txBody>
                    <a:bodyPr/>
                    <a:lstStyle/>
                    <a:p>
                      <a:pPr algn="ctr"/>
                      <a:r>
                        <a:rPr lang="en-US" sz="1000" dirty="0"/>
                        <a:t>Interrupt Structure</a:t>
                      </a:r>
                    </a:p>
                  </a:txBody>
                  <a:tcPr/>
                </a:tc>
                <a:extLst>
                  <a:ext uri="{0D108BD9-81ED-4DB2-BD59-A6C34878D82A}">
                    <a16:rowId xmlns:a16="http://schemas.microsoft.com/office/drawing/2014/main" val="747986202"/>
                  </a:ext>
                </a:extLst>
              </a:tr>
              <a:tr h="735077">
                <a:tc>
                  <a:txBody>
                    <a:bodyPr/>
                    <a:lstStyle/>
                    <a:p>
                      <a:pPr algn="ctr"/>
                      <a:r>
                        <a:rPr lang="en-US" sz="1000" b="0" dirty="0"/>
                        <a:t>NOTIFY</a:t>
                      </a:r>
                    </a:p>
                  </a:txBody>
                  <a:tcPr anchor="ctr">
                    <a:solidFill>
                      <a:srgbClr val="B8DEDA"/>
                    </a:solidFill>
                  </a:tcPr>
                </a:tc>
                <a:extLst>
                  <a:ext uri="{0D108BD9-81ED-4DB2-BD59-A6C34878D82A}">
                    <a16:rowId xmlns:a16="http://schemas.microsoft.com/office/drawing/2014/main" val="820000739"/>
                  </a:ext>
                </a:extLst>
              </a:tr>
              <a:tr h="735077">
                <a:tc>
                  <a:txBody>
                    <a:bodyPr/>
                    <a:lstStyle/>
                    <a:p>
                      <a:pPr algn="ctr"/>
                      <a:r>
                        <a:rPr lang="en-US" sz="1000" dirty="0"/>
                        <a:t>RELEASE</a:t>
                      </a:r>
                    </a:p>
                  </a:txBody>
                  <a:tcPr anchor="ctr">
                    <a:solidFill>
                      <a:srgbClr val="B8DEDA"/>
                    </a:solidFill>
                  </a:tcPr>
                </a:tc>
                <a:extLst>
                  <a:ext uri="{0D108BD9-81ED-4DB2-BD59-A6C34878D82A}">
                    <a16:rowId xmlns:a16="http://schemas.microsoft.com/office/drawing/2014/main" val="428968837"/>
                  </a:ext>
                </a:extLst>
              </a:tr>
            </a:tbl>
          </a:graphicData>
        </a:graphic>
      </p:graphicFrame>
      <p:cxnSp>
        <p:nvCxnSpPr>
          <p:cNvPr id="31" name="Straight Arrow Connector 30">
            <a:extLst>
              <a:ext uri="{FF2B5EF4-FFF2-40B4-BE49-F238E27FC236}">
                <a16:creationId xmlns:a16="http://schemas.microsoft.com/office/drawing/2014/main" id="{4BEA39A8-EFE8-0838-B7B0-197B68C20C04}"/>
              </a:ext>
            </a:extLst>
          </p:cNvPr>
          <p:cNvCxnSpPr>
            <a:cxnSpLocks/>
          </p:cNvCxnSpPr>
          <p:nvPr/>
        </p:nvCxnSpPr>
        <p:spPr>
          <a:xfrm flipV="1">
            <a:off x="10695510" y="1782567"/>
            <a:ext cx="0" cy="865556"/>
          </a:xfrm>
          <a:prstGeom prst="straightConnector1">
            <a:avLst/>
          </a:prstGeom>
          <a:ln w="38100" cap="flat" cmpd="sng" algn="ctr">
            <a:solidFill>
              <a:schemeClr val="accent6"/>
            </a:solidFill>
            <a:prstDash val="solid"/>
            <a:round/>
            <a:headEnd type="triangle" w="med" len="med"/>
            <a:tailEnd type="triangle" w="med" len="med"/>
          </a:ln>
        </p:spPr>
        <p:style>
          <a:lnRef idx="1">
            <a:schemeClr val="accent6"/>
          </a:lnRef>
          <a:fillRef idx="0">
            <a:schemeClr val="accent6"/>
          </a:fillRef>
          <a:effectRef idx="0">
            <a:schemeClr val="accent6"/>
          </a:effectRef>
          <a:fontRef idx="minor">
            <a:schemeClr val="tx1"/>
          </a:fontRef>
        </p:style>
      </p:cxnSp>
      <p:sp>
        <p:nvSpPr>
          <p:cNvPr id="46" name="Rectangle 45">
            <a:extLst>
              <a:ext uri="{FF2B5EF4-FFF2-40B4-BE49-F238E27FC236}">
                <a16:creationId xmlns:a16="http://schemas.microsoft.com/office/drawing/2014/main" id="{83DB3C59-D8CA-10AF-EC76-A0575574B3D7}"/>
              </a:ext>
            </a:extLst>
          </p:cNvPr>
          <p:cNvSpPr/>
          <p:nvPr/>
        </p:nvSpPr>
        <p:spPr bwMode="auto">
          <a:xfrm>
            <a:off x="6136641" y="1909311"/>
            <a:ext cx="947209" cy="612068"/>
          </a:xfrm>
          <a:prstGeom prst="rect">
            <a:avLst/>
          </a:prstGeom>
          <a:solidFill>
            <a:srgbClr val="9BBA43"/>
          </a:solidFill>
          <a:ln w="9525">
            <a:noFill/>
            <a:miter lim="800000"/>
            <a:headEnd/>
            <a:tailEnd/>
          </a:ln>
        </p:spPr>
        <p:txBody>
          <a:bodyPr wrap="square" lIns="72000" tIns="72000" rIns="72000" bIns="72000" rtlCol="0" anchor="ctr"/>
          <a:lstStyle/>
          <a:p>
            <a:pPr marL="0" marR="0" lvl="0" indent="0" algn="ctr" defTabSz="576000" rtl="0" eaLnBrk="0" fontAlgn="base" latinLnBrk="0" hangingPunct="0">
              <a:lnSpc>
                <a:spcPct val="12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cs typeface="Arial"/>
              </a:rPr>
              <a:t>SRSS</a:t>
            </a:r>
            <a:endParaRPr kumimoji="0" lang="en-US" sz="1200" b="0" i="0" u="none" strike="noStrike" kern="1200" cap="none" spc="0" normalizeH="0" baseline="0" noProof="0" dirty="0">
              <a:ln>
                <a:noFill/>
              </a:ln>
              <a:solidFill>
                <a:srgbClr val="FFFFFF"/>
              </a:solidFill>
              <a:effectLst/>
              <a:uLnTx/>
              <a:uFillTx/>
              <a:latin typeface="Arial"/>
              <a:ea typeface="+mn-ea"/>
              <a:cs typeface="Arial"/>
            </a:endParaRPr>
          </a:p>
        </p:txBody>
      </p:sp>
      <p:sp>
        <p:nvSpPr>
          <p:cNvPr id="2" name="TextBox 1">
            <a:extLst>
              <a:ext uri="{FF2B5EF4-FFF2-40B4-BE49-F238E27FC236}">
                <a16:creationId xmlns:a16="http://schemas.microsoft.com/office/drawing/2014/main" id="{8AF6E6E7-2E17-A662-0F27-C6FDE88BB72D}"/>
              </a:ext>
            </a:extLst>
          </p:cNvPr>
          <p:cNvSpPr txBox="1"/>
          <p:nvPr/>
        </p:nvSpPr>
        <p:spPr bwMode="auto">
          <a:xfrm>
            <a:off x="6181593" y="6129300"/>
            <a:ext cx="3384376" cy="134139"/>
          </a:xfrm>
          <a:prstGeom prst="rect">
            <a:avLst/>
          </a:prstGeom>
          <a:noFill/>
          <a:ln w="9525">
            <a:noFill/>
            <a:miter lim="800000"/>
            <a:headEnd/>
            <a:tailEnd/>
          </a:ln>
          <a:effectLst/>
        </p:spPr>
        <p:txBody>
          <a:bodyPr wrap="square" lIns="0" tIns="0" rIns="0" bIns="0" rtlCol="0" anchor="t" anchorCtr="0">
            <a:spAutoFit/>
          </a:bodyPr>
          <a:lstStyle/>
          <a:p>
            <a:pPr marL="0" marR="0" lvl="0" indent="0" algn="l" defTabSz="576000" rtl="0" eaLnBrk="0" fontAlgn="auto" latinLnBrk="0" hangingPunct="0">
              <a:lnSpc>
                <a:spcPct val="120000"/>
              </a:lnSpc>
              <a:spcBef>
                <a:spcPts val="0"/>
              </a:spcBef>
              <a:spcAft>
                <a:spcPts val="0"/>
              </a:spcAft>
              <a:buClr>
                <a:srgbClr val="0A8276"/>
              </a:buClr>
              <a:buSzTx/>
              <a:buFontTx/>
              <a:buNone/>
              <a:tabLst/>
              <a:defRPr/>
            </a:pPr>
            <a:r>
              <a:rPr kumimoji="0" lang="en-US" sz="800" b="0" i="0" u="none" strike="noStrike" kern="0" cap="none" spc="0" normalizeH="0" baseline="0" noProof="0" dirty="0">
                <a:ln>
                  <a:noFill/>
                </a:ln>
                <a:solidFill>
                  <a:srgbClr val="1D1D1D"/>
                </a:solidFill>
                <a:effectLst/>
                <a:uLnTx/>
                <a:uFillTx/>
                <a:latin typeface="Arial"/>
                <a:ea typeface="+mn-ea"/>
                <a:cs typeface="Arial"/>
              </a:rPr>
              <a:t>* MS </a:t>
            </a:r>
            <a:r>
              <a:rPr lang="en-US" sz="800" kern="0" dirty="0">
                <a:solidFill>
                  <a:srgbClr val="1D1D1D"/>
                </a:solidFill>
                <a:latin typeface="Arial"/>
                <a:cs typeface="Arial"/>
              </a:rPr>
              <a:t>field</a:t>
            </a:r>
            <a:r>
              <a:rPr kumimoji="0" lang="en-US" sz="800" b="0" i="0" u="none" strike="noStrike" kern="0" cap="none" spc="0" normalizeH="0" baseline="0" noProof="0" dirty="0">
                <a:ln>
                  <a:noFill/>
                </a:ln>
                <a:solidFill>
                  <a:srgbClr val="1D1D1D"/>
                </a:solidFill>
                <a:effectLst/>
                <a:uLnTx/>
                <a:uFillTx/>
                <a:latin typeface="Arial"/>
                <a:ea typeface="+mn-ea"/>
                <a:cs typeface="Arial"/>
              </a:rPr>
              <a:t> of the Acquire register width has been expanded to 8 bits</a:t>
            </a:r>
          </a:p>
        </p:txBody>
      </p:sp>
    </p:spTree>
    <p:extLst>
      <p:ext uri="{BB962C8B-B14F-4D97-AF65-F5344CB8AC3E}">
        <p14:creationId xmlns:p14="http://schemas.microsoft.com/office/powerpoint/2010/main" val="4041782035"/>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B3DCD2-C182-4270-932C-829EDBA9AC06}"/>
              </a:ext>
            </a:extLst>
          </p:cNvPr>
          <p:cNvSpPr>
            <a:spLocks noGrp="1"/>
          </p:cNvSpPr>
          <p:nvPr>
            <p:ph type="title" hasCustomPrompt="1"/>
          </p:nvPr>
        </p:nvSpPr>
        <p:spPr/>
        <p:txBody>
          <a:bodyPr/>
          <a:lstStyle/>
          <a:p>
            <a:r>
              <a:t>Block Diagram of IPC PDL</a:t>
            </a:r>
            <a:endParaRPr dirty="0"/>
          </a:p>
        </p:txBody>
      </p:sp>
      <p:pic>
        <p:nvPicPr>
          <p:cNvPr id="6" name="Picture 5">
            <a:extLst>
              <a:ext uri="{FF2B5EF4-FFF2-40B4-BE49-F238E27FC236}">
                <a16:creationId xmlns:a16="http://schemas.microsoft.com/office/drawing/2014/main" id="{CAB8A0A0-39B7-4839-8732-C2537E1C5A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7949" y="1491660"/>
            <a:ext cx="6619957" cy="4413306"/>
          </a:xfrm>
          <a:prstGeom prst="rect">
            <a:avLst/>
          </a:prstGeom>
        </p:spPr>
      </p:pic>
    </p:spTree>
    <p:extLst>
      <p:ext uri="{BB962C8B-B14F-4D97-AF65-F5344CB8AC3E}">
        <p14:creationId xmlns:p14="http://schemas.microsoft.com/office/powerpoint/2010/main" val="2723937463"/>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6F534964-88F1-3188-966D-D25A9D6C5664}"/>
              </a:ext>
            </a:extLst>
          </p:cNvPr>
          <p:cNvSpPr>
            <a:spLocks noGrp="1"/>
          </p:cNvSpPr>
          <p:nvPr>
            <p:ph type="title" hasCustomPrompt="1"/>
          </p:nvPr>
        </p:nvSpPr>
        <p:spPr/>
        <p:txBody>
          <a:bodyPr/>
          <a:lstStyle/>
          <a:p>
            <a:r>
              <a:t>IPC PDL (Peripheral Abstraction Layer) Functions</a:t>
            </a:r>
            <a:endParaRPr dirty="0"/>
          </a:p>
        </p:txBody>
      </p:sp>
      <p:pic>
        <p:nvPicPr>
          <p:cNvPr id="3" name="Picture 2">
            <a:extLst>
              <a:ext uri="{FF2B5EF4-FFF2-40B4-BE49-F238E27FC236}">
                <a16:creationId xmlns:a16="http://schemas.microsoft.com/office/drawing/2014/main" id="{2BF7EFB4-3F59-4B63-91F0-59479CE69A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7368" y="1150666"/>
            <a:ext cx="7697265" cy="4970234"/>
          </a:xfrm>
          <a:prstGeom prst="rect">
            <a:avLst/>
          </a:prstGeom>
        </p:spPr>
      </p:pic>
    </p:spTree>
    <p:extLst>
      <p:ext uri="{BB962C8B-B14F-4D97-AF65-F5344CB8AC3E}">
        <p14:creationId xmlns:p14="http://schemas.microsoft.com/office/powerpoint/2010/main" val="2758840824"/>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0E69A7F-6AD6-4D9A-84EE-3B60C2DCE841}"/>
              </a:ext>
            </a:extLst>
          </p:cNvPr>
          <p:cNvSpPr>
            <a:spLocks noGrp="1"/>
          </p:cNvSpPr>
          <p:nvPr>
            <p:ph type="title" hasCustomPrompt="1"/>
          </p:nvPr>
        </p:nvSpPr>
        <p:spPr/>
        <p:txBody>
          <a:bodyPr/>
          <a:lstStyle/>
          <a:p>
            <a:r>
              <a:t>Flow chart </a:t>
            </a:r>
          </a:p>
        </p:txBody>
      </p:sp>
      <p:pic>
        <p:nvPicPr>
          <p:cNvPr id="7" name="Picture 6">
            <a:extLst>
              <a:ext uri="{FF2B5EF4-FFF2-40B4-BE49-F238E27FC236}">
                <a16:creationId xmlns:a16="http://schemas.microsoft.com/office/drawing/2014/main" id="{3A7D33B1-6C96-EBB8-27C3-141AD0ED6E9E}"/>
              </a:ext>
            </a:extLst>
          </p:cNvPr>
          <p:cNvPicPr>
            <a:picLocks noChangeAspect="1"/>
          </p:cNvPicPr>
          <p:nvPr/>
        </p:nvPicPr>
        <p:blipFill>
          <a:blip r:embed="rId3"/>
          <a:stretch>
            <a:fillRect/>
          </a:stretch>
        </p:blipFill>
        <p:spPr>
          <a:xfrm>
            <a:off x="3781425" y="195263"/>
            <a:ext cx="4427729" cy="6186066"/>
          </a:xfrm>
          <a:prstGeom prst="rect">
            <a:avLst/>
          </a:prstGeom>
        </p:spPr>
      </p:pic>
    </p:spTree>
    <p:extLst>
      <p:ext uri="{BB962C8B-B14F-4D97-AF65-F5344CB8AC3E}">
        <p14:creationId xmlns:p14="http://schemas.microsoft.com/office/powerpoint/2010/main" val="110235114"/>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3CEDC-6294-FF4B-FD7B-B55098D0C0B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0341DBE-BF30-84E7-0A83-A9A1D32924BF}"/>
              </a:ext>
            </a:extLst>
          </p:cNvPr>
          <p:cNvSpPr>
            <a:spLocks noGrp="1"/>
          </p:cNvSpPr>
          <p:nvPr>
            <p:ph type="title" hasCustomPrompt="1"/>
          </p:nvPr>
        </p:nvSpPr>
        <p:spPr>
          <a:xfrm>
            <a:off x="335360" y="2134800"/>
            <a:ext cx="8137525" cy="683369"/>
          </a:xfrm>
          <a:noFill/>
          <a:ln/>
          <a:extLst>
            <a:ext uri="{909E8E84-426E-40DD-AFC4-6F175D3DCCD1}">
              <a14:hiddenFill xmlns:a14="http://schemas.microsoft.com/office/drawing/2010/main">
                <a:solidFill>
                  <a:srgbClr val="FFFFFF">
                    <a:alpha val="0"/>
                  </a:srgbClr>
                </a:solidFill>
              </a14:hiddenFill>
            </a:ext>
          </a:extLst>
        </p:spPr>
        <p:txBody>
          <a:bodyPr lIns="0" tIns="0" rIns="0" bIns="0" anchor="b">
            <a:noAutofit/>
          </a:bodyPr>
          <a:lstStyle/>
          <a:p>
            <a:r>
              <a:rPr lang="en-US" dirty="0">
                <a:solidFill>
                  <a:srgbClr val="FFFFFF"/>
                </a:solidFill>
                <a:latin typeface="Arial" panose="020B0604020202020204" pitchFamily="34" charset="0"/>
              </a:rPr>
              <a:t>LAB2: </a:t>
            </a:r>
            <a:r>
              <a:rPr lang="en-US" dirty="0"/>
              <a:t>IPC Semaphores using PDL</a:t>
            </a:r>
            <a:r>
              <a:rPr lang="en-US" dirty="0">
                <a:solidFill>
                  <a:srgbClr val="FFFFFF"/>
                </a:solidFill>
                <a:latin typeface="Arial" panose="020B0604020202020204" pitchFamily="34" charset="0"/>
              </a:rPr>
              <a:t> </a:t>
            </a:r>
            <a:br>
              <a:rPr lang="en-US" dirty="0">
                <a:solidFill>
                  <a:srgbClr val="FFFFFF"/>
                </a:solidFill>
                <a:latin typeface="Arial" panose="020B0604020202020204" pitchFamily="34" charset="0"/>
              </a:rPr>
            </a:br>
            <a:endParaRPr lang="en-US" dirty="0">
              <a:solidFill>
                <a:srgbClr val="FFFFFF"/>
              </a:solidFill>
              <a:latin typeface="Arial" panose="020B0604020202020204" pitchFamily="34" charset="0"/>
            </a:endParaRPr>
          </a:p>
        </p:txBody>
      </p:sp>
      <p:sp>
        <p:nvSpPr>
          <p:cNvPr id="4" name="TextBox 3">
            <a:extLst>
              <a:ext uri="{FF2B5EF4-FFF2-40B4-BE49-F238E27FC236}">
                <a16:creationId xmlns:a16="http://schemas.microsoft.com/office/drawing/2014/main" id="{0AF05BBF-3793-5E93-7103-A0DD93BEF7FD}"/>
              </a:ext>
            </a:extLst>
          </p:cNvPr>
          <p:cNvSpPr txBox="1"/>
          <p:nvPr/>
        </p:nvSpPr>
        <p:spPr bwMode="auto">
          <a:xfrm>
            <a:off x="335360" y="2501619"/>
            <a:ext cx="8569349" cy="1299074"/>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rgbClr val="FFFFFF"/>
              </a:buClr>
              <a:buSzTx/>
              <a:tabLst/>
            </a:pPr>
            <a:r>
              <a:rPr lang="en-US" sz="1800" b="1" kern="0" baseline="0" dirty="0">
                <a:solidFill>
                  <a:schemeClr val="bg1"/>
                </a:solidFill>
                <a:latin typeface="+mn-lt"/>
              </a:rPr>
              <a:t>What will you learn ?</a:t>
            </a:r>
          </a:p>
          <a:p>
            <a:pPr marL="895335" lvl="1" indent="-285750" defTabSz="576000" eaLnBrk="0" fontAlgn="auto" hangingPunct="0">
              <a:lnSpc>
                <a:spcPct val="120000"/>
              </a:lnSpc>
              <a:spcBef>
                <a:spcPts val="0"/>
              </a:spcBef>
              <a:spcAft>
                <a:spcPts val="0"/>
              </a:spcAft>
              <a:buClr>
                <a:srgbClr val="FFFFFF"/>
              </a:buClr>
              <a:buFont typeface="Arial" panose="020B0604020202020204" pitchFamily="34" charset="0"/>
              <a:buChar char="‒"/>
            </a:pPr>
            <a:r>
              <a:rPr lang="en-US" sz="1800" kern="0" dirty="0">
                <a:solidFill>
                  <a:schemeClr val="bg1"/>
                </a:solidFill>
                <a:latin typeface="+mn-lt"/>
              </a:rPr>
              <a:t>How to use the Library Manager in ModusToolbox™</a:t>
            </a:r>
          </a:p>
          <a:p>
            <a:pPr marL="895335" lvl="1" indent="-285750" defTabSz="576000" eaLnBrk="0" fontAlgn="auto" hangingPunct="0">
              <a:lnSpc>
                <a:spcPct val="120000"/>
              </a:lnSpc>
              <a:spcBef>
                <a:spcPts val="0"/>
              </a:spcBef>
              <a:spcAft>
                <a:spcPts val="0"/>
              </a:spcAft>
              <a:buClr>
                <a:srgbClr val="FFFFFF"/>
              </a:buClr>
              <a:buFont typeface="Arial" panose="020B0604020202020204" pitchFamily="34" charset="0"/>
              <a:buChar char="‒"/>
            </a:pPr>
            <a:r>
              <a:rPr lang="en-US" sz="1800" kern="0" dirty="0">
                <a:solidFill>
                  <a:schemeClr val="bg1"/>
                </a:solidFill>
                <a:latin typeface="+mn-lt"/>
              </a:rPr>
              <a:t>How to share a resource between CPUs</a:t>
            </a:r>
          </a:p>
          <a:p>
            <a:pPr marL="895335" lvl="1" indent="-285750" defTabSz="576000" eaLnBrk="0" fontAlgn="auto" hangingPunct="0">
              <a:lnSpc>
                <a:spcPct val="120000"/>
              </a:lnSpc>
              <a:spcBef>
                <a:spcPts val="0"/>
              </a:spcBef>
              <a:spcAft>
                <a:spcPts val="0"/>
              </a:spcAft>
              <a:buClr>
                <a:srgbClr val="FFFFFF"/>
              </a:buClr>
              <a:buFont typeface="Arial" panose="020B0604020202020204" pitchFamily="34" charset="0"/>
              <a:buChar char="‒"/>
            </a:pPr>
            <a:r>
              <a:rPr lang="en-US" sz="1800" kern="0" dirty="0">
                <a:solidFill>
                  <a:schemeClr val="bg1"/>
                </a:solidFill>
                <a:latin typeface="+mn-lt"/>
              </a:rPr>
              <a:t>How to use IPC semaphores to synchronize a shared resource</a:t>
            </a:r>
          </a:p>
        </p:txBody>
      </p:sp>
    </p:spTree>
    <p:extLst>
      <p:ext uri="{BB962C8B-B14F-4D97-AF65-F5344CB8AC3E}">
        <p14:creationId xmlns:p14="http://schemas.microsoft.com/office/powerpoint/2010/main" val="3183326158"/>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3"/>
          <p:cNvSpPr>
            <a:spLocks noGrp="1"/>
          </p:cNvSpPr>
          <p:nvPr>
            <p:ph type="title"/>
          </p:nvPr>
        </p:nvSpPr>
        <p:spPr/>
        <p:txBody>
          <a:bodyPr/>
          <a:lstStyle/>
          <a:p>
            <a:r>
              <a:rPr lang="en-US" altLang="ko-KR" dirty="0"/>
              <a:t>Revision history</a:t>
            </a:r>
            <a:endParaRPr lang="ja-JP" altLang="ja-JP" dirty="0"/>
          </a:p>
        </p:txBody>
      </p:sp>
      <p:graphicFrame>
        <p:nvGraphicFramePr>
          <p:cNvPr id="2" name="表 3">
            <a:extLst>
              <a:ext uri="{FF2B5EF4-FFF2-40B4-BE49-F238E27FC236}">
                <a16:creationId xmlns:a16="http://schemas.microsoft.com/office/drawing/2014/main" id="{5372FD6A-F494-DB30-9CD5-AE2A3CDC3A45}"/>
              </a:ext>
            </a:extLst>
          </p:cNvPr>
          <p:cNvGraphicFramePr>
            <a:graphicFrameLocks noGrp="1"/>
          </p:cNvGraphicFramePr>
          <p:nvPr>
            <p:extLst>
              <p:ext uri="{D42A27DB-BD31-4B8C-83A1-F6EECF244321}">
                <p14:modId xmlns:p14="http://schemas.microsoft.com/office/powerpoint/2010/main" val="1831821880"/>
              </p:ext>
            </p:extLst>
          </p:nvPr>
        </p:nvGraphicFramePr>
        <p:xfrm>
          <a:off x="334434" y="1268415"/>
          <a:ext cx="11521017" cy="1188720"/>
        </p:xfrm>
        <a:graphic>
          <a:graphicData uri="http://schemas.openxmlformats.org/drawingml/2006/table">
            <a:tbl>
              <a:tblPr firstRow="1" bandRow="1">
                <a:tableStyleId>{5C22544A-7EE6-4342-B048-85BDC9FD1C3A}</a:tableStyleId>
              </a:tblPr>
              <a:tblGrid>
                <a:gridCol w="1597805">
                  <a:extLst>
                    <a:ext uri="{9D8B030D-6E8A-4147-A177-3AD203B41FA5}">
                      <a16:colId xmlns:a16="http://schemas.microsoft.com/office/drawing/2014/main" val="1239718747"/>
                    </a:ext>
                  </a:extLst>
                </a:gridCol>
                <a:gridCol w="1765995">
                  <a:extLst>
                    <a:ext uri="{9D8B030D-6E8A-4147-A177-3AD203B41FA5}">
                      <a16:colId xmlns:a16="http://schemas.microsoft.com/office/drawing/2014/main" val="3210263253"/>
                    </a:ext>
                  </a:extLst>
                </a:gridCol>
                <a:gridCol w="8157217">
                  <a:extLst>
                    <a:ext uri="{9D8B030D-6E8A-4147-A177-3AD203B41FA5}">
                      <a16:colId xmlns:a16="http://schemas.microsoft.com/office/drawing/2014/main" val="3488215586"/>
                    </a:ext>
                  </a:extLst>
                </a:gridCol>
              </a:tblGrid>
              <a:tr h="219398">
                <a:tc>
                  <a:txBody>
                    <a:bodyPr/>
                    <a:lstStyle/>
                    <a:p>
                      <a:r>
                        <a:rPr kumimoji="1" lang="en-US" altLang="ja-JP" sz="1500" dirty="0">
                          <a:solidFill>
                            <a:schemeClr val="bg1"/>
                          </a:solidFill>
                        </a:rPr>
                        <a:t>Document revision</a:t>
                      </a:r>
                      <a:endParaRPr kumimoji="1" lang="ja-JP" altLang="en-US" sz="1500" dirty="0">
                        <a:solidFill>
                          <a:schemeClr val="bg1"/>
                        </a:solidFill>
                      </a:endParaRPr>
                    </a:p>
                  </a:txBody>
                  <a:tcPr/>
                </a:tc>
                <a:tc>
                  <a:txBody>
                    <a:bodyPr/>
                    <a:lstStyle/>
                    <a:p>
                      <a:r>
                        <a:rPr kumimoji="1" lang="en-US" altLang="ja-JP" sz="1500" dirty="0">
                          <a:solidFill>
                            <a:schemeClr val="bg1"/>
                          </a:solidFill>
                        </a:rPr>
                        <a:t>Date</a:t>
                      </a:r>
                      <a:endParaRPr kumimoji="1" lang="ja-JP" altLang="en-US" sz="1500" dirty="0">
                        <a:solidFill>
                          <a:schemeClr val="bg1"/>
                        </a:solidFill>
                      </a:endParaRPr>
                    </a:p>
                  </a:txBody>
                  <a:tcPr/>
                </a:tc>
                <a:tc>
                  <a:txBody>
                    <a:bodyPr/>
                    <a:lstStyle/>
                    <a:p>
                      <a:r>
                        <a:rPr kumimoji="1" lang="en-US" altLang="ja-JP" sz="1500" dirty="0">
                          <a:solidFill>
                            <a:schemeClr val="bg1"/>
                          </a:solidFill>
                        </a:rPr>
                        <a:t>Description</a:t>
                      </a:r>
                      <a:r>
                        <a:rPr kumimoji="1" lang="en-US" altLang="ja-JP" sz="1500" baseline="0" dirty="0">
                          <a:solidFill>
                            <a:schemeClr val="bg1"/>
                          </a:solidFill>
                        </a:rPr>
                        <a:t> of change</a:t>
                      </a:r>
                      <a:endParaRPr kumimoji="1" lang="ja-JP" altLang="en-US" sz="1500" dirty="0">
                        <a:solidFill>
                          <a:schemeClr val="bg1"/>
                        </a:solidFill>
                      </a:endParaRPr>
                    </a:p>
                  </a:txBody>
                  <a:tcPr/>
                </a:tc>
                <a:extLst>
                  <a:ext uri="{0D108BD9-81ED-4DB2-BD59-A6C34878D82A}">
                    <a16:rowId xmlns:a16="http://schemas.microsoft.com/office/drawing/2014/main" val="1299302294"/>
                  </a:ext>
                </a:extLst>
              </a:tr>
              <a:tr h="316545">
                <a:tc>
                  <a:txBody>
                    <a:bodyPr/>
                    <a:lstStyle/>
                    <a:p>
                      <a:r>
                        <a:rPr kumimoji="1" lang="en-US" altLang="ja-JP" sz="1500" dirty="0"/>
                        <a:t>**</a:t>
                      </a:r>
                      <a:endParaRPr kumimoji="1" lang="ja-JP" altLang="en-US" sz="1500" dirty="0"/>
                    </a:p>
                  </a:txBody>
                  <a:tcPr>
                    <a:solidFill>
                      <a:srgbClr val="B8DEDA"/>
                    </a:solidFill>
                  </a:tcPr>
                </a:tc>
                <a:tc>
                  <a:txBody>
                    <a:bodyPr/>
                    <a:lstStyle/>
                    <a:p>
                      <a:r>
                        <a:rPr lang="en-US" altLang="ja-JP" sz="1500" dirty="0"/>
                        <a:t>2025-11-25</a:t>
                      </a:r>
                    </a:p>
                  </a:txBody>
                  <a:tcPr>
                    <a:solidFill>
                      <a:srgbClr val="B8DEDA"/>
                    </a:solidFill>
                  </a:tcPr>
                </a:tc>
                <a:tc>
                  <a:txBody>
                    <a:bodyPr/>
                    <a:lstStyle/>
                    <a:p>
                      <a:r>
                        <a:rPr lang="en-IN" altLang="ja-JP" sz="1500" dirty="0"/>
                        <a:t>Initial release.</a:t>
                      </a:r>
                    </a:p>
                  </a:txBody>
                  <a:tcPr>
                    <a:solidFill>
                      <a:srgbClr val="B8DEDA"/>
                    </a:solidFill>
                  </a:tcPr>
                </a:tc>
                <a:extLst>
                  <a:ext uri="{0D108BD9-81ED-4DB2-BD59-A6C34878D82A}">
                    <a16:rowId xmlns:a16="http://schemas.microsoft.com/office/drawing/2014/main" val="2629041960"/>
                  </a:ext>
                </a:extLst>
              </a:tr>
              <a:tr h="316545">
                <a:tc>
                  <a:txBody>
                    <a:bodyPr/>
                    <a:lstStyle/>
                    <a:p>
                      <a:endParaRPr kumimoji="1" lang="ja-JP" altLang="en-US" sz="1500" dirty="0"/>
                    </a:p>
                  </a:txBody>
                  <a:tcPr>
                    <a:solidFill>
                      <a:srgbClr val="B8DEDA"/>
                    </a:solidFill>
                  </a:tcPr>
                </a:tc>
                <a:tc>
                  <a:txBody>
                    <a:bodyPr/>
                    <a:lstStyle/>
                    <a:p>
                      <a:endParaRPr lang="en-US" altLang="ja-JP" sz="1500" dirty="0"/>
                    </a:p>
                  </a:txBody>
                  <a:tcPr>
                    <a:solidFill>
                      <a:srgbClr val="B8DEDA"/>
                    </a:solidFill>
                  </a:tcPr>
                </a:tc>
                <a:tc>
                  <a:txBody>
                    <a:bodyPr/>
                    <a:lstStyle/>
                    <a:p>
                      <a:endParaRPr lang="en-IN" altLang="ja-JP" sz="1500" dirty="0"/>
                    </a:p>
                  </a:txBody>
                  <a:tcPr>
                    <a:solidFill>
                      <a:srgbClr val="B8DEDA"/>
                    </a:solidFill>
                  </a:tcPr>
                </a:tc>
                <a:extLst>
                  <a:ext uri="{0D108BD9-81ED-4DB2-BD59-A6C34878D82A}">
                    <a16:rowId xmlns:a16="http://schemas.microsoft.com/office/drawing/2014/main" val="3010935521"/>
                  </a:ext>
                </a:extLst>
              </a:tr>
            </a:tbl>
          </a:graphicData>
        </a:graphic>
      </p:graphicFrame>
    </p:spTree>
    <p:extLst>
      <p:ext uri="{BB962C8B-B14F-4D97-AF65-F5344CB8AC3E}">
        <p14:creationId xmlns:p14="http://schemas.microsoft.com/office/powerpoint/2010/main" val="1599162577"/>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3695029"/>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INCLMASTER" val="0"/>
  <p:tag name="SLIDESPERROW" val="4"/>
  <p:tag name="THUMBWIDTH" val="220"/>
  <p:tag name="INFINEON_CATEGORY" val="{&quot;CategoryList&quot;:[],&quot;CategoryDictionary&quot;:{}}"/>
  <p:tag name="EMPOWERCHARTSPROPERTIES_B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g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YBAQEBAQEBAQEBAQEBAQIAAAAAAAAAAwAAAAMAAAAA/////wQASwwAAAAAAAAAAAAAIAD///////////////8AAAD///////////////8DAAAAAgD///////////////////////////////////////////////////////////////////////////////////////////////////////////////////////////////////////////////////////////////////////////////////////////////////////////////////////////////////////////////////////////////////////////////////////////////////////////////////////////////////////////////////////////////////////////////////////////////////////////////////////////////////////////////////////////////////////////////////////////////////////////////8BACAA////////////////AAAO////////AwAAAAMA////////////////////////////////////////////////////////////////////////////////////////////////////////////////////////////////////////////////////////////////////////////////////////////////////////////////////////////////////////////////////////////////////////////////////////////////////////////////////////////////////////////////////////////////////////////////////////////////////////////////////////////////////////////////////////////////////////////////////////////////////////////////////////AgABAP///////wQAAAACABAAC10GBAEGmsRCrWeMKWDzcgcFAAAAAAADAAAAAAADAAAAAwADAAEA////////BAAAAAMAEAALVNGgrCHzak+1I7mkeTCCYQU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EAPALAAAAAAAAAAAAACAB////////////////AAAA////////////////BAAAAAMA////////BAAAAAMA////////BAAAAAMA////////BAAAAAMA////////BAAAAAMA////////BAAAAAMA////////////////////////////////////////////////////////////////////////////////////////////////////////////////////////////////////////////////////////////////////////////////////////////////////////////////////////////////////////////////////////////////////////////////////////////////////////////////////////////////////////////////////////////////////////////////////////////////////////////////////////////////AQAgAf///////////////wAADv///////wQAAAACAP///////////////////////////////////////////////////////////////////////////////////////////////////////////////////////////////////////////////////////////////////////////////////////////////////////////////////////////////////////////////////////////////////////////////////////////////////////////////////////////////////////////////////////////////////////////////////////////////////////////////////////////////////////////////////////////////////////////////////////////////////////////////////////wIAAQEDAAAAAgD///////8aAAZMaW5rZWRTaGFwZXNEYXRhUHJvcGVydHlfMAUAAAAAAAQAAAADAAQAAAABAAMABgEDAAAAAwD///////8lAAZMaW5rZWRTaGFwZVByZXNlbnRhdGlvblNldHRpbmdzRGF0YV8wBQAAAAEABAAAAAAABAAAAAIABAAAAAAA////////BAAAAAAA////////BAAAAAAA////////BAAA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gCODgAAAAAAAAAAAAD/////gwCDAAAABV9pZAAQAAAABF0GBAEGmsRCrWeMKWDzcgcDRGF0YQAbAAAABExpbmtlZFNoYXBlRGF0YQAFAAAAAAACTmFtZQAZAAAATGlua2VkU2hhcGVzRGF0YVByb3BlcnR5ABBWZXJzaW9uAAAAAAAJTGFzdFdyaXRlAEHvOgOCAQAAAAEA/////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B_LENGTH" val="24576"/>
  <p:tag name="EMPOWER.INTEGRATIONS.LOCALMASTER" val="{&quot;path&quot;:null,&quot;elementId&quot;:&quot;f8120ca7-cceb-428f-a7d0-f20ce9397e1b&quot;,&quot;elementName&quot;:null,&quot;databaseId&quot;:&quot;FDE84254-54DB-49E3-9A0E-CDE72035D530&quot;,&quot;timeStamp&quot;:&quot;2025-06-26T13:03:05&quot;}"/>
</p:tagLst>
</file>

<file path=ppt/tags/tag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xml><?xml version="1.0" encoding="utf-8"?>
<p:tagLst xmlns:a="http://schemas.openxmlformats.org/drawingml/2006/main" xmlns:r="http://schemas.openxmlformats.org/officeDocument/2006/relationships" xmlns:p="http://schemas.openxmlformats.org/presentationml/2006/main">
  <p:tag name="MIO_HDS" val="True"/>
  <p:tag name="MIO_SKIPVERSION" val="01.01.0001 00:00:00"/>
  <p:tag name="MIO_UPDATE" val="True"/>
  <p:tag name="MIO_DBID" val="FDE84254-54DB-49E3-9A0E-CDE72035D530"/>
  <p:tag name="MIO_FALLBACK_LAYOUT" val="4"/>
  <p:tag name="MIO_SHOW_DATE" val="False"/>
  <p:tag name="MIO_SHOW_FOOTER" val="False"/>
  <p:tag name="MIO_SHOW_PAGENUMBER" val="False"/>
  <p:tag name="MIO_AVOID_BLANK_LAYOUT" val="False"/>
  <p:tag name="MIO_CD_LAYOUT_VALID_AREA" val="False"/>
  <p:tag name="MIO_EMBED_FONT" val="False"/>
  <p:tag name="MIO_MATCH_COLOR_SCHEME" val="True"/>
  <p:tag name="MIO_NUMBER_OF_VALID_LAYOUTS" val="18"/>
  <p:tag name="MIO_EKGUID" val="700428a0-4560-4b7a-9776-301bdf1be51a"/>
  <p:tag name="MIO_OBJECTNAME" val="Infineon Memory Solutions 16:9"/>
  <p:tag name="MIO_VERSION" val="20.01.2025 09:14:31"/>
  <p:tag name="MIO_LASTDOWNLOADED" val="26.11.2025 15:08:39.793"/>
  <p:tag name="MIO_CONTENTTAG" val="Rgi3+Ts4CEuv+/WeGhftRA=="/>
  <p:tag name="MIO_CDID" val="e2fc2f9e-d5cf-4311-b3a1-0559b8fd1ab8"/>
</p:tagLst>
</file>

<file path=ppt/tags/tag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PresentationTitle_1MIOPlaceholderMapping.2MIOPlaceholderMapping-Infineon 16:9MIOPlaceholderMapping.Presentation title 1MIOPlaceholderMapping.1MIOPlaceholderMapping;Infineon 16:9MIOPlaceholderMapping.IFX_PresentationTitle_2MIOPlaceholderMapping.3MIOPlaceholderMapping-Infineon 16:9MIOPlaceholderMapping.Presentation title 1MIOPlaceholderMapping.1MIOPlaceholderMapping;Infineon 16:9MIOPlaceholderMapping.IFX_PresentationTitle_3MIOPlaceholderMapping.4MIOPlaceholderMapping-Infineon 16:9MIOPlaceholderMapping.Presentation title 1MIOPlaceholderMapping.1MIOPlaceholderMapping;Infineon 16:9MIOPlaceholderMapping.IFX_PresentationTitle_1MIOPlaceholderMapping.2MIOPlaceholderMapping.Picture Placeholder 20MIOPlaceholderMapping.18MIOPlaceholderMapping-Infineon 16:9MIOPlaceholderMapping.Presentation title 1MIOPlaceholderMapping.1MIOPlaceholderMapping.Crystal Picture PlaceholderMIOPlaceholderMapping.15MIOPlaceholderMapping;Infineon 16:9MIOPlaceholderMapping.IFX_PresentationTitle_2MIOPlaceholderMapping.3MIOPlaceholderMapping.Picture Placeholder 20MIOPlaceholderMapping.14MIOPlaceholderMapping-Infineon 16:9MIOPlaceholderMapping.Presentation title 1MIOPlaceholderMapping.1MIOPlaceholderMapping.Crystal Picture PlaceholderMIOPlaceholderMapping.15"/>
</p:tagLst>
</file>

<file path=ppt/tags/tag1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5.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4.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PresentationTitleMIOPlaceholderMapping.1MIOPlaceholderMapping-Infineon 16:9MIOPlaceholderMapping.Presentation title 3MIOPlaceholderMapping.3"/>
</p:tagLst>
</file>

<file path=ppt/tags/tag3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3.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4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7.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Title_OnlyMIOPlaceholderMapping.5MIOPlaceholderMapping-Infineon 16:9MIOPlaceholderMapping.Title OnlyMIOPlaceholderMapping.4"/>
</p:tagLst>
</file>

<file path=ppt/tags/tag4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5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0.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Title_and_ContentMIOPlaceholderMapping.6MIOPlaceholderMapping-Infineon 16:9MIOPlaceholderMapping.Title | contentMIOPlaceholderMapping.5"/>
</p:tagLst>
</file>

<file path=ppt/tags/tag6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9.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7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3.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Title_and_Two_ContentMIOPlaceholderMapping.8MIOPlaceholderMapping-Infineon 16:9MIOPlaceholderMapping.2 contentsMIOPlaceholderMapping.6"/>
</p:tagLst>
</file>

<file path=ppt/tags/tag74.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7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8.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SectionMIOPlaceholderMapping.9MIOPlaceholderMapping-Infineon 16:9MIOPlaceholderMapping.Section 1MIOPlaceholderMapping.7"/>
</p:tagLst>
</file>

<file path=ppt/tags/tag7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9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4.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Title_and_Four_ContentMIOPlaceholderMapping.10MIOPlaceholderMapping-Infineon 16:9MIOPlaceholderMapping.4 contentsMIOPlaceholderMapping.9"/>
</p:tagLst>
</file>

<file path=ppt/tags/tag9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3.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0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7.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Row_and_Two_ColumnsMIOPlaceholderMapping.11MIOPlaceholderMapping-Infineon 16:9MIOPlaceholderMapping.Row | 2 columnsMIOPlaceholderMapping.10"/>
</p:tagLst>
</file>

<file path=ppt/tags/tag10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1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0.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Row_Two_Columns_RowMIOPlaceholderMapping.12MIOPlaceholderMapping-Infineon 16:9MIOPlaceholderMapping.Row | 2 columns | rowMIOPlaceholderMapping.11"/>
</p:tagLst>
</file>

<file path=ppt/tags/tag12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9.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3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3.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Title_and_Three_ColumnsMIOPlaceholderMapping.13MIOPlaceholderMapping-Infineon 16:9MIOPlaceholderMapping.3 columnsMIOPlaceholderMapping.12"/>
</p:tagLst>
</file>

<file path=ppt/tags/tag13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4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6.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Row_and_Three_ColumnsMIOPlaceholderMapping.14MIOPlaceholderMapping-Infineon 16:9MIOPlaceholderMapping.Row | 3 columnsMIOPlaceholderMapping.13"/>
</p:tagLst>
</file>

<file path=ppt/tags/tag14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5.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5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9.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Four_ColumnsMIOPlaceholderMapping.15MIOPlaceholderMapping-Infineon 16:9MIOPlaceholderMapping.4 columnsMIOPlaceholderMapping.14"/>
</p:tagLst>
</file>

<file path=ppt/tags/tag16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8.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6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2.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Row_and_Four_ColumnsMIOPlaceholderMapping.16MIOPlaceholderMapping-Infineon 16:9MIOPlaceholderMapping.Row | 4 columnsMIOPlaceholderMapping.15"/>
</p:tagLst>
</file>

<file path=ppt/tags/tag17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4.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EmptyMIOPlaceholderMapping.17MIOPlaceholderMapping-Infineon 16:9MIOPlaceholderMapping.EmptyMIOPlaceholderMapping.16"/>
</p:tagLst>
</file>

<file path=ppt/tags/tag18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8.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FullpicMIOPlaceholderMapping.18MIOPlaceholderMapping-Infineon 16:9MIOPlaceholderMapping.FullpicMIOPlaceholderMapping.17"/>
</p:tagLst>
</file>

<file path=ppt/tags/tag189.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9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3.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Final_ClaimMIOPlaceholderMapping.19MIOPlaceholderMapping-Infineon 16:9MIOPlaceholderMapping.FinalMIOPlaceholderMapping.18"/>
</p:tagLst>
</file>

<file path=ppt/tags/tag19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4.xml><?xml version="1.0" encoding="utf-8"?>
<p:tagLst xmlns:a="http://schemas.openxmlformats.org/drawingml/2006/main" xmlns:r="http://schemas.openxmlformats.org/officeDocument/2006/relationships" xmlns:p="http://schemas.openxmlformats.org/presentationml/2006/main">
  <p:tag name="MIO_AGENDA_ELEMENTNAME" val="MIO_AGENDA_OVERVIEW_SLIDE"/>
  <p:tag name="MIO_AGENDA_SHOW_SUBITEMS_LEVEL2_TAG" val="True"/>
  <p:tag name="MIO_AGENDA_SCALEMODE_FIT_TO_SLIDE_TAG" val="True"/>
  <p:tag name="MIO_AGENDA_CREATE_AGENDA_SLIDENUMBERS_TAG" val="True"/>
  <p:tag name="MIO_AGENDA_AUTOMATIC_UPDATE_TAG" val="True"/>
  <p:tag name="MIO_AGENDA_CREATE_SECTIONS_TAG" val="True"/>
  <p:tag name="MIO_EKGUID" val="d9b0a732-6d6c-4fe3-b9e8-6a4a78dae162"/>
  <p:tag name="MIO_GUID" val="e376e223-723d-447b-892b-3deebb49c9ee"/>
  <p:tag name="MIO_VERSION" val="31.12.9999 23:59:59"/>
  <p:tag name="MIO_DBID" val="fde84254-54db-49e3-9a0e-cde72035d530"/>
  <p:tag name="MIO_LASTDOWNLOADED" val="26.11.2025 15:12:56.644"/>
  <p:tag name="MIO_UPDATE" val="False"/>
</p:tagLst>
</file>

<file path=ppt/tags/tag215.xml><?xml version="1.0" encoding="utf-8"?>
<p:tagLst xmlns:a="http://schemas.openxmlformats.org/drawingml/2006/main" xmlns:r="http://schemas.openxmlformats.org/officeDocument/2006/relationships" xmlns:p="http://schemas.openxmlformats.org/presentationml/2006/main">
  <p:tag name="MIO_SHAPETYPES_AGENDA" val="MIO_AGENDA_TITLE"/>
</p:tagLst>
</file>

<file path=ppt/tags/tag216.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217.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218.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219.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220.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221.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222.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223.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224.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225.xml><?xml version="1.0" encoding="utf-8"?>
<p:tagLst xmlns:a="http://schemas.openxmlformats.org/drawingml/2006/main" xmlns:r="http://schemas.openxmlformats.org/officeDocument/2006/relationships" xmlns:p="http://schemas.openxmlformats.org/presentationml/2006/main">
  <p:tag name="MIO_AGENDA_LEVEL_STRING" val="1"/>
  <p:tag name="MIO_AGENDA_ELEMENTNAME" val="Development ecosystem for PSOC™ Edge E84"/>
  <p:tag name="MIO_AGENDA_EXPLICIT_ITEM_LEVEL_TAG" val="0"/>
  <p:tag name="MIO_AGENDA_NUMBER_STRING_TAG" val="1"/>
  <p:tag name="MIO_AGENDA_SHOW_SUBITEMS_LEVEL2_TAG" val="True"/>
  <p:tag name="MIO_AGENDA_SCALEMODE_FIT_TO_SLIDE_TAG" val="True"/>
  <p:tag name="MIO_AGENDA_CREATE_AGENDA_SLIDENUMBERS_TAG" val="True"/>
  <p:tag name="MIO_AGENDA_AUTOMATIC_UPDATE_TAG" val="True"/>
  <p:tag name="MIO_AGENDA_CREATE_SECTIONS_TAG" val="True"/>
  <p:tag name="MIO_EKGUID" val="d9b0a732-6d6c-4fe3-b9e8-6a4a78dae162"/>
  <p:tag name="MIO_GUID" val="e5232620-5825-4dd2-8155-63d22f67b578"/>
  <p:tag name="MIO_VERSION" val="31.12.9999 23:59:59"/>
  <p:tag name="MIO_DBID" val="fde84254-54db-49e3-9a0e-cde72035d530"/>
  <p:tag name="MIO_LASTDOWNLOADED" val="26.11.2025 15:12:56.886"/>
  <p:tag name="MIO_UPDATE" val="False"/>
</p:tagLst>
</file>

<file path=ppt/tags/tag226.xml><?xml version="1.0" encoding="utf-8"?>
<p:tagLst xmlns:a="http://schemas.openxmlformats.org/drawingml/2006/main" xmlns:r="http://schemas.openxmlformats.org/officeDocument/2006/relationships" xmlns:p="http://schemas.openxmlformats.org/presentationml/2006/main">
  <p:tag name="MIO_SHAPETYPES_AGENDA" val="MIO_AGENDA_TITLE"/>
</p:tagLst>
</file>

<file path=ppt/tags/tag227.xml><?xml version="1.0" encoding="utf-8"?>
<p:tagLst xmlns:a="http://schemas.openxmlformats.org/drawingml/2006/main" xmlns:r="http://schemas.openxmlformats.org/officeDocument/2006/relationships" xmlns:p="http://schemas.openxmlformats.org/presentationml/2006/main">
  <p:tag name="MIO_SHAPETYPES_AGENDA" val="MIO_AGENDA_HIGHLIGHT"/>
</p:tagLst>
</file>

<file path=ppt/tags/tag228.xml><?xml version="1.0" encoding="utf-8"?>
<p:tagLst xmlns:a="http://schemas.openxmlformats.org/drawingml/2006/main" xmlns:r="http://schemas.openxmlformats.org/officeDocument/2006/relationships" xmlns:p="http://schemas.openxmlformats.org/presentationml/2006/main">
  <p:tag name="MIO_SHAPETYPES_AGENDA" val="MIO_AGENDA_HIGHLIGHT_NUMBER"/>
</p:tagLst>
</file>

<file path=ppt/tags/tag229.xml><?xml version="1.0" encoding="utf-8"?>
<p:tagLst xmlns:a="http://schemas.openxmlformats.org/drawingml/2006/main" xmlns:r="http://schemas.openxmlformats.org/officeDocument/2006/relationships" xmlns:p="http://schemas.openxmlformats.org/presentationml/2006/main">
  <p:tag name="MIO_SHAPETYPES_AGENDA" val="MIO_AGENDA_HIGHLIGHT_PAGENUMBER"/>
</p:tagLst>
</file>

<file path=ppt/tags/tag230.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231.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232.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233.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234.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235.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236.xml><?xml version="1.0" encoding="utf-8"?>
<p:tagLst xmlns:a="http://schemas.openxmlformats.org/drawingml/2006/main" xmlns:r="http://schemas.openxmlformats.org/officeDocument/2006/relationships" xmlns:p="http://schemas.openxmlformats.org/presentationml/2006/main">
  <p:tag name="MIO_AGENDA_LEVEL_STRING" val="2"/>
  <p:tag name="MIO_AGENDA_ELEMENTNAME" val="Code Example #1: Hello World + Blinky"/>
  <p:tag name="MIO_AGENDA_EXPLICIT_ITEM_LEVEL_TAG" val="0"/>
  <p:tag name="MIO_AGENDA_NUMBER_STRING_TAG" val="2"/>
  <p:tag name="MIO_AGENDA_SHOW_SUBITEMS_LEVEL2_TAG" val="True"/>
  <p:tag name="MIO_AGENDA_SCALEMODE_FIT_TO_SLIDE_TAG" val="True"/>
  <p:tag name="MIO_AGENDA_CREATE_AGENDA_SLIDENUMBERS_TAG" val="True"/>
  <p:tag name="MIO_AGENDA_AUTOMATIC_UPDATE_TAG" val="True"/>
  <p:tag name="MIO_AGENDA_CREATE_SECTIONS_TAG" val="True"/>
  <p:tag name="MIO_EKGUID" val="d9b0a732-6d6c-4fe3-b9e8-6a4a78dae162"/>
  <p:tag name="MIO_GUID" val="89265573-e2b0-4269-9a1e-b099bcdef020"/>
  <p:tag name="MIO_VERSION" val="31.12.9999 23:59:59"/>
  <p:tag name="MIO_DBID" val="fde84254-54db-49e3-9a0e-cde72035d530"/>
  <p:tag name="MIO_LASTDOWNLOADED" val="26.11.2025 15:12:57.152"/>
  <p:tag name="MIO_UPDATE" val="False"/>
</p:tagLst>
</file>

<file path=ppt/tags/tag237.xml><?xml version="1.0" encoding="utf-8"?>
<p:tagLst xmlns:a="http://schemas.openxmlformats.org/drawingml/2006/main" xmlns:r="http://schemas.openxmlformats.org/officeDocument/2006/relationships" xmlns:p="http://schemas.openxmlformats.org/presentationml/2006/main">
  <p:tag name="MIO_SHAPETYPES_AGENDA" val="MIO_AGENDA_TITLE"/>
</p:tagLst>
</file>

<file path=ppt/tags/tag238.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239.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240.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241.xml><?xml version="1.0" encoding="utf-8"?>
<p:tagLst xmlns:a="http://schemas.openxmlformats.org/drawingml/2006/main" xmlns:r="http://schemas.openxmlformats.org/officeDocument/2006/relationships" xmlns:p="http://schemas.openxmlformats.org/presentationml/2006/main">
  <p:tag name="MIO_SHAPETYPES_AGENDA" val="MIO_AGENDA_HIGHLIGHT"/>
</p:tagLst>
</file>

<file path=ppt/tags/tag242.xml><?xml version="1.0" encoding="utf-8"?>
<p:tagLst xmlns:a="http://schemas.openxmlformats.org/drawingml/2006/main" xmlns:r="http://schemas.openxmlformats.org/officeDocument/2006/relationships" xmlns:p="http://schemas.openxmlformats.org/presentationml/2006/main">
  <p:tag name="MIO_SHAPETYPES_AGENDA" val="MIO_AGENDA_HIGHLIGHT_NUMBER"/>
</p:tagLst>
</file>

<file path=ppt/tags/tag243.xml><?xml version="1.0" encoding="utf-8"?>
<p:tagLst xmlns:a="http://schemas.openxmlformats.org/drawingml/2006/main" xmlns:r="http://schemas.openxmlformats.org/officeDocument/2006/relationships" xmlns:p="http://schemas.openxmlformats.org/presentationml/2006/main">
  <p:tag name="MIO_SHAPETYPES_AGENDA" val="MIO_AGENDA_HIGHLIGHT_PAGENUMBER"/>
</p:tagLst>
</file>

<file path=ppt/tags/tag244.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245.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246.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247.xml><?xml version="1.0" encoding="utf-8"?>
<p:tagLst xmlns:a="http://schemas.openxmlformats.org/drawingml/2006/main" xmlns:r="http://schemas.openxmlformats.org/officeDocument/2006/relationships" xmlns:p="http://schemas.openxmlformats.org/presentationml/2006/main">
  <p:tag name="MIO_AGENDA_LEVEL_STRING" val="3"/>
  <p:tag name="MIO_AGENDA_ELEMENTNAME" val="Code Example #2: IPC Semaphores using PDL API"/>
  <p:tag name="MIO_AGENDA_EXPLICIT_ITEM_LEVEL_TAG" val="0"/>
  <p:tag name="MIO_AGENDA_NUMBER_STRING_TAG" val="3"/>
  <p:tag name="MIO_AGENDA_SHOW_SUBITEMS_LEVEL2_TAG" val="True"/>
  <p:tag name="MIO_AGENDA_SCALEMODE_FIT_TO_SLIDE_TAG" val="True"/>
  <p:tag name="MIO_AGENDA_CREATE_AGENDA_SLIDENUMBERS_TAG" val="True"/>
  <p:tag name="MIO_AGENDA_AUTOMATIC_UPDATE_TAG" val="True"/>
  <p:tag name="MIO_AGENDA_CREATE_SECTIONS_TAG" val="True"/>
  <p:tag name="MIO_EKGUID" val="d9b0a732-6d6c-4fe3-b9e8-6a4a78dae162"/>
  <p:tag name="MIO_GUID" val="311b2cb7-ce6c-43a4-bbde-ddb21d5ce37a"/>
  <p:tag name="MIO_VERSION" val="31.12.9999 23:59:59"/>
  <p:tag name="MIO_DBID" val="fde84254-54db-49e3-9a0e-cde72035d530"/>
  <p:tag name="MIO_LASTDOWNLOADED" val="26.11.2025 15:12:57.373"/>
  <p:tag name="MIO_UPDATE" val="False"/>
</p:tagLst>
</file>

<file path=ppt/tags/tag248.xml><?xml version="1.0" encoding="utf-8"?>
<p:tagLst xmlns:a="http://schemas.openxmlformats.org/drawingml/2006/main" xmlns:r="http://schemas.openxmlformats.org/officeDocument/2006/relationships" xmlns:p="http://schemas.openxmlformats.org/presentationml/2006/main">
  <p:tag name="MIO_SHAPETYPES_AGENDA" val="MIO_AGENDA_TITLE"/>
</p:tagLst>
</file>

<file path=ppt/tags/tag249.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250.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251.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252.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253.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254.xml><?xml version="1.0" encoding="utf-8"?>
<p:tagLst xmlns:a="http://schemas.openxmlformats.org/drawingml/2006/main" xmlns:r="http://schemas.openxmlformats.org/officeDocument/2006/relationships" xmlns:p="http://schemas.openxmlformats.org/presentationml/2006/main">
  <p:tag name="MIO_SHAPETYPES_AGENDA" val="MIO_AGENDA_FIRSTELEMENT_PAGENUMBER"/>
</p:tagLst>
</file>

<file path=ppt/tags/tag255.xml><?xml version="1.0" encoding="utf-8"?>
<p:tagLst xmlns:a="http://schemas.openxmlformats.org/drawingml/2006/main" xmlns:r="http://schemas.openxmlformats.org/officeDocument/2006/relationships" xmlns:p="http://schemas.openxmlformats.org/presentationml/2006/main">
  <p:tag name="MIO_SHAPETYPES_AGENDA" val="MIO_AGENDA_HIGHLIGHT"/>
</p:tagLst>
</file>

<file path=ppt/tags/tag256.xml><?xml version="1.0" encoding="utf-8"?>
<p:tagLst xmlns:a="http://schemas.openxmlformats.org/drawingml/2006/main" xmlns:r="http://schemas.openxmlformats.org/officeDocument/2006/relationships" xmlns:p="http://schemas.openxmlformats.org/presentationml/2006/main">
  <p:tag name="MIO_SHAPETYPES_AGENDA" val="MIO_AGENDA_HIGHLIGHT_NUMBER"/>
</p:tagLst>
</file>

<file path=ppt/tags/tag257.xml><?xml version="1.0" encoding="utf-8"?>
<p:tagLst xmlns:a="http://schemas.openxmlformats.org/drawingml/2006/main" xmlns:r="http://schemas.openxmlformats.org/officeDocument/2006/relationships" xmlns:p="http://schemas.openxmlformats.org/presentationml/2006/main">
  <p:tag name="MIO_SHAPETYPES_AGENDA" val="MIO_AGENDA_HIGHLIGHT_PAGENUMBER"/>
</p:tagLst>
</file>

<file path=ppt/theme/theme1.xml><?xml version="1.0" encoding="utf-8"?>
<a:theme xmlns:a="http://schemas.openxmlformats.org/drawingml/2006/main" name="Infineon 16:9">
  <a:themeElements>
    <a:clrScheme name="Infineon 2023 - 2">
      <a:dk1>
        <a:srgbClr val="1D1D1D"/>
      </a:dk1>
      <a:lt1>
        <a:srgbClr val="FFFFFF"/>
      </a:lt1>
      <a:dk2>
        <a:srgbClr val="0A8276"/>
      </a:dk2>
      <a:lt2>
        <a:srgbClr val="8D8786"/>
      </a:lt2>
      <a:accent1>
        <a:srgbClr val="0A8276"/>
      </a:accent1>
      <a:accent2>
        <a:srgbClr val="575352"/>
      </a:accent2>
      <a:accent3>
        <a:srgbClr val="F97414"/>
      </a:accent3>
      <a:accent4>
        <a:srgbClr val="9BBA43"/>
      </a:accent4>
      <a:accent5>
        <a:srgbClr val="FCD442"/>
      </a:accent5>
      <a:accent6>
        <a:srgbClr val="9C216E"/>
      </a:accent6>
      <a:hlink>
        <a:srgbClr val="0A8276"/>
      </a:hlink>
      <a:folHlink>
        <a:srgbClr val="0A8276"/>
      </a:folHlink>
    </a:clrScheme>
    <a:fontScheme name="Infineon">
      <a:majorFont>
        <a:latin typeface="Arial"/>
        <a:ea typeface="Arial Unicode MS"/>
        <a:cs typeface="Arial"/>
      </a:majorFont>
      <a:minorFont>
        <a:latin typeface="Arial"/>
        <a:ea typeface="Arial Unicode MS"/>
        <a:cs typeface="Arial"/>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tx2"/>
        </a:solidFill>
        <a:ln w="9525">
          <a:noFill/>
          <a:miter lim="800000"/>
          <a:headEnd/>
          <a:tailEnd/>
        </a:ln>
      </a:spPr>
      <a:bodyPr wrap="square" lIns="72000" tIns="72000" rIns="72000" bIns="72000" rtlCol="0" anchor="ctr"/>
      <a:lstStyle>
        <a:defPPr algn="ctr" defTabSz="576000" eaLnBrk="0" hangingPunct="0">
          <a:lnSpc>
            <a:spcPct val="120000"/>
          </a:lnSpc>
          <a:defRPr sz="1600" baseline="0" dirty="0">
            <a:solidFill>
              <a:schemeClr val="bg1"/>
            </a:solidFill>
            <a:latin typeface="+mn-lt"/>
            <a:ea typeface="+mn-ea"/>
            <a:cs typeface="+mn-cs"/>
          </a:defRPr>
        </a:defPPr>
      </a:lstStyle>
    </a:spDef>
    <a:lnDef>
      <a:spPr>
        <a:ln w="9525">
          <a:solidFill>
            <a:schemeClr val="bg2"/>
          </a:solidFill>
          <a:tailEnd type="none"/>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effectLst/>
      </a:spPr>
      <a:bodyPr wrap="square" lIns="0" tIns="0" rIns="0" bIns="0" rtlCol="0" anchor="t" anchorCtr="0">
        <a:spAutoFit/>
      </a:bodyPr>
      <a:lstStyle>
        <a:defPPr marL="252000" marR="0" indent="-252000" algn="l" defTabSz="576000" eaLnBrk="0" fontAlgn="auto" latinLnBrk="0" hangingPunct="0">
          <a:lnSpc>
            <a:spcPct val="120000"/>
          </a:lnSpc>
          <a:spcBef>
            <a:spcPts val="0"/>
          </a:spcBef>
          <a:spcAft>
            <a:spcPts val="0"/>
          </a:spcAft>
          <a:buClr>
            <a:schemeClr val="tx2"/>
          </a:buClr>
          <a:buSzTx/>
          <a:buFont typeface="Arial" panose="020B0604020202020204" pitchFamily="34" charset="0"/>
          <a:buChar char="‒"/>
          <a:tabLst/>
          <a:defRPr sz="1800" kern="0" baseline="0" dirty="0">
            <a:latin typeface="+mn-lt"/>
            <a:ea typeface="+mn-ea"/>
            <a:cs typeface="+mn-cs"/>
          </a:defRPr>
        </a:defPPr>
      </a:lstStyle>
    </a:txDef>
  </a:objectDefaults>
  <a:extraClrSchemeLst/>
  <a:custClrLst>
    <a:custClr name="Ocean 100">
      <a:srgbClr val="0A8276"/>
    </a:custClr>
    <a:custClr name="Ocean 80">
      <a:srgbClr val="3B9B91"/>
    </a:custClr>
    <a:custClr name="Ocean 60">
      <a:srgbClr val="6CB4AD"/>
    </a:custClr>
    <a:custClr name="Ocean 40">
      <a:srgbClr val="B8DEDA"/>
    </a:custClr>
    <a:custClr name="White">
      <a:srgbClr val="FFFFFF"/>
    </a:custClr>
    <a:custClr name="White">
      <a:srgbClr val="FFFFFF"/>
    </a:custClr>
    <a:custClr name="White ">
      <a:srgbClr val="FFFFFF"/>
    </a:custClr>
    <a:custClr name="White ">
      <a:srgbClr val="FFFFFF"/>
    </a:custClr>
    <a:custClr name="White ">
      <a:srgbClr val="FFFFFF"/>
    </a:custClr>
    <a:custClr name="White ">
      <a:srgbClr val="FFFFFF"/>
    </a:custClr>
    <a:custClr name="Lawn Main">
      <a:srgbClr val="9BBA43"/>
    </a:custClr>
    <a:custClr name="Berry Main">
      <a:srgbClr val="9C216E"/>
    </a:custClr>
    <a:custClr name="Engineering Main">
      <a:srgbClr val="575352"/>
    </a:custClr>
    <a:custClr name="Sun Main">
      <a:srgbClr val="F97414"/>
    </a:custClr>
    <a:custClr name="Sand Main">
      <a:srgbClr val="FCD442"/>
    </a:custClr>
    <a:custClr name="White">
      <a:srgbClr val="FFFFFF"/>
    </a:custClr>
    <a:custClr name="White ">
      <a:srgbClr val="FFFFFF"/>
    </a:custClr>
    <a:custClr name="White ">
      <a:srgbClr val="FFFFFF"/>
    </a:custClr>
    <a:custClr name="White ">
      <a:srgbClr val="FFFFFF"/>
    </a:custClr>
    <a:custClr name="White ">
      <a:srgbClr val="FFFFFF"/>
    </a:custClr>
    <a:custClr name="Lawn Light">
      <a:srgbClr val="B9D257"/>
    </a:custClr>
    <a:custClr name="Berry Light">
      <a:srgbClr val="BE3283"/>
    </a:custClr>
    <a:custClr name="Engineering Light">
      <a:srgbClr val="8D8786"/>
    </a:custClr>
    <a:custClr name="Sun Light">
      <a:srgbClr val="FF9737"/>
    </a:custClr>
    <a:custClr name="Sand Light">
      <a:srgbClr val="FBE273"/>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Grey 300 ">
      <a:srgbClr val="DCD5D7"/>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Default Theme" id="{C21EDCC5-9554-4396-8A1F-E6CB63A5C47B}" vid="{D4180EAC-3F32-4BC4-A428-C84CC11F67AE}"/>
    </a:ext>
  </a:extLst>
</a:theme>
</file>

<file path=ppt/theme/theme2.xml><?xml version="1.0" encoding="utf-8"?>
<a:theme xmlns:a="http://schemas.openxmlformats.org/drawingml/2006/main" name="Larissa-Design">
  <a:themeElements>
    <a:clrScheme name="Infineon">
      <a:dk1>
        <a:srgbClr val="000000"/>
      </a:dk1>
      <a:lt1>
        <a:srgbClr val="FFFFFF"/>
      </a:lt1>
      <a:dk2>
        <a:srgbClr val="FFE054"/>
      </a:dk2>
      <a:lt2>
        <a:srgbClr val="E9E6E6"/>
      </a:lt2>
      <a:accent1>
        <a:srgbClr val="E30034"/>
      </a:accent1>
      <a:accent2>
        <a:srgbClr val="928285"/>
      </a:accent2>
      <a:accent3>
        <a:srgbClr val="84B6A7"/>
      </a:accent3>
      <a:accent4>
        <a:srgbClr val="AEC067"/>
      </a:accent4>
      <a:accent5>
        <a:srgbClr val="EE813C"/>
      </a:accent5>
      <a:accent6>
        <a:srgbClr val="AB377A"/>
      </a:accent6>
      <a:hlink>
        <a:srgbClr val="1122CC"/>
      </a:hlink>
      <a:folHlink>
        <a:srgbClr val="1122CC"/>
      </a:folHlink>
    </a:clrScheme>
    <a:fontScheme name="Infineon Fonts">
      <a:majorFont>
        <a:latin typeface="Verdana"/>
        <a:ea typeface=""/>
        <a:cs typeface="Verdana"/>
      </a:majorFont>
      <a:minorFont>
        <a:latin typeface="Verdana"/>
        <a:ea typeface=""/>
        <a:cs typeface="Verdana"/>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Infineon_ColorTheme_2012">
      <a:dk1>
        <a:srgbClr val="00214A"/>
      </a:dk1>
      <a:lt1>
        <a:srgbClr val="FFFFFF"/>
      </a:lt1>
      <a:dk2>
        <a:srgbClr val="00214A"/>
      </a:dk2>
      <a:lt2>
        <a:srgbClr val="C8D8E6"/>
      </a:lt2>
      <a:accent1>
        <a:srgbClr val="B70D28"/>
      </a:accent1>
      <a:accent2>
        <a:srgbClr val="E3EBF2"/>
      </a:accent2>
      <a:accent3>
        <a:srgbClr val="005DA9"/>
      </a:accent3>
      <a:accent4>
        <a:srgbClr val="969696"/>
      </a:accent4>
      <a:accent5>
        <a:srgbClr val="FDC400"/>
      </a:accent5>
      <a:accent6>
        <a:srgbClr val="009651"/>
      </a:accent6>
      <a:hlink>
        <a:srgbClr val="1122CC"/>
      </a:hlink>
      <a:folHlink>
        <a:srgbClr val="1122CC"/>
      </a:folHlink>
    </a:clrScheme>
    <a:fontScheme name="Infineon Fonts">
      <a:majorFont>
        <a:latin typeface="Verdana"/>
        <a:ea typeface=""/>
        <a:cs typeface="Verdana"/>
      </a:majorFont>
      <a:minorFont>
        <a:latin typeface="Verdana"/>
        <a:ea typeface=""/>
        <a:cs typeface="Verdana"/>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0347378EA1C7B40B791B4A9FAEBC72E" ma:contentTypeVersion="1" ma:contentTypeDescription="Create a new document." ma:contentTypeScope="" ma:versionID="dac419b5e4b08ef6434e405bf3dae512">
  <xsd:schema xmlns:xsd="http://www.w3.org/2001/XMLSchema" xmlns:xs="http://www.w3.org/2001/XMLSchema" xmlns:p="http://schemas.microsoft.com/office/2006/metadata/properties" xmlns:ns2="0ff2502a-f5fc-4900-8b9d-01d591984867" targetNamespace="http://schemas.microsoft.com/office/2006/metadata/properties" ma:root="true" ma:fieldsID="8df1d2d8bf6da93316c8b7386a9c82fd" ns2:_="">
    <xsd:import namespace="0ff2502a-f5fc-4900-8b9d-01d591984867"/>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f2502a-f5fc-4900-8b9d-01d59198486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A3D29AE-A8A3-402F-BC9A-4FB49B8660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f2502a-f5fc-4900-8b9d-01d5919848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3C6748B-B74E-4BE1-834C-AEBB9BCA18FB}">
  <ds:schemaRefs>
    <ds:schemaRef ds:uri="http://schemas.microsoft.com/sharepoint/v3/contenttype/forms"/>
  </ds:schemaRefs>
</ds:datastoreItem>
</file>

<file path=customXml/itemProps3.xml><?xml version="1.0" encoding="utf-8"?>
<ds:datastoreItem xmlns:ds="http://schemas.openxmlformats.org/officeDocument/2006/customXml" ds:itemID="{D299A1D5-F553-4264-9022-E0136C61CE27}">
  <ds:schemaRefs>
    <ds:schemaRef ds:uri="http://www.w3.org/XML/1998/namespace"/>
    <ds:schemaRef ds:uri="http://purl.org/dc/elements/1.1/"/>
    <ds:schemaRef ds:uri="0ff2502a-f5fc-4900-8b9d-01d591984867"/>
    <ds:schemaRef ds:uri="http://schemas.microsoft.com/office/2006/documentManagement/types"/>
    <ds:schemaRef ds:uri="http://schemas.microsoft.com/office/infopath/2007/PartnerControls"/>
    <ds:schemaRef ds:uri="http://purl.org/dc/terms/"/>
    <ds:schemaRef ds:uri="http://purl.org/dc/dcmitype/"/>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45072</TotalTime>
  <Words>10348</Words>
  <Application>Microsoft Office PowerPoint</Application>
  <PresentationFormat>Widescreen</PresentationFormat>
  <Paragraphs>1102</Paragraphs>
  <Slides>57</Slides>
  <Notes>55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Arial</vt:lpstr>
      <vt:lpstr>Calibri</vt:lpstr>
      <vt:lpstr>Source Sans Pro</vt:lpstr>
      <vt:lpstr>Verdana</vt:lpstr>
      <vt:lpstr>Wingdings</vt:lpstr>
      <vt:lpstr>Infineon 16:9</vt:lpstr>
      <vt:lpstr>E2 - Getting Started with the Development Ecosystem for PSOC™ Edge E84</vt:lpstr>
      <vt:lpstr>Table of contents</vt:lpstr>
      <vt:lpstr>Table of contents</vt:lpstr>
      <vt:lpstr>PSOC™ Edge E84 Resources </vt:lpstr>
      <vt:lpstr>Firmware / Application Development</vt:lpstr>
      <vt:lpstr>Support for IDEs</vt:lpstr>
      <vt:lpstr>Understanding ModusToolbox™ and Zephyr</vt:lpstr>
      <vt:lpstr>Overview of DEEPCRAFT™ Studio and ModusToolbox™ workflow</vt:lpstr>
      <vt:lpstr>Installation support within ModusToolbox™ Setup</vt:lpstr>
      <vt:lpstr>Code Examples with DEEPCRAFT™ and ModusToolbox™ </vt:lpstr>
      <vt:lpstr>DEEPCRAFT™ Studio Model Code Generation</vt:lpstr>
      <vt:lpstr>Tools utilized in this presentation</vt:lpstr>
      <vt:lpstr>Project Creator </vt:lpstr>
      <vt:lpstr>Understanding the Application Structure </vt:lpstr>
      <vt:lpstr>Library Manager </vt:lpstr>
      <vt:lpstr>BSP Configurators </vt:lpstr>
      <vt:lpstr>Device Configurator  </vt:lpstr>
      <vt:lpstr>Device Configurator contd…</vt:lpstr>
      <vt:lpstr>Device Configurator contd…</vt:lpstr>
      <vt:lpstr>Device Configurator contd…</vt:lpstr>
      <vt:lpstr>Device Configurator contd…</vt:lpstr>
      <vt:lpstr>Device Configurator contd…</vt:lpstr>
      <vt:lpstr>Device Configurator contd…</vt:lpstr>
      <vt:lpstr>Device Configurator contd…</vt:lpstr>
      <vt:lpstr>Device Configurator contd…</vt:lpstr>
      <vt:lpstr>Device Configurator contd…</vt:lpstr>
      <vt:lpstr>QSPI Configurator</vt:lpstr>
      <vt:lpstr>SMART I/O Configurator</vt:lpstr>
      <vt:lpstr>Application Booting sequence</vt:lpstr>
      <vt:lpstr>Device lifecycle and provisioning</vt:lpstr>
      <vt:lpstr>Secure and Non-Secure Operating Modes</vt:lpstr>
      <vt:lpstr>Security Domain Assignment</vt:lpstr>
      <vt:lpstr>Edge Protect Configurator </vt:lpstr>
      <vt:lpstr>PSOC™ Edge memory architecture</vt:lpstr>
      <vt:lpstr>Linker Scripts </vt:lpstr>
      <vt:lpstr>Firmware/application development :Software Resources</vt:lpstr>
      <vt:lpstr>Firmware/application development : Software Resources</vt:lpstr>
      <vt:lpstr>Firmware/application development : Software Resources</vt:lpstr>
      <vt:lpstr>Firmware/application development : Software Resources</vt:lpstr>
      <vt:lpstr>  FreeRTOS support with ModusToolbox™</vt:lpstr>
      <vt:lpstr>PSOC™ Edge E84 MCU development kit – Top View </vt:lpstr>
      <vt:lpstr>PSOC™ Edge E84 MCU development kit – Back View </vt:lpstr>
      <vt:lpstr>PSOC™ Edge E84 MCU SOM – Top View</vt:lpstr>
      <vt:lpstr>PSOC™ Edge E84 MCU SOM – Bottom View</vt:lpstr>
      <vt:lpstr>Programming/debugging</vt:lpstr>
      <vt:lpstr>Table of contents</vt:lpstr>
      <vt:lpstr>LAB1: Hello world + Blinky  </vt:lpstr>
      <vt:lpstr>Description of Hello World + Blinky example </vt:lpstr>
      <vt:lpstr>Using Device Configurator</vt:lpstr>
      <vt:lpstr>Table of contents</vt:lpstr>
      <vt:lpstr>Overview of IPC </vt:lpstr>
      <vt:lpstr>Block Diagram of IPC PDL</vt:lpstr>
      <vt:lpstr>IPC PDL (Peripheral Abstraction Layer) Functions</vt:lpstr>
      <vt:lpstr>Flow chart </vt:lpstr>
      <vt:lpstr>LAB2: IPC Semaphores using PDL  </vt:lpstr>
      <vt:lpstr>Revision history</vt:lpstr>
      <vt:lpstr>PowerPoint Presentation</vt:lpstr>
    </vt:vector>
  </TitlesOfParts>
  <Company>Infineon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Getting Started with the Development Ecosystem for PSOC™ Edge E84 customer training workshop</dc:title>
  <dc:subject>Customer training workshop (CTW)</dc:subject>
  <dc:creator>Infineon Technologies AG</dc:creator>
  <cp:keywords>PSOC Edge, ModusToolbox, Deepcraft</cp:keywords>
  <cp:lastModifiedBy>Reynoso Luis (CSS ICW MCU APP CES)</cp:lastModifiedBy>
  <cp:revision>1064</cp:revision>
  <cp:lastPrinted>2023-10-09T12:24:17Z</cp:lastPrinted>
  <dcterms:created xsi:type="dcterms:W3CDTF">2023-08-09T08:50:02Z</dcterms:created>
  <dcterms:modified xsi:type="dcterms:W3CDTF">2025-12-11T03:14:30Z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ID">
    <vt:lpwstr/>
  </property>
  <property fmtid="{D5CDD505-2E9C-101B-9397-08002B2CF9AE}" pid="3" name="DocumentVersion">
    <vt:lpwstr/>
  </property>
  <property fmtid="{D5CDD505-2E9C-101B-9397-08002B2CF9AE}" pid="4" name="Proprietary">
    <vt:lpwstr/>
  </property>
  <property fmtid="{D5CDD505-2E9C-101B-9397-08002B2CF9AE}" pid="5" name="ConfidentialityMarking">
    <vt:lpwstr>public</vt:lpwstr>
  </property>
  <property fmtid="{D5CDD505-2E9C-101B-9397-08002B2CF9AE}" pid="6" name="AdditionalMarking">
    <vt:lpwstr/>
  </property>
  <property fmtid="{D5CDD505-2E9C-101B-9397-08002B2CF9AE}" pid="7" name="TemplateCompany">
    <vt:lpwstr>IFX</vt:lpwstr>
  </property>
  <property fmtid="{D5CDD505-2E9C-101B-9397-08002B2CF9AE}" pid="8" name="ContentTypeId">
    <vt:lpwstr>0x01010030347378EA1C7B40B791B4A9FAEBC72E</vt:lpwstr>
  </property>
  <property fmtid="{D5CDD505-2E9C-101B-9397-08002B2CF9AE}" pid="9" name="empower.integration.Classification.DocumentId">
    <vt:lpwstr/>
  </property>
  <property fmtid="{D5CDD505-2E9C-101B-9397-08002B2CF9AE}" pid="10" name="empower.integration.Classification.DocumentVersion">
    <vt:lpwstr/>
  </property>
  <property fmtid="{D5CDD505-2E9C-101B-9397-08002B2CF9AE}" pid="11" name="empower.integration.Classification.DocumentOwner">
    <vt:lpwstr/>
  </property>
  <property fmtid="{D5CDD505-2E9C-101B-9397-08002B2CF9AE}" pid="12" name="empower.integration.Classification.ShowFooter">
    <vt:bool>true</vt:bool>
  </property>
  <property fmtid="{D5CDD505-2E9C-101B-9397-08002B2CF9AE}" pid="13" name="empower.integration.Classification.RestrictionLevel">
    <vt:i4>-1</vt:i4>
  </property>
  <property fmtid="{D5CDD505-2E9C-101B-9397-08002B2CF9AE}" pid="14" name="empower.integration.Classification.FooterDate">
    <vt:filetime>2025-11-12T03:08:39Z</vt:filetime>
  </property>
  <property fmtid="{D5CDD505-2E9C-101B-9397-08002B2CF9AE}" pid="15" name="empower.integration.Classification.DateFormat">
    <vt:lpwstr>d MMM yyyy</vt:lpwstr>
  </property>
  <property fmtid="{D5CDD505-2E9C-101B-9397-08002B2CF9AE}" pid="16" name="empower.integration.Classification.IsDraft">
    <vt:bool>false</vt:bool>
  </property>
  <property fmtid="{D5CDD505-2E9C-101B-9397-08002B2CF9AE}" pid="17" name="empower.integration.Classification.IsProprietary">
    <vt:bool>false</vt:bool>
  </property>
  <property fmtid="{D5CDD505-2E9C-101B-9397-08002B2CF9AE}" pid="18" name="empower.integration.Classification.HasAdditionalMarking">
    <vt:bool>false</vt:bool>
  </property>
  <property fmtid="{D5CDD505-2E9C-101B-9397-08002B2CF9AE}" pid="19" name="empower.integration.Classification.AdditionalMarking">
    <vt:lpwstr/>
  </property>
  <property fmtid="{D5CDD505-2E9C-101B-9397-08002B2CF9AE}" pid="20" name="empower.integration.Classification.IsEmpowerClassified">
    <vt:bool>true</vt:bool>
  </property>
  <property fmtid="{D5CDD505-2E9C-101B-9397-08002B2CF9AE}" pid="21" name="empower_migrated_document">
    <vt:lpwstr>true</vt:lpwstr>
  </property>
  <property fmtid="{D5CDD505-2E9C-101B-9397-08002B2CF9AE}" pid="22" name="MSIP_Label_56324211-5033-4782-8e72-c0d1146c3a50_Enabled">
    <vt:bool>true</vt:bool>
  </property>
  <property fmtid="{D5CDD505-2E9C-101B-9397-08002B2CF9AE}" pid="23" name="MSIP_Label_56324211-5033-4782-8e72-c0d1146c3a50_SetDate">
    <vt:lpwstr>2025-11-12 03:08:42Z</vt:lpwstr>
  </property>
  <property fmtid="{D5CDD505-2E9C-101B-9397-08002B2CF9AE}" pid="24" name="MSIP_Label_56324211-5033-4782-8e72-c0d1146c3a50_Method">
    <vt:lpwstr>Privileged</vt:lpwstr>
  </property>
  <property fmtid="{D5CDD505-2E9C-101B-9397-08002B2CF9AE}" pid="25" name="MSIP_Label_56324211-5033-4782-8e72-c0d1146c3a50_Name">
    <vt:lpwstr>56324211-5033-4782-8e72-c0d1146c3a50</vt:lpwstr>
  </property>
  <property fmtid="{D5CDD505-2E9C-101B-9397-08002B2CF9AE}" pid="26" name="MSIP_Label_56324211-5033-4782-8e72-c0d1146c3a50_SiteId">
    <vt:lpwstr>eeb8d0e8-3544-41d3-aac6-934c309faf5a</vt:lpwstr>
  </property>
  <property fmtid="{D5CDD505-2E9C-101B-9397-08002B2CF9AE}" pid="27" name="MSIP_Label_56324211-5033-4782-8e72-c0d1146c3a50_ActionId">
    <vt:lpwstr>b325a614-f034-4140-a89d-9cae05ed4ed5</vt:lpwstr>
  </property>
  <property fmtid="{D5CDD505-2E9C-101B-9397-08002B2CF9AE}" pid="28" name="MSIP_Label_56324211-5033-4782-8e72-c0d1146c3a50_ContentBits">
    <vt:lpwstr>0</vt:lpwstr>
  </property>
  <property fmtid="{D5CDD505-2E9C-101B-9397-08002B2CF9AE}" pid="29" name="Date completed">
    <vt:filetime>2025-10-12T10:00:00Z</vt:filetime>
  </property>
</Properties>
</file>