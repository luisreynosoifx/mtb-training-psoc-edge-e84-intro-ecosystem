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heme/theme2.xml" ContentType="application/vnd.openxmlformats-officedocument.them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heme/theme3.xml" ContentType="application/vnd.openxmlformats-officedocument.them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7" r:id="rId4"/>
  </p:sldMasterIdLst>
  <p:notesMasterIdLst>
    <p:notesMasterId r:id="rId67"/>
  </p:notesMasterIdLst>
  <p:handoutMasterIdLst>
    <p:handoutMasterId r:id="rId68"/>
  </p:handoutMasterIdLst>
  <p:sldIdLst>
    <p:sldId id="2076137255" r:id="rId5"/>
    <p:sldId id="2076137257" r:id="rId6"/>
    <p:sldId id="2076137258" r:id="rId7"/>
    <p:sldId id="2076137259" r:id="rId8"/>
    <p:sldId id="2076137260" r:id="rId9"/>
    <p:sldId id="2076137261" r:id="rId10"/>
    <p:sldId id="2076137262" r:id="rId11"/>
    <p:sldId id="2076137263" r:id="rId12"/>
    <p:sldId id="2076137264" r:id="rId13"/>
    <p:sldId id="2076137265" r:id="rId14"/>
    <p:sldId id="2076137266" r:id="rId15"/>
    <p:sldId id="2076137267" r:id="rId16"/>
    <p:sldId id="2076137268" r:id="rId17"/>
    <p:sldId id="2076137269" r:id="rId18"/>
    <p:sldId id="2076137270" r:id="rId19"/>
    <p:sldId id="2076137271" r:id="rId20"/>
    <p:sldId id="2076137272" r:id="rId21"/>
    <p:sldId id="2076137273" r:id="rId22"/>
    <p:sldId id="2076137274" r:id="rId23"/>
    <p:sldId id="2076137275" r:id="rId24"/>
    <p:sldId id="2076137276" r:id="rId25"/>
    <p:sldId id="2076137277" r:id="rId26"/>
    <p:sldId id="2076137278" r:id="rId27"/>
    <p:sldId id="2076137279" r:id="rId28"/>
    <p:sldId id="2076137280" r:id="rId29"/>
    <p:sldId id="2076137281" r:id="rId30"/>
    <p:sldId id="2076137282" r:id="rId31"/>
    <p:sldId id="2076137283" r:id="rId32"/>
    <p:sldId id="2076137284" r:id="rId33"/>
    <p:sldId id="2076137285" r:id="rId34"/>
    <p:sldId id="2076137286" r:id="rId35"/>
    <p:sldId id="2076137287" r:id="rId36"/>
    <p:sldId id="2076137288" r:id="rId37"/>
    <p:sldId id="2076137289" r:id="rId38"/>
    <p:sldId id="2076137290" r:id="rId39"/>
    <p:sldId id="2076137291" r:id="rId40"/>
    <p:sldId id="2076137292" r:id="rId41"/>
    <p:sldId id="2076137293" r:id="rId42"/>
    <p:sldId id="2076137294" r:id="rId43"/>
    <p:sldId id="2076137295" r:id="rId44"/>
    <p:sldId id="2076137296" r:id="rId45"/>
    <p:sldId id="2076137297" r:id="rId46"/>
    <p:sldId id="2076137298" r:id="rId47"/>
    <p:sldId id="2076137299" r:id="rId48"/>
    <p:sldId id="2076137300" r:id="rId49"/>
    <p:sldId id="2076137301" r:id="rId50"/>
    <p:sldId id="2076137302" r:id="rId51"/>
    <p:sldId id="2076137303" r:id="rId52"/>
    <p:sldId id="2076137304" r:id="rId53"/>
    <p:sldId id="2076137305" r:id="rId54"/>
    <p:sldId id="2076137306" r:id="rId55"/>
    <p:sldId id="2076137307" r:id="rId56"/>
    <p:sldId id="2076137308" r:id="rId57"/>
    <p:sldId id="2076137309" r:id="rId58"/>
    <p:sldId id="2076137310" r:id="rId59"/>
    <p:sldId id="2076137311" r:id="rId60"/>
    <p:sldId id="2076137312" r:id="rId61"/>
    <p:sldId id="2076137313" r:id="rId62"/>
    <p:sldId id="2076137314" r:id="rId63"/>
    <p:sldId id="2076137315" r:id="rId64"/>
    <p:sldId id="2076137316" r:id="rId65"/>
    <p:sldId id="2076137317" r:id="rId66"/>
  </p:sldIdLst>
  <p:sldSz cx="12192000" cy="6858000"/>
  <p:notesSz cx="7104063" cy="10234613"/>
  <p:custDataLst>
    <p:tags r:id="rId69"/>
  </p:custDataLst>
  <p:defaultTex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187" userDrawn="1">
          <p15:clr>
            <a:srgbClr val="A4A3A4"/>
          </p15:clr>
        </p15:guide>
        <p15:guide id="2" orient="horz" pos="638" userDrawn="1">
          <p15:clr>
            <a:srgbClr val="A4A3A4"/>
          </p15:clr>
        </p15:guide>
        <p15:guide id="3" orient="horz" pos="453" userDrawn="1">
          <p15:clr>
            <a:srgbClr val="A4A3A4"/>
          </p15:clr>
        </p15:guide>
        <p15:guide id="4" orient="horz" pos="6262" userDrawn="1">
          <p15:clr>
            <a:srgbClr val="A4A3A4"/>
          </p15:clr>
        </p15:guide>
        <p15:guide id="5" pos="4189" userDrawn="1">
          <p15:clr>
            <a:srgbClr val="A4A3A4"/>
          </p15:clr>
        </p15:guide>
        <p15:guide id="6" pos="286" userDrawn="1">
          <p15:clr>
            <a:srgbClr val="A4A3A4"/>
          </p15:clr>
        </p15:guide>
        <p15:guide id="7" pos="831" userDrawn="1">
          <p15:clr>
            <a:srgbClr val="A4A3A4"/>
          </p15:clr>
        </p15:guide>
        <p15:guide id="8" pos="387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FDC7A1"/>
    <a:srgbClr val="CD5C12"/>
    <a:srgbClr val="FFFFFF"/>
    <a:srgbClr val="EFF3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a:tblStyle styleId="{21E4AEA4-8DFA-4A89-87EB-49C32662AFE0}" styleName="Medium Style 2 - Accent 2">
    <a:wholeTbl>
      <a:tcTxStyle>
        <a:fontRef idx="minor">
          <a:prstClr val="black"/>
        </a:fontRef>
        <a:schemeClr val="dk1"/>
      </a:tcTxStyle>
      <a:tcStyle>
        <a:tcBdr>
          <a:left>
            <a:ln w="9525" cmpd="sng">
              <a:solidFill>
                <a:schemeClr val="lt1"/>
              </a:solidFill>
            </a:ln>
          </a:left>
          <a:right>
            <a:ln w="9525" cmpd="sng">
              <a:solidFill>
                <a:srgbClr val="FFFFFF"/>
              </a:solidFill>
            </a:ln>
          </a:right>
          <a:top>
            <a:ln w="9525" cmpd="sng">
              <a:solidFill>
                <a:srgbClr val="FFFFFF"/>
              </a:solidFill>
            </a:ln>
          </a:top>
          <a:bottom>
            <a:ln w="9525" cmpd="sng">
              <a:solidFill>
                <a:srgbClr val="FFFFFF"/>
              </a:solidFill>
            </a:ln>
          </a:bottom>
          <a:insideH>
            <a:ln w="9525" cmpd="sng">
              <a:solidFill>
                <a:srgbClr val="FFFFFF"/>
              </a:solidFill>
            </a:ln>
          </a:insideH>
          <a:insideV>
            <a:ln w="9525" cmpd="sng">
              <a:solidFill>
                <a:srgbClr val="FFFFFF"/>
              </a:solidFill>
            </a:ln>
          </a:insideV>
        </a:tcBdr>
        <a:fill>
          <a:solidFill>
            <a:schemeClr val="lt2"/>
          </a:solidFill>
        </a:fill>
      </a:tcStyle>
    </a:wholeTbl>
    <a:band1H>
      <a:tcStyle>
        <a:tcBdr/>
      </a:tcStyle>
    </a:band1H>
    <a:band2H>
      <a:tcTxStyle>
        <a:fontRef idx="minor">
          <a:prstClr val="white"/>
        </a:fontRef>
        <a:schemeClr val="lt1"/>
      </a:tcTxStyle>
      <a:tcStyle>
        <a:tcBdr/>
        <a:fill>
          <a:solidFill>
            <a:schemeClr val="accent2"/>
          </a:solidFill>
        </a:fill>
      </a:tcStyle>
    </a:band2H>
    <a:band1V>
      <a:tcStyle>
        <a:tcBdr/>
      </a:tcStyle>
    </a:band1V>
    <a:band2V>
      <a:tcTxStyle>
        <a:fontRef idx="minor">
          <a:prstClr val="white"/>
        </a:fontRef>
        <a:schemeClr val="lt1"/>
      </a:tcTxStyle>
      <a:tcStyle>
        <a:tcBdr/>
        <a:fill>
          <a:solidFill>
            <a:schemeClr val="accent2"/>
          </a:solidFill>
        </a:fill>
      </a:tcStyle>
    </a:band2V>
    <a:lastCol>
      <a:tcTxStyle b="on">
        <a:fontRef idx="minor">
          <a:prstClr val="white"/>
        </a:fontRef>
        <a:schemeClr val="lt1"/>
      </a:tcTxStyle>
      <a:tcStyle>
        <a:tcBdr/>
        <a:fill>
          <a:solidFill>
            <a:schemeClr val="accent2"/>
          </a:solidFill>
        </a:fill>
      </a:tcStyle>
    </a:lastCol>
    <a:firstCol>
      <a:tcTxStyle b="on">
        <a:fontRef idx="minor">
          <a:prstClr val="white"/>
        </a:fontRef>
        <a:schemeClr val="lt1"/>
      </a:tcTxStyle>
      <a:tcStyle>
        <a:tcBdr/>
        <a:fill>
          <a:solidFill>
            <a:schemeClr val="accent2"/>
          </a:solidFill>
        </a:fill>
      </a:tcStyle>
    </a:firstCol>
    <a:lastRow>
      <a:tcTxStyle b="on">
        <a:fontRef idx="minor">
          <a:prstClr val="white"/>
        </a:fontRef>
        <a:schemeClr val="lt1"/>
      </a:tcTxStyle>
      <a:tcStyle>
        <a:tcBdr/>
        <a:fill>
          <a:solidFill>
            <a:schemeClr val="accent2"/>
          </a:solidFill>
        </a:fill>
      </a:tcStyle>
    </a:lastRow>
    <a:firstRow>
      <a:tcTxStyle b="on">
        <a:fontRef idx="minor">
          <a:prstClr val="white"/>
        </a:fontRef>
        <a:schemeClr val="lt1"/>
      </a:tcTxStyle>
      <a:tcStyle>
        <a:tcBdr/>
        <a:fill>
          <a:solidFill>
            <a:schemeClr val="accent2"/>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24" autoAdjust="0"/>
    <p:restoredTop sz="75311" autoAdjust="0"/>
  </p:normalViewPr>
  <p:slideViewPr>
    <p:cSldViewPr snapToObjects="1" showGuides="1">
      <p:cViewPr varScale="1">
        <p:scale>
          <a:sx n="122" d="100"/>
          <a:sy n="122" d="100"/>
        </p:scale>
        <p:origin x="2112" y="96"/>
      </p:cViewPr>
      <p:guideLst>
        <p:guide pos="3840"/>
        <p:guide orient="horz" pos="2160"/>
      </p:guideLst>
    </p:cSldViewPr>
  </p:slideViewPr>
  <p:outlineViewPr>
    <p:cViewPr>
      <p:scale>
        <a:sx n="33" d="100"/>
        <a:sy n="33" d="100"/>
      </p:scale>
      <p:origin x="0" y="-2964"/>
    </p:cViewPr>
  </p:outlineViewPr>
  <p:notesTextViewPr>
    <p:cViewPr>
      <p:scale>
        <a:sx n="3" d="2"/>
        <a:sy n="3" d="2"/>
      </p:scale>
      <p:origin x="0" y="0"/>
    </p:cViewPr>
  </p:notesTextViewPr>
  <p:sorterViewPr>
    <p:cViewPr>
      <p:scale>
        <a:sx n="200" d="100"/>
        <a:sy n="200" d="100"/>
      </p:scale>
      <p:origin x="0" y="0"/>
    </p:cViewPr>
  </p:sorterViewPr>
  <p:notesViewPr>
    <p:cSldViewPr snapToObjects="1" showGuides="1">
      <p:cViewPr varScale="1">
        <p:scale>
          <a:sx n="105" d="100"/>
          <a:sy n="105" d="100"/>
        </p:scale>
        <p:origin x="2694" y="132"/>
      </p:cViewPr>
      <p:guideLst>
        <p:guide orient="horz" pos="187"/>
        <p:guide orient="horz" pos="638"/>
        <p:guide orient="horz" pos="453"/>
        <p:guide orient="horz" pos="6262"/>
        <p:guide pos="4189"/>
        <p:guide pos="286"/>
        <p:guide pos="831"/>
        <p:guide pos="387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8" Type="http://schemas.openxmlformats.org/officeDocument/2006/relationships/tags" Target="../tags/tag211.xml"/><Relationship Id="rId3" Type="http://schemas.openxmlformats.org/officeDocument/2006/relationships/tags" Target="../tags/tag206.xml"/><Relationship Id="rId7" Type="http://schemas.openxmlformats.org/officeDocument/2006/relationships/tags" Target="../tags/tag210.xml"/><Relationship Id="rId12" Type="http://schemas.openxmlformats.org/officeDocument/2006/relationships/image" Target="../media/image11.png"/><Relationship Id="rId2" Type="http://schemas.openxmlformats.org/officeDocument/2006/relationships/tags" Target="../tags/tag205.xml"/><Relationship Id="rId1" Type="http://schemas.openxmlformats.org/officeDocument/2006/relationships/theme" Target="../theme/theme3.xml"/><Relationship Id="rId6" Type="http://schemas.openxmlformats.org/officeDocument/2006/relationships/tags" Target="../tags/tag209.xml"/><Relationship Id="rId11" Type="http://schemas.openxmlformats.org/officeDocument/2006/relationships/tags" Target="../tags/tag214.xml"/><Relationship Id="rId5" Type="http://schemas.openxmlformats.org/officeDocument/2006/relationships/tags" Target="../tags/tag208.xml"/><Relationship Id="rId10" Type="http://schemas.openxmlformats.org/officeDocument/2006/relationships/tags" Target="../tags/tag213.xml"/><Relationship Id="rId4" Type="http://schemas.openxmlformats.org/officeDocument/2006/relationships/tags" Target="../tags/tag207.xml"/><Relationship Id="rId9" Type="http://schemas.openxmlformats.org/officeDocument/2006/relationships/tags" Target="../tags/tag2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Header Placeholder" hidden="1"/>
          <p:cNvSpPr>
            <a:spLocks noGrp="1" noChangeArrowheads="1"/>
          </p:cNvSpPr>
          <p:nvPr>
            <p:ph type="hdr" sz="quarter"/>
            <p:custDataLst>
              <p:tags r:id="rId2"/>
            </p:custDataLst>
          </p:nvPr>
        </p:nvSpPr>
        <p:spPr bwMode="auto">
          <a:xfrm>
            <a:off x="7104063" y="0"/>
            <a:ext cx="0" cy="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955819">
              <a:defRPr sz="1200">
                <a:latin typeface="Tahoma" pitchFamily="34" charset="0"/>
              </a:defRPr>
            </a:lvl1pPr>
          </a:lstStyle>
          <a:p>
            <a:endParaRPr lang="en-US" sz="100" dirty="0">
              <a:noFill/>
              <a:latin typeface="Arial" panose="020B0604020202020204" pitchFamily="34" charset="0"/>
              <a:cs typeface="Arial" panose="020B0604020202020204" pitchFamily="34" charset="0"/>
            </a:endParaRPr>
          </a:p>
        </p:txBody>
      </p:sp>
      <p:sp>
        <p:nvSpPr>
          <p:cNvPr id="7" name="Footer Placeholder" hidden="1"/>
          <p:cNvSpPr>
            <a:spLocks noGrp="1"/>
          </p:cNvSpPr>
          <p:nvPr>
            <p:ph type="ftr" sz="quarter" idx="2"/>
            <p:custDataLst>
              <p:tags r:id="rId3"/>
            </p:custDataLst>
          </p:nvPr>
        </p:nvSpPr>
        <p:spPr>
          <a:xfrm>
            <a:off x="7104063" y="10234613"/>
            <a:ext cx="0" cy="0"/>
          </a:xfrm>
          <a:prstGeom prst="rect">
            <a:avLst/>
          </a:prstGeom>
        </p:spPr>
        <p:txBody>
          <a:bodyPr vert="horz" lIns="91440" tIns="45720" rIns="91440" bIns="45720" rtlCol="0" anchor="ctr"/>
          <a:lstStyle>
            <a:lvl1pPr algn="l">
              <a:defRPr sz="1200"/>
            </a:lvl1pPr>
          </a:lstStyle>
          <a:p>
            <a:pPr algn="ctr"/>
            <a:r>
              <a:rPr lang="en-US" sz="100" dirty="0">
                <a:noFill/>
                <a:latin typeface="Arial" panose="020B0604020202020204" pitchFamily="34" charset="0"/>
                <a:ea typeface="Verdana" pitchFamily="34" charset="0"/>
                <a:cs typeface="Arial" panose="020B0604020202020204" pitchFamily="34" charset="0"/>
              </a:rPr>
              <a:t>Copyright © Infineon Technologies AG 2020. All rights reserved.</a:t>
            </a:r>
          </a:p>
          <a:p>
            <a:pPr algn="ctr"/>
            <a:r>
              <a:rPr lang="en-US" sz="100" b="1" dirty="0">
                <a:noFill/>
                <a:latin typeface="Arial" panose="020B0604020202020204" pitchFamily="34" charset="0"/>
                <a:ea typeface="Verdana" pitchFamily="34" charset="0"/>
                <a:cs typeface="Arial" panose="020B0604020202020204" pitchFamily="34" charset="0"/>
              </a:rPr>
              <a:t>restricted</a:t>
            </a:r>
          </a:p>
        </p:txBody>
      </p:sp>
      <p:sp>
        <p:nvSpPr>
          <p:cNvPr id="9" name="Date Placeholder" hidden="1"/>
          <p:cNvSpPr>
            <a:spLocks noGrp="1"/>
          </p:cNvSpPr>
          <p:nvPr>
            <p:ph type="dt" sz="quarter" idx="1"/>
            <p:custDataLst>
              <p:tags r:id="rId4"/>
            </p:custDataLst>
          </p:nvPr>
        </p:nvSpPr>
        <p:spPr>
          <a:xfrm>
            <a:off x="7104063" y="10234613"/>
            <a:ext cx="0" cy="0"/>
          </a:xfrm>
          <a:prstGeom prst="rect">
            <a:avLst/>
          </a:prstGeom>
        </p:spPr>
        <p:txBody>
          <a:bodyPr vert="horz" lIns="91440" tIns="45720" rIns="91440" bIns="45720" rtlCol="0" anchor="ctr"/>
          <a:lstStyle>
            <a:lvl1pPr algn="r">
              <a:defRPr sz="1200"/>
            </a:lvl1pPr>
          </a:lstStyle>
          <a:p>
            <a:pPr algn="l"/>
            <a:fld id="{A8F4C974-FF7A-4D7E-875F-E87C01A76215}" type="datetime7">
              <a:rPr lang="en-US" sz="100" smtClean="0">
                <a:noFill/>
                <a:latin typeface="Arial" panose="020B0604020202020204" pitchFamily="34" charset="0"/>
                <a:ea typeface="Verdana" pitchFamily="34" charset="0"/>
                <a:cs typeface="Arial" panose="020B0604020202020204" pitchFamily="34" charset="0"/>
              </a:rPr>
              <a:t>Oct-25</a:t>
            </a:fld>
            <a:endParaRPr lang="en-US" sz="100" dirty="0">
              <a:noFill/>
              <a:latin typeface="Arial" panose="020B0604020202020204" pitchFamily="34" charset="0"/>
              <a:ea typeface="Verdana" pitchFamily="34" charset="0"/>
              <a:cs typeface="Arial" panose="020B0604020202020204" pitchFamily="34" charset="0"/>
            </a:endParaRPr>
          </a:p>
        </p:txBody>
      </p:sp>
      <p:sp>
        <p:nvSpPr>
          <p:cNvPr id="10" name="Slide Number Placeholder"/>
          <p:cNvSpPr>
            <a:spLocks noGrp="1"/>
          </p:cNvSpPr>
          <p:nvPr>
            <p:ph type="sldNum" sz="quarter" idx="3"/>
          </p:nvPr>
        </p:nvSpPr>
        <p:spPr>
          <a:xfrm>
            <a:off x="6001946" y="9833798"/>
            <a:ext cx="612411" cy="288000"/>
          </a:xfrm>
          <a:prstGeom prst="rect">
            <a:avLst/>
          </a:prstGeom>
        </p:spPr>
        <p:txBody>
          <a:bodyPr vert="horz" lIns="0" tIns="0" rIns="0" bIns="0" rtlCol="0" anchor="ctr"/>
          <a:lstStyle>
            <a:lvl1pPr algn="r">
              <a:defRPr sz="1200"/>
            </a:lvl1pPr>
          </a:lstStyle>
          <a:p>
            <a:fld id="{4F5EA4BF-E9AE-43AF-B3B0-E8B2B4D213BF}" type="slidenum">
              <a:rPr lang="en-US" sz="800">
                <a:solidFill>
                  <a:srgbClr val="928285"/>
                </a:solidFill>
                <a:latin typeface="Arial" panose="020B0604020202020204" pitchFamily="34" charset="0"/>
                <a:ea typeface="Verdana" pitchFamily="34" charset="0"/>
                <a:cs typeface="Arial" panose="020B0604020202020204" pitchFamily="34" charset="0"/>
              </a:rPr>
              <a:pPr/>
              <a:t>‹#›</a:t>
            </a:fld>
            <a:endParaRPr lang="en-US" sz="80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2" name="empower_document_placeholder" hidden="1">
            <a:extLst>
              <a:ext uri="{FF2B5EF4-FFF2-40B4-BE49-F238E27FC236}">
                <a16:creationId xmlns:a16="http://schemas.microsoft.com/office/drawing/2014/main" id="{AB77BC53-8E05-4977-B193-6A6AD69A870A}"/>
              </a:ext>
            </a:extLst>
          </p:cNvPr>
          <p:cNvSpPr txBox="1"/>
          <p:nvPr userDrawn="1">
            <p:custDataLst>
              <p:tags r:id="rId5"/>
            </p:custDataLst>
          </p:nvPr>
        </p:nvSpPr>
        <p:spPr bwMode="auto">
          <a:xfrm>
            <a:off x="489638" y="426585"/>
            <a:ext cx="2593739"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[Owner:   Doc ID:   Vers.: ]</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3" name="empower_proprietary_placeholder" hidden="1">
            <a:extLst>
              <a:ext uri="{FF2B5EF4-FFF2-40B4-BE49-F238E27FC236}">
                <a16:creationId xmlns:a16="http://schemas.microsoft.com/office/drawing/2014/main" id="{8A3F532B-9233-4B6C-A1AE-20F78C1A46B8}"/>
              </a:ext>
            </a:extLst>
          </p:cNvPr>
          <p:cNvSpPr txBox="1"/>
          <p:nvPr userDrawn="1">
            <p:custDataLst>
              <p:tags r:id="rId6"/>
            </p:custDataLst>
          </p:nvPr>
        </p:nvSpPr>
        <p:spPr bwMode="auto">
          <a:xfrm>
            <a:off x="5641705" y="9545798"/>
            <a:ext cx="972652"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Infineon Proprietary</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4" name="empower_draft_placeholder" hidden="1">
            <a:extLst>
              <a:ext uri="{FF2B5EF4-FFF2-40B4-BE49-F238E27FC236}">
                <a16:creationId xmlns:a16="http://schemas.microsoft.com/office/drawing/2014/main" id="{707F235E-2AB2-45AA-AAE4-3CA5D9E6B283}"/>
              </a:ext>
            </a:extLst>
          </p:cNvPr>
          <p:cNvSpPr txBox="1"/>
          <p:nvPr userDrawn="1">
            <p:custDataLst>
              <p:tags r:id="rId7"/>
            </p:custDataLst>
          </p:nvPr>
        </p:nvSpPr>
        <p:spPr bwMode="auto">
          <a:xfrm>
            <a:off x="489638" y="9545798"/>
            <a:ext cx="360604"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 DRAFT -</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5" name="empower_footer_placeholder">
            <a:extLst>
              <a:ext uri="{FF2B5EF4-FFF2-40B4-BE49-F238E27FC236}">
                <a16:creationId xmlns:a16="http://schemas.microsoft.com/office/drawing/2014/main" id="{5B6337D7-EF4A-437B-98C9-7A76CBDDE797}"/>
              </a:ext>
            </a:extLst>
          </p:cNvPr>
          <p:cNvSpPr txBox="1"/>
          <p:nvPr userDrawn="1">
            <p:custDataLst>
              <p:tags r:id="rId8"/>
            </p:custDataLst>
          </p:nvPr>
        </p:nvSpPr>
        <p:spPr bwMode="auto">
          <a:xfrm>
            <a:off x="2002823" y="9833798"/>
            <a:ext cx="309842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a:solidFill>
                  <a:srgbClr val="928285"/>
                </a:solidFill>
                <a:latin typeface="Arial" panose="020B0604020202020204" pitchFamily="34" charset="0"/>
                <a:ea typeface="Verdana" pitchFamily="34" charset="0"/>
                <a:cs typeface="Arial" panose="020B0604020202020204" pitchFamily="34" charset="0"/>
              </a:rPr>
              <a:t>Copyright © Infineon Technologies AG 2025. All rights reserved.</a:t>
            </a:r>
            <a:endParaRPr lang="en-US"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16" name="empower_classification_attention_placeholder">
            <a:extLst>
              <a:ext uri="{FF2B5EF4-FFF2-40B4-BE49-F238E27FC236}">
                <a16:creationId xmlns:a16="http://schemas.microsoft.com/office/drawing/2014/main" id="{07AA87B6-2D72-4228-A7D0-DDCA437050BF}"/>
              </a:ext>
            </a:extLst>
          </p:cNvPr>
          <p:cNvSpPr txBox="1"/>
          <p:nvPr userDrawn="1">
            <p:custDataLst>
              <p:tags r:id="rId9"/>
            </p:custDataLst>
          </p:nvPr>
        </p:nvSpPr>
        <p:spPr bwMode="auto">
          <a:xfrm>
            <a:off x="3065779" y="426585"/>
            <a:ext cx="972507"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confidential</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6" name="empower_classification_placeholder" hidden="1">
            <a:extLst>
              <a:ext uri="{FF2B5EF4-FFF2-40B4-BE49-F238E27FC236}">
                <a16:creationId xmlns:a16="http://schemas.microsoft.com/office/drawing/2014/main" id="{162FD7ED-CC36-4F26-ADD4-95B9EFF2AE3D}"/>
              </a:ext>
            </a:extLst>
          </p:cNvPr>
          <p:cNvSpPr txBox="1"/>
          <p:nvPr userDrawn="1">
            <p:custDataLst>
              <p:tags r:id="rId10"/>
            </p:custDataLst>
          </p:nvPr>
        </p:nvSpPr>
        <p:spPr bwMode="auto">
          <a:xfrm>
            <a:off x="3064382" y="426585"/>
            <a:ext cx="973904"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928285"/>
                </a:solidFill>
                <a:latin typeface="Arial" panose="020B0604020202020204" pitchFamily="34" charset="0"/>
                <a:ea typeface="Verdana" pitchFamily="34" charset="0"/>
                <a:cs typeface="Arial" panose="020B0604020202020204" pitchFamily="34" charset="0"/>
              </a:rPr>
              <a:t>confidential</a:t>
            </a:r>
            <a:endParaRPr lang="de-DE" sz="800" b="1"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14" name="empower_date_placeholder">
            <a:extLst>
              <a:ext uri="{FF2B5EF4-FFF2-40B4-BE49-F238E27FC236}">
                <a16:creationId xmlns:a16="http://schemas.microsoft.com/office/drawing/2014/main" id="{17C46F5C-5E8F-4CC2-80E6-B88261E13B5B}"/>
              </a:ext>
            </a:extLst>
          </p:cNvPr>
          <p:cNvSpPr txBox="1"/>
          <p:nvPr userDrawn="1">
            <p:custDataLst>
              <p:tags r:id="rId11"/>
            </p:custDataLst>
          </p:nvPr>
        </p:nvSpPr>
        <p:spPr bwMode="auto">
          <a:xfrm>
            <a:off x="489637" y="9833798"/>
            <a:ext cx="612411"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13 Mar 2025</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pic>
        <p:nvPicPr>
          <p:cNvPr id="26" name="Logo"/>
          <p:cNvPicPr>
            <a:picLocks noChangeAspect="1" noChangeArrowheads="1"/>
          </p:cNvPicPr>
          <p:nvPr/>
        </p:nvPicPr>
        <p:blipFill>
          <a:blip r:embed="rId12" cstate="print"/>
          <a:srcRect/>
          <a:stretch>
            <a:fillRect/>
          </a:stretch>
        </p:blipFill>
        <p:spPr bwMode="auto">
          <a:xfrm>
            <a:off x="5660867" y="295163"/>
            <a:ext cx="881477" cy="419422"/>
          </a:xfrm>
          <a:prstGeom prst="rect">
            <a:avLst/>
          </a:prstGeom>
          <a:noFill/>
          <a:ln w="9525">
            <a:noFill/>
            <a:miter lim="800000"/>
            <a:headEnd/>
            <a:tailEnd/>
          </a:ln>
          <a:effectLst/>
        </p:spPr>
      </p:pic>
    </p:spTree>
    <p:extLst>
      <p:ext uri="{BB962C8B-B14F-4D97-AF65-F5344CB8AC3E}">
        <p14:creationId xmlns:p14="http://schemas.microsoft.com/office/powerpoint/2010/main" val="3594286928"/>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8" Type="http://schemas.openxmlformats.org/officeDocument/2006/relationships/tags" Target="../tags/tag201.xml"/><Relationship Id="rId3" Type="http://schemas.openxmlformats.org/officeDocument/2006/relationships/tags" Target="../tags/tag196.xml"/><Relationship Id="rId7" Type="http://schemas.openxmlformats.org/officeDocument/2006/relationships/tags" Target="../tags/tag200.xml"/><Relationship Id="rId12" Type="http://schemas.openxmlformats.org/officeDocument/2006/relationships/image" Target="../media/image11.png"/><Relationship Id="rId2" Type="http://schemas.openxmlformats.org/officeDocument/2006/relationships/tags" Target="../tags/tag195.xml"/><Relationship Id="rId1" Type="http://schemas.openxmlformats.org/officeDocument/2006/relationships/theme" Target="../theme/theme2.xml"/><Relationship Id="rId6" Type="http://schemas.openxmlformats.org/officeDocument/2006/relationships/tags" Target="../tags/tag199.xml"/><Relationship Id="rId11" Type="http://schemas.openxmlformats.org/officeDocument/2006/relationships/tags" Target="../tags/tag204.xml"/><Relationship Id="rId5" Type="http://schemas.openxmlformats.org/officeDocument/2006/relationships/tags" Target="../tags/tag198.xml"/><Relationship Id="rId10" Type="http://schemas.openxmlformats.org/officeDocument/2006/relationships/tags" Target="../tags/tag203.xml"/><Relationship Id="rId4" Type="http://schemas.openxmlformats.org/officeDocument/2006/relationships/tags" Target="../tags/tag197.xml"/><Relationship Id="rId9" Type="http://schemas.openxmlformats.org/officeDocument/2006/relationships/tags" Target="../tags/tag20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6" name="Slide"/>
          <p:cNvSpPr>
            <a:spLocks noGrp="1" noRot="1" noChangeAspect="1" noChangeArrowheads="1" noTextEdit="1"/>
          </p:cNvSpPr>
          <p:nvPr>
            <p:ph type="sldImg" idx="2"/>
          </p:nvPr>
        </p:nvSpPr>
        <p:spPr bwMode="auto">
          <a:xfrm>
            <a:off x="455613" y="1012825"/>
            <a:ext cx="6192837" cy="3482975"/>
          </a:xfrm>
          <a:prstGeom prst="rect">
            <a:avLst/>
          </a:prstGeom>
          <a:noFill/>
          <a:ln w="9525">
            <a:solidFill>
              <a:srgbClr val="000000"/>
            </a:solidFill>
            <a:miter lim="800000"/>
            <a:headEnd/>
            <a:tailEnd/>
          </a:ln>
          <a:effectLst/>
        </p:spPr>
      </p:sp>
      <p:sp>
        <p:nvSpPr>
          <p:cNvPr id="84997" name="Notes"/>
          <p:cNvSpPr>
            <a:spLocks noGrp="1" noChangeArrowheads="1"/>
          </p:cNvSpPr>
          <p:nvPr>
            <p:ph type="body" sz="quarter" idx="3"/>
          </p:nvPr>
        </p:nvSpPr>
        <p:spPr bwMode="auto">
          <a:xfrm>
            <a:off x="453610" y="4757266"/>
            <a:ext cx="6196122" cy="478323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dirty="0"/>
              <a:t>Enter Notes</a:t>
            </a:r>
          </a:p>
        </p:txBody>
      </p:sp>
      <p:sp>
        <p:nvSpPr>
          <p:cNvPr id="28" name="Header Placeholder" hidden="1"/>
          <p:cNvSpPr>
            <a:spLocks noGrp="1" noChangeArrowheads="1"/>
          </p:cNvSpPr>
          <p:nvPr>
            <p:ph type="hdr" sz="quarter"/>
            <p:custDataLst>
              <p:tags r:id="rId2"/>
            </p:custDataLst>
          </p:nvPr>
        </p:nvSpPr>
        <p:spPr bwMode="auto">
          <a:xfrm>
            <a:off x="7104063" y="0"/>
            <a:ext cx="0" cy="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955819">
              <a:defRPr sz="100">
                <a:noFill/>
                <a:latin typeface="Arial" panose="020B0604020202020204" pitchFamily="34" charset="0"/>
                <a:cs typeface="Arial" panose="020B0604020202020204" pitchFamily="34" charset="0"/>
              </a:defRPr>
            </a:lvl1pPr>
          </a:lstStyle>
          <a:p>
            <a:endParaRPr lang="en-US" sz="100" dirty="0"/>
          </a:p>
        </p:txBody>
      </p:sp>
      <p:sp>
        <p:nvSpPr>
          <p:cNvPr id="10" name="Footer Placeholder" hidden="1"/>
          <p:cNvSpPr>
            <a:spLocks noGrp="1"/>
          </p:cNvSpPr>
          <p:nvPr>
            <p:ph type="ftr" sz="quarter" idx="4"/>
            <p:custDataLst>
              <p:tags r:id="rId3"/>
            </p:custDataLst>
          </p:nvPr>
        </p:nvSpPr>
        <p:spPr>
          <a:xfrm>
            <a:off x="7104063" y="10234613"/>
            <a:ext cx="0" cy="0"/>
          </a:xfrm>
          <a:prstGeom prst="rect">
            <a:avLst/>
          </a:prstGeom>
        </p:spPr>
        <p:txBody>
          <a:bodyPr vert="horz" lIns="91440" tIns="45720" rIns="91440" bIns="45720" rtlCol="0" anchor="ctr"/>
          <a:lstStyle>
            <a:lvl1pPr algn="ctr">
              <a:defRPr sz="100">
                <a:noFill/>
                <a:latin typeface="Verdana" pitchFamily="34" charset="0"/>
                <a:ea typeface="Verdana" pitchFamily="34" charset="0"/>
                <a:cs typeface="Verdana" pitchFamily="34" charset="0"/>
              </a:defRPr>
            </a:lvl1p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11" name="Date Placeholder" hidden="1"/>
          <p:cNvSpPr>
            <a:spLocks noGrp="1"/>
          </p:cNvSpPr>
          <p:nvPr>
            <p:ph type="dt" idx="1"/>
            <p:custDataLst>
              <p:tags r:id="rId4"/>
            </p:custDataLst>
          </p:nvPr>
        </p:nvSpPr>
        <p:spPr>
          <a:xfrm>
            <a:off x="7104063" y="10234613"/>
            <a:ext cx="0" cy="0"/>
          </a:xfrm>
          <a:prstGeom prst="rect">
            <a:avLst/>
          </a:prstGeom>
        </p:spPr>
        <p:txBody>
          <a:bodyPr vert="horz" lIns="91440" tIns="45720" rIns="91440" bIns="45720" rtlCol="0" anchor="ctr"/>
          <a:lstStyle>
            <a:lvl1pPr algn="l">
              <a:defRPr sz="100">
                <a:noFill/>
                <a:latin typeface="Arial" panose="020B0604020202020204" pitchFamily="34" charset="0"/>
                <a:ea typeface="Verdana" pitchFamily="34" charset="0"/>
                <a:cs typeface="Arial" panose="020B0604020202020204" pitchFamily="34" charset="0"/>
              </a:defRPr>
            </a:lvl1pPr>
          </a:lstStyle>
          <a:p>
            <a:fld id="{7934E32A-B485-42C1-9192-CCC268DBD90E}" type="datetime7">
              <a:rPr lang="en-US" smtClean="0"/>
              <a:t>Oct-25</a:t>
            </a:fld>
            <a:endParaRPr lang="en-US" dirty="0"/>
          </a:p>
        </p:txBody>
      </p:sp>
      <p:sp>
        <p:nvSpPr>
          <p:cNvPr id="12" name="Slide Number Placeholder"/>
          <p:cNvSpPr>
            <a:spLocks noGrp="1"/>
          </p:cNvSpPr>
          <p:nvPr>
            <p:ph type="sldNum" sz="quarter" idx="5"/>
          </p:nvPr>
        </p:nvSpPr>
        <p:spPr>
          <a:xfrm>
            <a:off x="6037322" y="9833798"/>
            <a:ext cx="612411" cy="288000"/>
          </a:xfrm>
          <a:prstGeom prst="rect">
            <a:avLst/>
          </a:prstGeom>
        </p:spPr>
        <p:txBody>
          <a:bodyPr vert="horz" lIns="0" tIns="0" rIns="0" bIns="0" rtlCol="0" anchor="ctr"/>
          <a:lstStyle>
            <a:lvl1pPr algn="r">
              <a:defRPr sz="800">
                <a:solidFill>
                  <a:srgbClr val="928285"/>
                </a:solidFill>
                <a:latin typeface="Verdana" pitchFamily="34" charset="0"/>
                <a:ea typeface="Verdana" pitchFamily="34" charset="0"/>
                <a:cs typeface="Verdana" pitchFamily="34" charset="0"/>
              </a:defRPr>
            </a:lvl1pPr>
          </a:lstStyle>
          <a:p>
            <a:fld id="{4165D906-55BD-49C5-997D-27A40DB53D15}" type="slidenum">
              <a:rPr lang="en-US">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2" name="empower_document_placeholder" hidden="1">
            <a:extLst>
              <a:ext uri="{FF2B5EF4-FFF2-40B4-BE49-F238E27FC236}">
                <a16:creationId xmlns:a16="http://schemas.microsoft.com/office/drawing/2014/main" id="{E8AE2277-2635-47CE-8461-F921E010AD66}"/>
              </a:ext>
            </a:extLst>
          </p:cNvPr>
          <p:cNvSpPr txBox="1"/>
          <p:nvPr userDrawn="1">
            <p:custDataLst>
              <p:tags r:id="rId5"/>
            </p:custDataLst>
          </p:nvPr>
        </p:nvSpPr>
        <p:spPr bwMode="auto">
          <a:xfrm>
            <a:off x="453610" y="426585"/>
            <a:ext cx="2593739"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[Owner:   Doc ID:   Vers.: ]</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3" name="empower_proprietary_placeholder" hidden="1">
            <a:extLst>
              <a:ext uri="{FF2B5EF4-FFF2-40B4-BE49-F238E27FC236}">
                <a16:creationId xmlns:a16="http://schemas.microsoft.com/office/drawing/2014/main" id="{1ED6373F-3656-4DFD-9B9C-BC0ABABA2CBF}"/>
              </a:ext>
            </a:extLst>
          </p:cNvPr>
          <p:cNvSpPr txBox="1"/>
          <p:nvPr userDrawn="1">
            <p:custDataLst>
              <p:tags r:id="rId6"/>
            </p:custDataLst>
          </p:nvPr>
        </p:nvSpPr>
        <p:spPr bwMode="auto">
          <a:xfrm>
            <a:off x="5677080" y="9545798"/>
            <a:ext cx="972652"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Infineon Proprietary</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4" name="empower_draft_placeholder" hidden="1">
            <a:extLst>
              <a:ext uri="{FF2B5EF4-FFF2-40B4-BE49-F238E27FC236}">
                <a16:creationId xmlns:a16="http://schemas.microsoft.com/office/drawing/2014/main" id="{3D3123B4-E08C-4CCD-9703-AD1F689F1FB7}"/>
              </a:ext>
            </a:extLst>
          </p:cNvPr>
          <p:cNvSpPr txBox="1"/>
          <p:nvPr userDrawn="1">
            <p:custDataLst>
              <p:tags r:id="rId7"/>
            </p:custDataLst>
          </p:nvPr>
        </p:nvSpPr>
        <p:spPr bwMode="auto">
          <a:xfrm>
            <a:off x="453610" y="9545798"/>
            <a:ext cx="360604"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 DRAFT -</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5" name="empower_footer_placeholder">
            <a:extLst>
              <a:ext uri="{FF2B5EF4-FFF2-40B4-BE49-F238E27FC236}">
                <a16:creationId xmlns:a16="http://schemas.microsoft.com/office/drawing/2014/main" id="{7E51E007-F5B3-45C7-900F-9B0FFE9F37F6}"/>
              </a:ext>
            </a:extLst>
          </p:cNvPr>
          <p:cNvSpPr txBox="1"/>
          <p:nvPr userDrawn="1">
            <p:custDataLst>
              <p:tags r:id="rId8"/>
            </p:custDataLst>
          </p:nvPr>
        </p:nvSpPr>
        <p:spPr bwMode="auto">
          <a:xfrm>
            <a:off x="2002823" y="9833798"/>
            <a:ext cx="309842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a:solidFill>
                  <a:srgbClr val="928285"/>
                </a:solidFill>
                <a:latin typeface="Arial" panose="020B0604020202020204" pitchFamily="34" charset="0"/>
                <a:ea typeface="Verdana" pitchFamily="34" charset="0"/>
                <a:cs typeface="Arial" panose="020B0604020202020204" pitchFamily="34" charset="0"/>
              </a:rPr>
              <a:t>Copyright © Infineon Technologies AG 2025. All rights reserved.</a:t>
            </a:r>
            <a:endParaRPr lang="en-US"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6" name="empower_classification_attention_placeholder">
            <a:extLst>
              <a:ext uri="{FF2B5EF4-FFF2-40B4-BE49-F238E27FC236}">
                <a16:creationId xmlns:a16="http://schemas.microsoft.com/office/drawing/2014/main" id="{CD1E0C77-9862-4B96-A3C1-8F3320EB5330}"/>
              </a:ext>
            </a:extLst>
          </p:cNvPr>
          <p:cNvSpPr txBox="1"/>
          <p:nvPr userDrawn="1">
            <p:custDataLst>
              <p:tags r:id="rId9"/>
            </p:custDataLst>
          </p:nvPr>
        </p:nvSpPr>
        <p:spPr bwMode="auto">
          <a:xfrm>
            <a:off x="3065779" y="426585"/>
            <a:ext cx="972507"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confidential</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7" name="empower_classification_placeholder" hidden="1">
            <a:extLst>
              <a:ext uri="{FF2B5EF4-FFF2-40B4-BE49-F238E27FC236}">
                <a16:creationId xmlns:a16="http://schemas.microsoft.com/office/drawing/2014/main" id="{9F464BB7-63C3-4B8A-A50E-5FC32FA6A18F}"/>
              </a:ext>
            </a:extLst>
          </p:cNvPr>
          <p:cNvSpPr txBox="1"/>
          <p:nvPr userDrawn="1">
            <p:custDataLst>
              <p:tags r:id="rId10"/>
            </p:custDataLst>
          </p:nvPr>
        </p:nvSpPr>
        <p:spPr bwMode="auto">
          <a:xfrm>
            <a:off x="3064382" y="426585"/>
            <a:ext cx="973904"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928285"/>
                </a:solidFill>
                <a:latin typeface="Arial" panose="020B0604020202020204" pitchFamily="34" charset="0"/>
                <a:ea typeface="Verdana" pitchFamily="34" charset="0"/>
                <a:cs typeface="Arial" panose="020B0604020202020204" pitchFamily="34" charset="0"/>
              </a:rPr>
              <a:t>confidential</a:t>
            </a:r>
            <a:endParaRPr lang="de-DE" sz="800" b="1"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8" name="empower_date_placeholder">
            <a:extLst>
              <a:ext uri="{FF2B5EF4-FFF2-40B4-BE49-F238E27FC236}">
                <a16:creationId xmlns:a16="http://schemas.microsoft.com/office/drawing/2014/main" id="{7E930412-6BBA-43BF-B0D5-11DDE46E471E}"/>
              </a:ext>
            </a:extLst>
          </p:cNvPr>
          <p:cNvSpPr txBox="1"/>
          <p:nvPr userDrawn="1">
            <p:custDataLst>
              <p:tags r:id="rId11"/>
            </p:custDataLst>
          </p:nvPr>
        </p:nvSpPr>
        <p:spPr bwMode="auto">
          <a:xfrm>
            <a:off x="453610" y="9833798"/>
            <a:ext cx="612411"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13 Mar 2025</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pic>
        <p:nvPicPr>
          <p:cNvPr id="32" name="Logo"/>
          <p:cNvPicPr>
            <a:picLocks noChangeAspect="1" noChangeArrowheads="1"/>
          </p:cNvPicPr>
          <p:nvPr/>
        </p:nvPicPr>
        <p:blipFill>
          <a:blip r:embed="rId12" cstate="print"/>
          <a:srcRect/>
          <a:stretch>
            <a:fillRect/>
          </a:stretch>
        </p:blipFill>
        <p:spPr bwMode="auto">
          <a:xfrm>
            <a:off x="5660867" y="295163"/>
            <a:ext cx="881477" cy="419422"/>
          </a:xfrm>
          <a:prstGeom prst="rect">
            <a:avLst/>
          </a:prstGeom>
          <a:noFill/>
          <a:ln w="9525">
            <a:noFill/>
            <a:miter lim="800000"/>
            <a:headEnd/>
            <a:tailEnd/>
          </a:ln>
          <a:effectLst/>
        </p:spPr>
      </p:pic>
    </p:spTree>
    <p:extLst>
      <p:ext uri="{BB962C8B-B14F-4D97-AF65-F5344CB8AC3E}">
        <p14:creationId xmlns:p14="http://schemas.microsoft.com/office/powerpoint/2010/main" val="123004185"/>
      </p:ext>
    </p:extLst>
  </p:cSld>
  <p:clrMap bg1="lt1" tx1="dk1" bg2="lt2" tx2="dk2" accent1="accent1" accent2="accent2" accent3="accent3" accent4="accent4" accent5="accent5" accent6="accent6" hlink="hlink" folHlink="folHlink"/>
  <p:hf/>
  <p:notesStyle>
    <a:lvl1pPr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30000"/>
      </a:spcBef>
      <a:spcAft>
        <a:spcPct val="0"/>
      </a:spcAft>
      <a:defRPr sz="1600" kern="1200">
        <a:solidFill>
          <a:srgbClr val="00214A"/>
        </a:solidFill>
        <a:latin typeface="Verdana" pitchFamily="34" charset="0"/>
        <a:ea typeface="+mn-ea"/>
        <a:cs typeface="+mn-cs"/>
      </a:defRPr>
    </a:lvl2pPr>
    <a:lvl3pPr marL="1219170" algn="l" rtl="0" fontAlgn="base">
      <a:spcBef>
        <a:spcPct val="30000"/>
      </a:spcBef>
      <a:spcAft>
        <a:spcPct val="0"/>
      </a:spcAft>
      <a:defRPr sz="1600" kern="1200">
        <a:solidFill>
          <a:srgbClr val="00214A"/>
        </a:solidFill>
        <a:latin typeface="Verdana" pitchFamily="34" charset="0"/>
        <a:ea typeface="+mn-ea"/>
        <a:cs typeface="+mn-cs"/>
      </a:defRPr>
    </a:lvl3pPr>
    <a:lvl4pPr marL="1828754" algn="l" rtl="0" fontAlgn="base">
      <a:spcBef>
        <a:spcPct val="30000"/>
      </a:spcBef>
      <a:spcAft>
        <a:spcPct val="0"/>
      </a:spcAft>
      <a:defRPr sz="1600" kern="1200">
        <a:solidFill>
          <a:srgbClr val="00214A"/>
        </a:solidFill>
        <a:latin typeface="Verdana" pitchFamily="34" charset="0"/>
        <a:ea typeface="+mn-ea"/>
        <a:cs typeface="+mn-cs"/>
      </a:defRPr>
    </a:lvl4pPr>
    <a:lvl5pPr marL="2438339" algn="l" rtl="0" fontAlgn="base">
      <a:spcBef>
        <a:spcPct val="30000"/>
      </a:spcBef>
      <a:spcAft>
        <a:spcPct val="0"/>
      </a:spcAft>
      <a:defRPr sz="1600" kern="1200">
        <a:solidFill>
          <a:srgbClr val="00214A"/>
        </a:solidFill>
        <a:latin typeface="Verdana"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Hello attendees, a warm welcome to all of you. This presentation provides an overview of the development ecosystem and resources available for PSOC Edge E84.</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It also explains how to get started on PSOC Edge E84 through code examples at the end of the presentation.</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D610C3EC-8897-4A61-8514-DCC69BBB3EE8}"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6632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look at today’s agenda. We will cover the</a:t>
            </a:r>
          </a:p>
          <a:p>
            <a:endParaRPr lang="en-US" dirty="0"/>
          </a:p>
          <a:p>
            <a:pPr marL="171450" indent="-171450">
              <a:lnSpc>
                <a:spcPct val="200000"/>
              </a:lnSpc>
              <a:buClr>
                <a:srgbClr val="5EA290"/>
              </a:buClr>
              <a:buFont typeface="Arial" panose="020B0604020202020204" pitchFamily="34" charset="0"/>
              <a:buChar char="•"/>
            </a:pPr>
            <a:r>
              <a:rPr lang="en-US" sz="1200" b="0" dirty="0"/>
              <a:t> Development Ecosystem for PSOC™ Edge E84 </a:t>
            </a:r>
          </a:p>
          <a:p>
            <a:pPr marL="781035" lvl="1" indent="-171450">
              <a:lnSpc>
                <a:spcPct val="200000"/>
              </a:lnSpc>
              <a:buClr>
                <a:srgbClr val="5EA290"/>
              </a:buClr>
              <a:buFont typeface="Arial" panose="020B0604020202020204" pitchFamily="34" charset="0"/>
              <a:buChar char="•"/>
            </a:pPr>
            <a:r>
              <a:rPr lang="en-US" sz="1600" b="0" dirty="0"/>
              <a:t>Some technical details related to Boot sequence, device life cycle, and memory layouts discuss through the relevant sections</a:t>
            </a:r>
          </a:p>
          <a:p>
            <a:pPr marL="171450" indent="-171450">
              <a:lnSpc>
                <a:spcPct val="200000"/>
              </a:lnSpc>
              <a:buClr>
                <a:srgbClr val="5EA290"/>
              </a:buClr>
              <a:buFont typeface="Arial" panose="020B0604020202020204" pitchFamily="34" charset="0"/>
              <a:buChar char="•"/>
            </a:pPr>
            <a:r>
              <a:rPr lang="en-US" sz="1200" b="0" dirty="0"/>
              <a:t> Code Example 1 – Hello World</a:t>
            </a:r>
          </a:p>
          <a:p>
            <a:pPr marL="171450" indent="-171450">
              <a:lnSpc>
                <a:spcPct val="200000"/>
              </a:lnSpc>
              <a:buClr>
                <a:srgbClr val="5EA290"/>
              </a:buClr>
              <a:buFont typeface="Arial" panose="020B0604020202020204" pitchFamily="34" charset="0"/>
              <a:buChar char="•"/>
            </a:pPr>
            <a:r>
              <a:rPr lang="en-US" sz="1200" b="0" dirty="0"/>
              <a:t> Code Example 2 – IPC Queues using HAL</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08BA8251-E777-463D-9DB6-4AE92831CC45}"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6476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IN" dirty="0"/>
              <a:t>Here is the list of PSOC Edge E84 resources. Resources play a vital role in the success of any product.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I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dirty="0"/>
              <a:t>[Press Enter for animation] </a:t>
            </a:r>
            <a:r>
              <a:rPr lang="en-IN" sz="1200" b="0" dirty="0"/>
              <a:t>PSOC™ Edge E84 MCU product page for </a:t>
            </a:r>
            <a:r>
              <a:rPr lang="en-IN" sz="1200" b="0" i="0" u="none" strike="noStrike" kern="1200" baseline="0" dirty="0">
                <a:solidFill>
                  <a:schemeClr val="tx1"/>
                </a:solidFill>
                <a:latin typeface="Arial" panose="020B0604020202020204" pitchFamily="34" charset="0"/>
                <a:ea typeface="+mn-ea"/>
                <a:cs typeface="Arial" panose="020B0604020202020204" pitchFamily="34" charset="0"/>
              </a:rPr>
              <a:t>PSOC™ Edge E84 MCU related documents</a:t>
            </a:r>
            <a:endParaRPr lang="en-IN" sz="1200" b="0"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IN" sz="1200" b="0"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dirty="0"/>
              <a:t>[Press Enter for animation] </a:t>
            </a:r>
            <a:r>
              <a:rPr lang="en-IN" sz="1200" b="0" i="0" u="none" strike="noStrike" kern="1200" baseline="0" dirty="0">
                <a:solidFill>
                  <a:schemeClr val="tx1"/>
                </a:solidFill>
                <a:latin typeface="Arial" panose="020B0604020202020204" pitchFamily="34" charset="0"/>
                <a:ea typeface="+mn-ea"/>
                <a:cs typeface="Arial" panose="020B0604020202020204" pitchFamily="34" charset="0"/>
              </a:rPr>
              <a:t>PSOC™ Edge E84 MCU </a:t>
            </a:r>
            <a:r>
              <a:rPr lang="en-GB" b="0" dirty="0"/>
              <a:t>d</a:t>
            </a:r>
            <a:r>
              <a:rPr lang="en-GB" dirty="0"/>
              <a:t>atasheets that describe and provide electrical specifications for each device family</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sz="1200" b="1"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dirty="0"/>
              <a:t>[Press Enter for animation] Technical</a:t>
            </a:r>
            <a:r>
              <a:rPr lang="en-GB" dirty="0"/>
              <a:t> reference manuals (TRMs) provide detailed descriptions of the architecture and registers in each device family.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dirty="0"/>
              <a:t>[Press Enter for animation] </a:t>
            </a:r>
            <a:r>
              <a:rPr lang="en-GB" dirty="0"/>
              <a:t>Application notes and Code examples cover a broad range of topics, from basic to advanced. You can browse our collection of application notes and code examples</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08881FA0-515F-4122-844C-8C35E7170143}"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7943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Arial" panose="020B0604020202020204" pitchFamily="34" charset="0"/>
              </a:rPr>
              <a:t>For Firmware or application development, development tools are necessary.</a:t>
            </a:r>
          </a:p>
          <a:p>
            <a:endParaRPr lang="en-US" sz="1200" b="0" i="0" kern="1200" dirty="0">
              <a:solidFill>
                <a:schemeClr val="tx1"/>
              </a:solidFill>
              <a:effectLst/>
              <a:latin typeface="Arial" panose="020B0604020202020204" pitchFamily="34" charset="0"/>
              <a:ea typeface="+mn-ea"/>
              <a:cs typeface="Arial" panose="020B0604020202020204" pitchFamily="34" charset="0"/>
            </a:endParaRPr>
          </a:p>
          <a:p>
            <a:r>
              <a:rPr lang="en-US" sz="1200" b="0" i="0" kern="1200" dirty="0" err="1">
                <a:solidFill>
                  <a:schemeClr val="tx1"/>
                </a:solidFill>
                <a:effectLst/>
                <a:latin typeface="Arial" panose="020B0604020202020204" pitchFamily="34" charset="0"/>
                <a:ea typeface="+mn-ea"/>
                <a:cs typeface="Arial" panose="020B0604020202020204" pitchFamily="34" charset="0"/>
              </a:rPr>
              <a:t>ModusToolbox</a:t>
            </a:r>
            <a:r>
              <a:rPr lang="en-US" sz="1200" b="0" i="0" kern="1200" dirty="0">
                <a:solidFill>
                  <a:schemeClr val="tx1"/>
                </a:solidFill>
                <a:effectLst/>
                <a:latin typeface="Arial" panose="020B0604020202020204" pitchFamily="34" charset="0"/>
                <a:ea typeface="+mn-ea"/>
                <a:cs typeface="Arial" panose="020B0604020202020204" pitchFamily="34" charset="0"/>
              </a:rPr>
              <a:t>™ Software is a modern, extensible development environment supporting a wide range of Infineon MCUs, including PSOC Edge E84.</a:t>
            </a:r>
          </a:p>
          <a:p>
            <a:endParaRPr lang="en-US" sz="1200" b="0" i="0" kern="1200" dirty="0">
              <a:solidFill>
                <a:schemeClr val="tx1"/>
              </a:solidFill>
              <a:effectLst/>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ModusToolbox</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tools package includes tools and configurators for creating your application, managing it and configuring your device. This means you choose your compiler, IDE, RTOS, and ecosystem without compromising usability and can create applications easily to leverage our industry-leading CAPSENSE™ (Human-Machine Interface), AIROC™ Wi-Fi and Bluetooth®, security, and various other features.</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It also comes with the build system infrastructure that helps you control the build flow and build your application using make across platforms.</a:t>
            </a:r>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0DA07B6B-2C78-44BC-B297-C840B774EBA0}"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7794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ModusToolbox</a:t>
            </a:r>
            <a:r>
              <a:rPr lang="en-US" dirty="0"/>
              <a:t>™ software supports 3rd-party IDEs like Eclipse IDE, Visual Studio Code, Arm® MDK (</a:t>
            </a:r>
            <a:r>
              <a:rPr lang="en-US" dirty="0" err="1"/>
              <a:t>μVision</a:t>
            </a:r>
            <a:r>
              <a:rPr lang="en-US" dirty="0"/>
              <a:t>), and IAR Embedded Workbench. The tools package includes Eclipse IDE for your convenience. Additionally, a command line interface is also available for developers who prefer working without a graphical interface.</a:t>
            </a:r>
          </a:p>
          <a:p>
            <a:endParaRPr lang="en-US" dirty="0"/>
          </a:p>
          <a:p>
            <a:r>
              <a:rPr lang="en-US" dirty="0"/>
              <a:t>In the next section of this video walk through tools like Project Creator, Library Manager, and a few of the configurators available in ModusToolbox for PSOC Edge Development.</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80F89330-3EBF-4746-B0DD-6F53889724B0}"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4172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At first, we have the Project Creator tool.</a:t>
            </a:r>
          </a:p>
          <a:p>
            <a:endParaRPr lang="en-US" dirty="0"/>
          </a:p>
          <a:p>
            <a:r>
              <a:rPr lang="en-US" dirty="0"/>
              <a:t>The Project Creator tool is used to create applications targeting specific Board Support Packages (BSPs) from available code example templates.</a:t>
            </a:r>
          </a:p>
          <a:p>
            <a:r>
              <a:rPr lang="en-US" dirty="0"/>
              <a:t> </a:t>
            </a:r>
          </a:p>
          <a:p>
            <a:r>
              <a:rPr lang="en-US" dirty="0"/>
              <a:t>It is available both as a graphical user interface (GUI) and a command-line interface (CLI) to create applications for use in any software environment as per preference.</a:t>
            </a:r>
          </a:p>
          <a:p>
            <a:endParaRPr lang="en-US" dirty="0"/>
          </a:p>
          <a:p>
            <a:r>
              <a:rPr lang="en-US" dirty="0"/>
              <a:t>To launch Project Creator, </a:t>
            </a:r>
          </a:p>
          <a:p>
            <a:endParaRPr lang="en-US" dirty="0"/>
          </a:p>
          <a:p>
            <a:pPr>
              <a:buFont typeface="Wingdings" panose="05000000000000000000" pitchFamily="2" charset="2"/>
              <a:buNone/>
            </a:pPr>
            <a:r>
              <a:rPr lang="en-US" dirty="0"/>
              <a:t>Open Eclipse IDE for </a:t>
            </a:r>
            <a:r>
              <a:rPr lang="en-US" dirty="0" err="1"/>
              <a:t>ModusToolbox</a:t>
            </a:r>
            <a:r>
              <a:rPr lang="en-US" dirty="0"/>
              <a:t>™</a:t>
            </a:r>
          </a:p>
          <a:p>
            <a:pPr>
              <a:buFont typeface="Wingdings" panose="05000000000000000000" pitchFamily="2" charset="2"/>
              <a:buNone/>
            </a:pPr>
            <a:endParaRPr lang="en-US" dirty="0"/>
          </a:p>
          <a:p>
            <a:pPr>
              <a:buFont typeface="Wingdings" panose="05000000000000000000" pitchFamily="2" charset="2"/>
              <a:buNone/>
            </a:pPr>
            <a:r>
              <a:rPr lang="en-US" b="0" dirty="0"/>
              <a:t>[Press Enter for animation] </a:t>
            </a:r>
            <a:r>
              <a:rPr lang="en-US" dirty="0"/>
              <a:t>Launch Project Creator by clicking New Application in the Quick Panel </a:t>
            </a:r>
          </a:p>
          <a:p>
            <a:pPr>
              <a:buFont typeface="Wingdings" panose="05000000000000000000" pitchFamily="2" charset="2"/>
              <a:buNone/>
            </a:pPr>
            <a:endParaRPr lang="en-US" dirty="0"/>
          </a:p>
          <a:p>
            <a:pPr>
              <a:buFont typeface="Wingdings" panose="05000000000000000000" pitchFamily="2" charset="2"/>
              <a:buNone/>
            </a:pPr>
            <a:r>
              <a:rPr lang="en-US" b="0" dirty="0"/>
              <a:t>[Press Enter for animation] </a:t>
            </a:r>
            <a:r>
              <a:rPr lang="en-US" dirty="0"/>
              <a:t>Project Creator lists all the BSPs you can select from</a:t>
            </a:r>
          </a:p>
          <a:p>
            <a:pPr>
              <a:buFont typeface="Wingdings" panose="05000000000000000000" pitchFamily="2" charset="2"/>
              <a:buNone/>
            </a:pPr>
            <a:r>
              <a:rPr lang="en-US" b="0" dirty="0"/>
              <a:t>[Press Enter for animation] The </a:t>
            </a:r>
            <a:r>
              <a:rPr lang="en-US" dirty="0"/>
              <a:t>PSOC Edge E84 MCU development kit is listed as KIT_PSOCE84_EVK under PSOC Edge BSPs. We will be using this in our training, please take note of it.</a:t>
            </a:r>
          </a:p>
          <a:p>
            <a:pPr>
              <a:buFont typeface="Wingdings" panose="05000000000000000000" pitchFamily="2" charset="2"/>
              <a:buNone/>
            </a:pPr>
            <a:endParaRPr lang="en-US" dirty="0"/>
          </a:p>
          <a:p>
            <a:pPr>
              <a:buFont typeface="Wingdings" panose="05000000000000000000" pitchFamily="2" charset="2"/>
              <a:buNone/>
            </a:pPr>
            <a:r>
              <a:rPr lang="en-US" dirty="0"/>
              <a:t>You can also launch the tool standalone by running the executable of the tool.</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135D5F8B-8E96-49FF-AACD-3CE23F07B439}"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6233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After creating an application, it will be located in a top-level container, or workspace directory, that contains multiple files, one or more application directories, plus a </a:t>
            </a:r>
            <a:r>
              <a:rPr lang="en-US" dirty="0" err="1"/>
              <a:t>mtb_shared</a:t>
            </a:r>
            <a:r>
              <a:rPr lang="en-US" dirty="0"/>
              <a:t> directory. </a:t>
            </a:r>
          </a:p>
          <a:p>
            <a:endParaRPr lang="en-US" dirty="0"/>
          </a:p>
          <a:p>
            <a:r>
              <a:rPr lang="en-US" dirty="0"/>
              <a:t>A typical PSOC edge application contains three projects: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Proj_cm33_s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 stands for secure),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Proj_cm33_ns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 stands for non secure) and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proj_CM55</a:t>
            </a:r>
          </a:p>
          <a:p>
            <a:endParaRPr lang="en-US" dirty="0"/>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common.mk : </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This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makefile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is shared across all projects. It contains variables including: MTB_TYPE, TARGET,TOOLCHAIN, and CONFIG. In this case, we have a multi-project structure for all Explorer MCU applications, hence MTB_TYPE=PROJECT. This file includes a reference to the common_app.mk file</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common_app.mk</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This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makefile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is shared across the entire application and all its projects. It contains path information to indicate the location of the installation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tools_version</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directory</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Application Level </a:t>
            </a:r>
            <a:r>
              <a:rPr lang="en-US" sz="1200" b="1" i="0" u="none" strike="noStrike" kern="1200" baseline="0" dirty="0" err="1">
                <a:solidFill>
                  <a:schemeClr val="tx1"/>
                </a:solidFill>
                <a:latin typeface="Arial" panose="020B0604020202020204" pitchFamily="34" charset="0"/>
                <a:ea typeface="+mn-ea"/>
                <a:cs typeface="Arial" panose="020B0604020202020204" pitchFamily="34" charset="0"/>
              </a:rPr>
              <a:t>Makefile</a:t>
            </a:r>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An application contains a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Makefile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which is in the application's root folder. This file contains the set of directives that the make tool uses to compile and link the application project. This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Makefile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contains the MTB_TYPE variable set to APPLICATION, plus the MTB_PROJECTS variable to specify the included projects. This file also includes the common_app.mk file and the path information to the application.mk file in the installation tools_&lt;version&gt; directory. This is responsible for forwarding build-related requests to the individual core projects and dealing with post-build activities (for example, generating single monolithic HEX files that can be used to program all projects simultaneously) when they are complete.</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err="1">
                <a:solidFill>
                  <a:schemeClr val="tx1"/>
                </a:solidFill>
                <a:latin typeface="Arial" panose="020B0604020202020204" pitchFamily="34" charset="0"/>
                <a:ea typeface="+mn-ea"/>
                <a:cs typeface="Arial" panose="020B0604020202020204" pitchFamily="34" charset="0"/>
              </a:rPr>
              <a:t>bsps</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 folder</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bsps</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folder is common to all projects in a multi-core application. The files provided by the BSP are present here and are listed under TARGET_&lt;</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bsp</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name&gt; sub-folders. All the input files for the device and peripheral configurators are in the config folder inside the BSP. The Generated Source folder in the BSP contains the files that are generated by the configurators and are prefixed with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cycfg</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_. These files contain the design configuration as defined by the BSP. From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ModusToolbox</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3.x or later, you can directly customize configurator files of BSP for your application rather than overriding the default design configurator files with custom design configurator files since BSPs are completely owned by the application.</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BSP folder also contains the linker scripts and the start-up code for the Explorer MCU used on the board.</a:t>
            </a:r>
          </a:p>
          <a:p>
            <a:endParaRPr lang="en-US" sz="1200" b="1"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err="1">
                <a:solidFill>
                  <a:schemeClr val="tx1"/>
                </a:solidFill>
                <a:latin typeface="Arial" panose="020B0604020202020204" pitchFamily="34" charset="0"/>
                <a:ea typeface="+mn-ea"/>
                <a:cs typeface="Arial" panose="020B0604020202020204" pitchFamily="34" charset="0"/>
              </a:rPr>
              <a:t>main.c</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 file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This is the file containing the source code of the project. Each project has its own source code file. If a project has multiple source code files, they can be grouped under a "source" folder</a:t>
            </a:r>
          </a:p>
          <a:p>
            <a:endParaRPr lang="en-US" sz="1200" b="1"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Project Level </a:t>
            </a:r>
            <a:r>
              <a:rPr lang="en-US" sz="1200" b="1" i="0" u="none" strike="noStrike" kern="1200" baseline="0" dirty="0" err="1">
                <a:solidFill>
                  <a:schemeClr val="tx1"/>
                </a:solidFill>
                <a:latin typeface="Arial" panose="020B0604020202020204" pitchFamily="34" charset="0"/>
                <a:ea typeface="+mn-ea"/>
                <a:cs typeface="Arial" panose="020B0604020202020204" pitchFamily="34" charset="0"/>
              </a:rPr>
              <a:t>Makefile</a:t>
            </a:r>
            <a:endParaRPr lang="en-US" sz="1200" b="1"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This is the project's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Makefile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It includes numerous variables used for the projects, such as COMPONENTS, CORE, CORE_NAME, and other variables used to specify flags and pre-build and post build commands. This file also includes path information for source code discovery, shared repo location, and path to the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complier. Plus, it includes the common.mk file from the application and the path information to the start.mk file in the installation tools_ directory</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libs folder</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libs folder also contains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files. In this case, they point to libraries that are included indirectly as a dependency of a BSP or another library. For each indirect dependency, the Library Manager places an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file in this folder. These files have been populated based on the targets available in deps folder. For example using BSP KIT_PSOCE84_EVK populates libs folder with the following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files:cmsis.mtb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core-</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lib.mtb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core-</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mtb-hal-cat1.mtb, mtb-pdl-cat1.mtb, recipe-make-cat1d.mtb The libs folder contains the file mtb.mk, which stores the relative paths of the all the libraries required by the application. The build system uses this file to find all the libraries required by the application. Everything in the libs folder is generated by the Library Manager so you should not manually edit</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anything in that folder</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build folder</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build folder contains all the artifacts resulting from a build of the project. The output files are organized by target BSPs</a:t>
            </a:r>
          </a:p>
          <a:p>
            <a:endParaRPr lang="en-US" sz="1200" b="1"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deps folder</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deps folder contains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files, which provide the locations from which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ModusToolbox</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pulls the libraries that are directly referenced by the application. These files typically each contain the GitHub location of a library. The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files also contain a git Commit Hash or Tag that tells which version of the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library is to be fetched and a path as to where the library should be stored locally</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For example, Here, retarget-</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io.mtb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points to mtb://retarget-io#latest-v1.X#$$ASSET_REPO$$/retarget-io/latest-v1.X. The variable $$ASSET_REPO$$ points to the root of the shared location which defaults to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If the library must be local to the application instead of shared, use $$LOCAL$$ instead</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of $$ASSET_REPO$$.This subdirectory also contains the locking_commit.log file, which keeps track of the version for each dependent library</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 folder</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By default, when creating a new application or adding a library to an existing application and specifying it as shared, all libraries are placed in an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directory adjacent to the application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directories.The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folder is shared between different applications within a workspace. Different</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applications may use different versions of shared libraries if necessary Each workspace you create with one or more applications will include a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directory adjacent to the application directories, and this is where the shared libraries are cloned by default. This location can be modified by specifying the CY_GETLIBS_PATH variable. Duplicate libraries are checked to see if they point to the same commit, and if so, only one copy is kept in the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directory. You can regenerate these files using the Library Manager as and when needed</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Similar project structure can be observed in our created hello world project </a:t>
            </a:r>
            <a:endParaRPr lang="en-US" b="1"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2DB2A601-12D2-4AE1-BDDD-99AB8A0D83C6}"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2878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Next we have the Library Manager</a:t>
            </a:r>
          </a:p>
          <a:p>
            <a:endParaRPr lang="en-US" dirty="0"/>
          </a:p>
          <a:p>
            <a:r>
              <a:rPr lang="en-US" dirty="0"/>
              <a:t>The Library Manager provides a GUI to select which Board Support Package (BSP) and version should be used when building a </a:t>
            </a:r>
            <a:r>
              <a:rPr lang="en-US" dirty="0" err="1"/>
              <a:t>ModusToolbox</a:t>
            </a:r>
            <a:r>
              <a:rPr lang="en-US" dirty="0"/>
              <a:t> application. </a:t>
            </a:r>
          </a:p>
          <a:p>
            <a:endParaRPr lang="en-US" dirty="0"/>
          </a:p>
          <a:p>
            <a:r>
              <a:rPr lang="en-US" dirty="0"/>
              <a:t>The tool also allows you to add and remove libraries, as well as change their versions for the selected project. This way you can easily manage libraries without having to create a new project.</a:t>
            </a:r>
          </a:p>
          <a:p>
            <a:endParaRPr lang="en-US" dirty="0"/>
          </a:p>
          <a:p>
            <a:r>
              <a:rPr lang="en-US" dirty="0"/>
              <a:t>Launch library manager from windows. Click Browse and point to the application directory. </a:t>
            </a:r>
          </a:p>
          <a:p>
            <a:r>
              <a:rPr lang="en-US" b="0" dirty="0"/>
              <a:t>[Press Enter for animation] The tool will list all the libraries, middleware's and BSP’s added for each project in the application</a:t>
            </a:r>
          </a:p>
          <a:p>
            <a:r>
              <a:rPr lang="en-US" b="0" dirty="0"/>
              <a:t>[Press Enter for animation] Once you click on particular library, Properties tab on the right hand side shows the details of the library like name, version, type etc. Specific versions can be selected using the properties tab</a:t>
            </a:r>
          </a:p>
          <a:p>
            <a:r>
              <a:rPr lang="en-US" b="0" dirty="0"/>
              <a:t>[Press Enter for animation] More BSPs can be added using “Add BSP”, </a:t>
            </a:r>
          </a:p>
          <a:p>
            <a:r>
              <a:rPr lang="en-US" b="0" dirty="0"/>
              <a:t>[Press Enter for animation] More libraries can be added using “Add library” </a:t>
            </a:r>
          </a:p>
          <a:p>
            <a:r>
              <a:rPr lang="en-US" b="0" dirty="0"/>
              <a:t>[Press Enter for animation] Once all the changes are made, click on Update for changes to reflect in your project </a:t>
            </a:r>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C0F8A453-1D65-4F54-B812-FB420469063C}"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9</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0898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Moving on to configurators </a:t>
            </a:r>
          </a:p>
          <a:p>
            <a:endParaRPr lang="en-US" dirty="0"/>
          </a:p>
          <a:p>
            <a:r>
              <a:rPr lang="en-US" dirty="0"/>
              <a:t>Modus Toolbox™ software provides configurators that make it easier to configure a hardware block. Some functionalities include</a:t>
            </a:r>
          </a:p>
          <a:p>
            <a:r>
              <a:rPr lang="en-US" dirty="0"/>
              <a:t>• Setting options and generating code to configure drivers </a:t>
            </a:r>
          </a:p>
          <a:p>
            <a:r>
              <a:rPr lang="en-US" dirty="0"/>
              <a:t>• Setting up connections such as pins and clocks for a peripheral </a:t>
            </a:r>
          </a:p>
          <a:p>
            <a:r>
              <a:rPr lang="en-US" dirty="0"/>
              <a:t>• Setting options and generating code to configure middleware</a:t>
            </a:r>
          </a:p>
          <a:p>
            <a:endParaRPr lang="en-US" dirty="0"/>
          </a:p>
          <a:p>
            <a:r>
              <a:rPr lang="en-US" dirty="0"/>
              <a:t>For PSOC™ Edge E84 MCU applications are supported by many configurators such as Device, ML, USB, QSPI Configurators, etc.</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00" dirty="0">
                <a:effectLst/>
                <a:latin typeface="Source Sans Pro" panose="020B0503030403020204" pitchFamily="34" charset="0"/>
                <a:ea typeface="Verdana" panose="020B0604030504040204" pitchFamily="34" charset="0"/>
                <a:cs typeface="Verdana" panose="020B0604030504040204" pitchFamily="34" charset="0"/>
              </a:rPr>
              <a:t>NOTE : Configurators make initial setup easier for hardware accessed using the PDL. The configurators create structures that the PDL requires. You don’t need to know the exact composition of each structure. If you use the HAL for a peripheral, it creates the necessary structures – called HAL objects - for you, so you should NOT use a configurator to set them up. HAL objects are accessible;  after you initialize a peripheral with the HAL you can view and modify the object.</a:t>
            </a:r>
            <a:endParaRPr lang="en-US" sz="1200" kern="100" dirty="0">
              <a:effectLst/>
              <a:latin typeface="Verdana" panose="020B0604030504040204" pitchFamily="34" charset="0"/>
              <a:ea typeface="Verdana" panose="020B0604030504040204" pitchFamily="34" charset="0"/>
              <a:cs typeface="Verdana" panose="020B0604030504040204" pitchFamily="34" charset="0"/>
            </a:endParaRPr>
          </a:p>
          <a:p>
            <a:endParaRPr lang="en-US" dirty="0"/>
          </a:p>
          <a:p>
            <a:pPr>
              <a:buFont typeface="Wingdings" panose="05000000000000000000" pitchFamily="2" charset="2"/>
              <a:buChar char="q"/>
            </a:pPr>
            <a:r>
              <a:rPr lang="en-US" b="0" dirty="0"/>
              <a:t>[Press Enter for animation] </a:t>
            </a:r>
            <a:r>
              <a:rPr lang="en-US" b="1" dirty="0"/>
              <a:t>Quick panel list all configurators or Right click on project on select </a:t>
            </a:r>
            <a:r>
              <a:rPr lang="en-US" b="1" dirty="0" err="1"/>
              <a:t>ModusToolbox</a:t>
            </a:r>
            <a:r>
              <a:rPr lang="en-US" b="1" dirty="0"/>
              <a:t>™ </a:t>
            </a:r>
          </a:p>
          <a:p>
            <a:pPr marL="0" indent="0">
              <a:buNone/>
            </a:pPr>
            <a:r>
              <a:rPr lang="en-US" b="1" dirty="0"/>
              <a:t>option for list of configurators </a:t>
            </a:r>
          </a:p>
          <a:p>
            <a:pPr marL="0" indent="0">
              <a:buNone/>
            </a:pPr>
            <a:endParaRPr lang="en-US" b="1" dirty="0"/>
          </a:p>
          <a:p>
            <a:pPr marL="0" indent="0">
              <a:buNone/>
            </a:pPr>
            <a:r>
              <a:rPr lang="en-US" b="1" dirty="0"/>
              <a:t>Lets look at the configurators in detail </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5C16DC70-1928-40FE-8617-1DA20C6F7A99}"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20557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Device Configurator helps in setting up the system-level functions, pins, and basic peripherals like UART, Timer, PWM, etc. </a:t>
            </a:r>
          </a:p>
          <a:p>
            <a:endParaRPr lang="en-US" dirty="0"/>
          </a:p>
          <a:p>
            <a:r>
              <a:rPr lang="en-US" dirty="0"/>
              <a:t>The Device Configurator GUI contains menus, icons, tabs, and several panes used to configure MCU peripherals. Let’s look at a few important ones.</a:t>
            </a:r>
          </a:p>
          <a:p>
            <a:endParaRPr lang="en-US" dirty="0"/>
          </a:p>
          <a:p>
            <a:r>
              <a:rPr lang="en-US" b="0" dirty="0"/>
              <a:t>[Press Enter for animation]  </a:t>
            </a:r>
            <a:r>
              <a:rPr lang="en-US" dirty="0"/>
              <a:t>Peripherals tab: The Peripherals tab is where you enable various analog, digital, system, and communication peripherals for the device to include in your application.</a:t>
            </a:r>
          </a:p>
          <a:p>
            <a:endParaRPr lang="en-US" dirty="0"/>
          </a:p>
          <a:p>
            <a:r>
              <a:rPr lang="en-US" b="0" dirty="0"/>
              <a:t>[Press Enter for animation] </a:t>
            </a:r>
            <a:r>
              <a:rPr lang="en-US" dirty="0"/>
              <a:t>By selecting the specific peripheral as shown here - “serial communication block (SCB) 1 with UART”, a parameter pane on the right-hand side shows up and contains all the parameters for the enabled resource.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DCD983E1-13C2-45A9-949A-51537C56D7C7}"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1227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endParaRPr lang="en-US" b="0" dirty="0"/>
          </a:p>
          <a:p>
            <a:endParaRPr lang="en-US" b="0" dirty="0"/>
          </a:p>
          <a:p>
            <a:r>
              <a:rPr lang="en-US" b="0" dirty="0"/>
              <a:t>[Press Enter for animation] </a:t>
            </a:r>
            <a:r>
              <a:rPr lang="en-US" dirty="0"/>
              <a:t>The Pins tab is where you configure all the pin-related settings. All available pins are shown in an expandable tree, arranged by port number.</a:t>
            </a:r>
          </a:p>
          <a:p>
            <a:r>
              <a:rPr lang="en-US" b="0" dirty="0"/>
              <a:t>[Press Enter for animation] </a:t>
            </a:r>
            <a:r>
              <a:rPr lang="en-US" dirty="0"/>
              <a:t>The interactive pin package diagram shows the different states of the pins; there is a legend on the diagram. You can enable/disable a pin by double-clicking it in the diagram.</a:t>
            </a:r>
          </a:p>
          <a:p>
            <a:endParaRPr lang="en-US" dirty="0"/>
          </a:p>
          <a:p>
            <a:r>
              <a:rPr lang="en-US" dirty="0"/>
              <a:t>Pin states are shown in different colors: ◼ White – GPIO  ◼ Green – Assigned  ◼ Grey – Power/ground pins ◼ Orange – Fixed function pins ◼ Red – Error state ◼ Semi-transparent – Indicates the hardware resource has been locked.</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23C1C92F-063E-4527-900B-B41E9C1769A4}"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10956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r>
              <a:rPr lang="en-US" dirty="0"/>
              <a:t>The Analog and Analog-Routing tabs help configure the various analog resources in your application. Enabled resources are indicated in green.</a:t>
            </a:r>
          </a:p>
          <a:p>
            <a:endParaRPr lang="en-US" dirty="0"/>
          </a:p>
          <a:p>
            <a:r>
              <a:rPr lang="en-US" dirty="0"/>
              <a:t>The Analog Routing allows you to manually edit the routing of analog resources in your application. It also provides the ability to lock down all or some of the results.</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1F53D827-310F-4380-B976-CD67DD99806C}"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7185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r>
              <a:rPr lang="en-US" dirty="0"/>
              <a:t>The System tab provides access to system-level functions, such as system clocks, power management, and debug interfaces.</a:t>
            </a:r>
          </a:p>
          <a:p>
            <a:endParaRPr lang="en-US" dirty="0"/>
          </a:p>
          <a:p>
            <a:r>
              <a:rPr lang="en-US" dirty="0"/>
              <a:t>The interactive clock diagram shows all the system clocks and how they connect to each other. You can enable/disable a clock by double-clicking it in the diagram. Enabled clocks are green, disabled clocks are white, and clocks in error state are red</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8CAE826C-32BE-4CAB-9110-6E8B05C203A0}"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84978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p>
          <a:p>
            <a:r>
              <a:rPr lang="en-US" dirty="0"/>
              <a:t>The Peripheral-Clocks tab lists all the clocks in a design used to drive the various peripherals.</a:t>
            </a:r>
            <a:endParaRPr lang="en-US" b="0" dirty="0"/>
          </a:p>
          <a:p>
            <a:endParaRPr lang="en-US" b="0" dirty="0"/>
          </a:p>
          <a:p>
            <a:r>
              <a:rPr lang="en-US" b="0" dirty="0"/>
              <a:t>[Press Enter for animation] </a:t>
            </a:r>
          </a:p>
          <a:p>
            <a:r>
              <a:rPr lang="en-US" dirty="0"/>
              <a:t>The DMA tab lists all the DMA resources in the design</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a:t>The Device Configurator saves configuration information in a </a:t>
            </a:r>
            <a:r>
              <a:rPr lang="en-US" b="0" dirty="0" err="1"/>
              <a:t>design.modus</a:t>
            </a:r>
            <a:r>
              <a:rPr lang="en-US" b="0" dirty="0"/>
              <a:t> file, which contains all the required information about the device and the application. When you save changes, the Device Configurator generates/updates firmware in the BSP’s "</a:t>
            </a:r>
            <a:r>
              <a:rPr lang="en-US" b="0" dirty="0" err="1"/>
              <a:t>GeneratedSource</a:t>
            </a:r>
            <a:r>
              <a:rPr lang="en-US" b="0" dirty="0"/>
              <a:t>" folder</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99B5F25B-F531-4031-A954-A1AC76726BD2}"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9698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seen in the E1 session, the CM33 core comes with </a:t>
            </a:r>
            <a:r>
              <a:rPr lang="en-US" dirty="0" err="1"/>
              <a:t>TrustZone</a:t>
            </a:r>
            <a:r>
              <a:rPr lang="en-US" dirty="0"/>
              <a:t> enabled. </a:t>
            </a:r>
            <a:r>
              <a:rPr lang="en-US" dirty="0" err="1"/>
              <a:t>TrustZone</a:t>
            </a:r>
            <a:r>
              <a:rPr lang="en-US" dirty="0"/>
              <a:t> Technology is a new technology from Arm that adds two additional states to the CPU namely Secure and Non-Secure on top of thread and handler states. This allows resources to be partitioned between Secure and Non-Secure states as shown in the figure. </a:t>
            </a:r>
            <a:r>
              <a:rPr lang="en-US" dirty="0" err="1"/>
              <a:t>TrustZone</a:t>
            </a:r>
            <a:r>
              <a:rPr lang="en-US" dirty="0"/>
              <a:t> represents the boundary within which the code can be trusted. </a:t>
            </a:r>
          </a:p>
          <a:p>
            <a:endParaRPr lang="en-US" dirty="0"/>
          </a:p>
          <a:p>
            <a:r>
              <a:rPr lang="en-US" dirty="0"/>
              <a:t>Due to these security states, the same resource like a physical memory can be accessed from a Secure aliased or a non-Secure aliased region based on the security setting. This allows resources to be isolated between the two states.</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54C6B415-C00D-49FF-9B35-D09C0FC73A8F}"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36847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allocation of security attributes is done using the Implementation Defined Attribution Unit or IDAU and Secure Attribution Unit or SAU. The IDAU sets the default security attributes for a region by design. The SAU is user configurable and can be set to Secure, Non-Secure or Non-Secure Callable. The security attribute of a memory region is the resultant of the combination of SAU and IDAU. The higher security level of the two takes precedence. </a:t>
            </a:r>
          </a:p>
          <a:p>
            <a:endParaRPr lang="en-US" dirty="0"/>
          </a:p>
          <a:p>
            <a:r>
              <a:rPr lang="en-US" dirty="0"/>
              <a:t>As seen in the figure, the physical memory is aliased into Secure and Non-Secure. If the top-half of the physical memory is set to NS using the attribution units, then that memory region can only be accessed from the NS alias and vice-versa.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D3EB7B2B-ED94-4FC2-8426-D0FE460D1BAB}"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78977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illustration, the physical memory is divided into two distinct NS regions that are non-contiguous. Two entries of the SAU are assigned as NS to make the resultant of the IDAU and SAU as NS. </a:t>
            </a:r>
          </a:p>
          <a:p>
            <a:endParaRPr lang="en-US" dirty="0"/>
          </a:p>
          <a:p>
            <a:r>
              <a:rPr lang="en-US" dirty="0"/>
              <a:t>Since the number of SAU entries are just 8, it is beneficial to have contiguous memory regions marked as NS rather than non-contiguous. This way SAU entries can be optimized.</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5A9F0886-B88B-4117-BAA9-7A4CB828B0AB}"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72037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SAU and IDAU filter the access at the CPU level. To filter accesses at the memory level Memory Protection Controllers or MPCs are used. MPCs allows finer control over security accesses by allowing you to configure the protection context, read/write access and security attribute. For example, for RRAM, the MPCs allow granular control of 4KB blocks. </a:t>
            </a:r>
          </a:p>
          <a:p>
            <a:endParaRPr lang="en-US" dirty="0"/>
          </a:p>
          <a:p>
            <a:r>
              <a:rPr lang="en-US" dirty="0"/>
              <a:t>Similarly, the Peripheral Protection Controller (PPCs) control the security attributes for peripheral regions.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C2AF5C1E-584B-4ABF-8438-63BFFBEE9674}"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19</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42091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MPCs contain a Look Up Table (LUT) for the security attributes for each block per PC. This allows you to control the accesses for each of the PCs for a particular block of memory.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738967E8-BEF3-4D50-B856-951F25AEA4C5}"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99166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the transactions occur and how accesses get restricted or allowed. </a:t>
            </a:r>
          </a:p>
          <a:p>
            <a:endParaRPr lang="en-US" dirty="0"/>
          </a:p>
          <a:p>
            <a:r>
              <a:rPr lang="en-US" dirty="0"/>
              <a:t>If the processor is in Secure State, the resultant of SAU and IDAU which is set to Secure mark the transaction as being Secure and allow it to go through. At the memory level, since the MPC is marked as Secure, the transaction goes through and access is allowed.</a:t>
            </a:r>
          </a:p>
          <a:p>
            <a:endParaRPr lang="en-US" dirty="0"/>
          </a:p>
          <a:p>
            <a:r>
              <a:rPr lang="en-US" dirty="0"/>
              <a:t>In the second example, the processor in the non-secure state is blocked access if the SAU+IDAU is set to Secure. </a:t>
            </a:r>
          </a:p>
          <a:p>
            <a:endParaRPr lang="en-US" dirty="0"/>
          </a:p>
          <a:p>
            <a:r>
              <a:rPr lang="en-US" dirty="0"/>
              <a:t>Similarly, if the memory is marked as NS using the MPC, the access is blocked for a secure transaction. </a:t>
            </a:r>
          </a:p>
          <a:p>
            <a:endParaRPr lang="en-US" dirty="0"/>
          </a:p>
          <a:p>
            <a:r>
              <a:rPr lang="en-US" dirty="0"/>
              <a:t>The transaction only goes through if the security profile between the IDAU + SAU and MPC remains the same.</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A433219F-85A4-4BCB-8DBE-343EB53BB13C}"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12770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Access Control tab is a new addition to the Device Configurator. This tab will allow users to setup the protection units and security attributes for memory regions using an intuitive graphical interface. This way access to the memory regions for different bus masters can be controlled.</a:t>
            </a:r>
          </a:p>
          <a:p>
            <a:endParaRPr lang="en-US" dirty="0"/>
          </a:p>
          <a:p>
            <a:r>
              <a:rPr lang="en-US" dirty="0"/>
              <a:t>The visualizations are just an example and subject to change.</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96D7DF9A-1B79-470A-9ACA-7D64ABE00C4C}"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89294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following memo describes the architectural and customer impact on having a secure processing environment (SPE) running on the same core (CM33), simultaneously with a non-secure processing environment (NSPE). It will explain the impact of the NSPE when the SPE is executing,</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165900AC-B6E4-470C-A108-11D446FEB3AE}"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10908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the consequences of this, here are some examples of the NSPE needing timing related priority to ensure the functions of the product: • Bluetooth timing requirements of the stack • Collecting sensor data from the DMA and interrupts • Processing voice input ensuring samples aren’t dropped. • Performing motor control functions</a:t>
            </a:r>
          </a:p>
          <a:p>
            <a:endParaRPr lang="en-US" dirty="0"/>
          </a:p>
          <a:p>
            <a:endParaRPr lang="en-US" dirty="0"/>
          </a:p>
          <a:p>
            <a:r>
              <a:rPr lang="en-US" dirty="0"/>
              <a:t>What this ultimately means is when context is switched to the SPE, context cannot be passed back to the NSPE until the SPE runs to completion. The stock TF-M implementation does not have any isolated timing requirements, however, when NSPE requests a service from the SPE within the CM33, the NSPE CM33 will be blocked until completion resulting in a synchronous blocking call to the SPE.</a:t>
            </a:r>
          </a:p>
          <a:p>
            <a:endParaRPr lang="en-US" dirty="0"/>
          </a:p>
          <a:p>
            <a:r>
              <a:rPr lang="en-US" dirty="0"/>
              <a:t>For More detail refer the MEMO</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5445E95B-9696-44D6-A6B4-30FD335F030F}"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78327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security domain is a software abstraction that allows the grouping of resources into domains to isolate accesses between one another. </a:t>
            </a:r>
          </a:p>
          <a:p>
            <a:endParaRPr lang="en-US" dirty="0"/>
          </a:p>
          <a:p>
            <a:r>
              <a:rPr lang="en-US" dirty="0"/>
              <a:t>At isolation level 1, there’s two domains, the Secure Processing Environment (SPE) and Non-Secure Processing Environment (NSPE). The SPE represents in the Secure CM33 and the NSPE represents both the Non-Secure CM33 and Non-Secure CM55. </a:t>
            </a:r>
          </a:p>
          <a:p>
            <a:endParaRPr lang="en-US" dirty="0"/>
          </a:p>
          <a:p>
            <a:r>
              <a:rPr lang="en-US" dirty="0"/>
              <a:t>At isolation level 2, we drill down further into the SPE to isolate the Platform Root Of Trust and Application Root of Trust. </a:t>
            </a:r>
          </a:p>
          <a:p>
            <a:endParaRPr lang="en-US" dirty="0"/>
          </a:p>
          <a:p>
            <a:r>
              <a:rPr lang="en-US" dirty="0"/>
              <a:t>At isolation level 3, we isolate all the secure services that are offered as part of the Platform </a:t>
            </a:r>
            <a:r>
              <a:rPr lang="en-US" dirty="0" err="1"/>
              <a:t>RoT</a:t>
            </a:r>
            <a:r>
              <a:rPr lang="en-US" dirty="0"/>
              <a:t> and Application </a:t>
            </a:r>
            <a:r>
              <a:rPr lang="en-US" dirty="0" err="1"/>
              <a:t>RoT</a:t>
            </a:r>
            <a:r>
              <a:rPr lang="en-US" dirty="0"/>
              <a:t>.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739EDB7D-8C77-40C6-88E0-E30217972BEB}"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90512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resources can be assigned to a security domain in the device configurator to isolate them from one another. More on security domains will be covered in a later slide.</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2E1C4D55-AF10-4F66-A722-8697E4961800}"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6872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PSOC Edge E84 comes with wide variety of memory options. All the Infineon code examples contains a set of default linker scripts. </a:t>
            </a:r>
          </a:p>
          <a:p>
            <a:endParaRPr lang="en-IN" dirty="0"/>
          </a:p>
          <a:p>
            <a:r>
              <a:rPr lang="en-IN" dirty="0"/>
              <a:t>A linker scripts can be modified by user as per their needs.</a:t>
            </a:r>
          </a:p>
          <a:p>
            <a:endParaRPr lang="en-IN" dirty="0"/>
          </a:p>
          <a:p>
            <a:r>
              <a:rPr lang="en-IN" dirty="0"/>
              <a:t>By considering the default configuration, lets look at how the memories are being used.</a:t>
            </a:r>
          </a:p>
          <a:p>
            <a:endParaRPr lang="en-IN" dirty="0"/>
          </a:p>
          <a:p>
            <a:r>
              <a:rPr lang="en-IN" dirty="0"/>
              <a:t>First one on the list is RRAM, </a:t>
            </a:r>
            <a:r>
              <a:rPr lang="en-IN" sz="1200" b="0" i="0" u="none" strike="noStrike" kern="1200" baseline="0" dirty="0">
                <a:solidFill>
                  <a:schemeClr val="tx1"/>
                </a:solidFill>
                <a:latin typeface="Arial" panose="020B0604020202020204" pitchFamily="34" charset="0"/>
                <a:ea typeface="+mn-ea"/>
                <a:cs typeface="Arial" panose="020B0604020202020204" pitchFamily="34" charset="0"/>
              </a:rPr>
              <a:t>resistive random access memory with 256 KB divided into particular section like L1 boot , CM33 secure application and CM33 Non secure or  for CM55 application + we have 172 KB available in A0 silicon which can be used for CM33 Non secure or  for CM55 application </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B5D69D92-B57E-4907-952B-B8A44B717362}"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18870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PSOC Edge kit has multiple option for external flash.</a:t>
            </a:r>
          </a:p>
          <a:p>
            <a:endParaRPr lang="en-IN" dirty="0"/>
          </a:p>
          <a:p>
            <a:r>
              <a:rPr lang="en-IN" dirty="0"/>
              <a:t>PSOC Edge supports 2 external flash namely XIP0 and XIP1 </a:t>
            </a:r>
          </a:p>
          <a:p>
            <a:endParaRPr lang="en-IN" dirty="0"/>
          </a:p>
          <a:p>
            <a:r>
              <a:rPr lang="en-IN" dirty="0"/>
              <a:t>This slide shows the default memory map for External flash XIP0 , Make a note XIP1 is unused.</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82E57B6A-C0BE-48FC-85B1-CCBF5CD08016}"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44558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We have 2 SRAM namely SRAM0 and SRAM1</a:t>
            </a:r>
          </a:p>
          <a:p>
            <a:endParaRPr lang="en-I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IN" dirty="0"/>
              <a:t>This slide shows the default memory map for SRAM0, 512 KB memory has been divided into mainly L1 boot, CM33 Secure and CM33 Non secure application </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3AFACC9F-470C-44AB-BC0C-B0DEB0F2FEBF}"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29</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18428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IN" dirty="0"/>
              <a:t>This slide shows the default memory map for SRAM1, 512 KB memory has been divided into mainly CM55 Non Secure application and shared memory </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EDB9DCF2-8911-4989-A62D-3B818B2F6EB9}"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40555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Arial" panose="020B0604020202020204" pitchFamily="34" charset="0"/>
                <a:ea typeface="+mn-ea"/>
                <a:cs typeface="Arial" panose="020B0604020202020204" pitchFamily="34" charset="0"/>
              </a:rPr>
              <a:t>Approx 5 MB System SRAM, also </a:t>
            </a:r>
            <a:r>
              <a:rPr lang="en-GB" sz="1200" b="0" i="0" u="none" strike="noStrike" kern="1200" baseline="0">
                <a:solidFill>
                  <a:schemeClr val="tx1"/>
                </a:solidFill>
                <a:latin typeface="Arial" panose="020B0604020202020204" pitchFamily="34" charset="0"/>
                <a:ea typeface="+mn-ea"/>
                <a:cs typeface="Arial" panose="020B0604020202020204" pitchFamily="34" charset="0"/>
              </a:rPr>
              <a:t>known as "</a:t>
            </a:r>
            <a:r>
              <a:rPr lang="en-GB" sz="1200" b="0" i="0" u="none" strike="noStrike" kern="1200" baseline="0" dirty="0">
                <a:solidFill>
                  <a:schemeClr val="tx1"/>
                </a:solidFill>
                <a:latin typeface="Arial" panose="020B0604020202020204" pitchFamily="34" charset="0"/>
                <a:ea typeface="+mn-ea"/>
                <a:cs typeface="Arial" panose="020B0604020202020204" pitchFamily="34" charset="0"/>
              </a:rPr>
              <a:t>system-on-chip memory" (</a:t>
            </a:r>
            <a:r>
              <a:rPr lang="en-GB" sz="1200" b="0" i="0" u="none" strike="noStrike" kern="1200" baseline="0" dirty="0" err="1">
                <a:solidFill>
                  <a:schemeClr val="tx1"/>
                </a:solidFill>
                <a:latin typeface="Arial" panose="020B0604020202020204" pitchFamily="34" charset="0"/>
                <a:ea typeface="+mn-ea"/>
                <a:cs typeface="Arial" panose="020B0604020202020204" pitchFamily="34" charset="0"/>
              </a:rPr>
              <a:t>SoCMEM</a:t>
            </a:r>
            <a:r>
              <a:rPr lang="en-GB" sz="1200" b="0" i="0" u="none" strike="noStrike" kern="1200" baseline="0" dirty="0">
                <a:solidFill>
                  <a:schemeClr val="tx1"/>
                </a:solidFill>
                <a:latin typeface="Arial" panose="020B0604020202020204" pitchFamily="34" charset="0"/>
                <a:ea typeface="+mn-ea"/>
                <a:cs typeface="Arial" panose="020B0604020202020204" pitchFamily="34" charset="0"/>
              </a:rPr>
              <a:t>). This memory is organized in ten partitions of 512‑KB each, with retention of individual partitions. It can be accessed from either the M55 or the M33 domain, with bus </a:t>
            </a:r>
            <a:r>
              <a:rPr lang="en-IN" sz="1200" b="0" i="0" u="none" strike="noStrike" kern="1200" baseline="0" dirty="0">
                <a:solidFill>
                  <a:schemeClr val="tx1"/>
                </a:solidFill>
                <a:latin typeface="Arial" panose="020B0604020202020204" pitchFamily="34" charset="0"/>
                <a:ea typeface="+mn-ea"/>
                <a:cs typeface="Arial" panose="020B0604020202020204" pitchFamily="34" charset="0"/>
              </a:rPr>
              <a:t>arbitration</a:t>
            </a:r>
            <a:endParaRPr lang="en-I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I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IN" dirty="0"/>
              <a:t>This slide shows the default memory map for </a:t>
            </a:r>
            <a:r>
              <a:rPr lang="en-IN" dirty="0" err="1"/>
              <a:t>SoCMEM</a:t>
            </a:r>
            <a:r>
              <a:rPr lang="en-IN" dirty="0"/>
              <a:t>. </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648C3C20-FAE9-48CD-9AE2-381A77A4ADF1}"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08847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IN" dirty="0"/>
              <a:t>This slide shows the default memory map for DTCM &amp; ITCM, 256 KB memory which can be used for CM55</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D6D69F44-2F84-468D-803D-58C859796215}"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59722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PSOC Edge code examples uses seven linker scripts. </a:t>
            </a:r>
          </a:p>
          <a:p>
            <a:pPr marL="171450" indent="-171450">
              <a:buFont typeface="Arial" panose="020B0604020202020204" pitchFamily="34" charset="0"/>
              <a:buChar char="•"/>
            </a:pPr>
            <a:r>
              <a:rPr lang="en-IN" dirty="0"/>
              <a:t>3 RAM configuration for CMM33 secure , CM33 Non secure and CM55 application</a:t>
            </a:r>
          </a:p>
          <a:p>
            <a:pPr marL="171450" indent="-171450">
              <a:buFont typeface="Arial" panose="020B0604020202020204" pitchFamily="34" charset="0"/>
              <a:buChar char="•"/>
            </a:pPr>
            <a:r>
              <a:rPr lang="en-IN" dirty="0"/>
              <a:t>3 Flash configuration for CMM33 secure , CM33 Non secure and CM55 application</a:t>
            </a:r>
          </a:p>
          <a:p>
            <a:pPr marL="171450" indent="-171450">
              <a:buFont typeface="Arial" panose="020B0604020202020204" pitchFamily="34" charset="0"/>
              <a:buChar char="•"/>
            </a:pPr>
            <a:r>
              <a:rPr lang="en-IN" dirty="0"/>
              <a:t>And one common linker script which has all the memory section described </a:t>
            </a:r>
          </a:p>
          <a:p>
            <a:endParaRPr lang="en-IN" dirty="0"/>
          </a:p>
          <a:p>
            <a:r>
              <a:rPr lang="en-IN" dirty="0"/>
              <a:t>Default linker scripts used in most of our code examples are based of flash.</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E1067919-F3AE-4952-B55B-CBEB47032509}"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23942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tab is a new addition to the device configurator and allows you to place code and data on different memories and get the maximum performance and lowest power needed for your application. The output of this tab will be a linker script that you can directly use in your application.</a:t>
            </a:r>
          </a:p>
          <a:p>
            <a:endParaRPr lang="en-US" dirty="0"/>
          </a:p>
          <a:p>
            <a:r>
              <a:rPr lang="en-US" dirty="0"/>
              <a:t>Note : Memory configurator is in development stage. Full pledge version will be available in upcoming version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67FE5C07-546D-479D-BEB4-003F0D9CD0BF}"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54425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tab will also provide a high-level visualization of where the different projects are stored and how much size they occupy. All visualizations are just an example and subject to change.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D653DC66-A78C-4B6E-BF1D-1FD413360ECC}"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72139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Now let’s look at the QSPI Configurator</a:t>
            </a:r>
          </a:p>
          <a:p>
            <a:endParaRPr lang="en-US" dirty="0"/>
          </a:p>
          <a:p>
            <a:r>
              <a:rPr lang="en-US" dirty="0"/>
              <a:t>The Quad Serial Peripheral Interface (QSPI) Configurator helps configure external memories and generate code for easy integration into the application. You can open or create memory configuration files, configure memory slots, and generate code for your application. </a:t>
            </a:r>
          </a:p>
          <a:p>
            <a:endParaRPr lang="en-US" dirty="0"/>
          </a:p>
          <a:p>
            <a:r>
              <a:rPr lang="en-US" dirty="0"/>
              <a:t>The CAT1D category of devices where PSOC Edge E84 MCUs fall under, supports extending the default RAM and flash with external memory chips of the following types: flash, non-volatile FRAM, or RAM. </a:t>
            </a:r>
          </a:p>
          <a:p>
            <a:endParaRPr lang="en-US" dirty="0"/>
          </a:p>
          <a:p>
            <a:r>
              <a:rPr lang="en-US" dirty="0"/>
              <a:t>The QSPI Configurator holds information about the set of default memory parts. However, if your specific memory part is not present, you can create a new one.</a:t>
            </a:r>
          </a:p>
          <a:p>
            <a:endParaRPr lang="en-US" dirty="0"/>
          </a:p>
          <a:p>
            <a:r>
              <a:rPr lang="en-US" b="0" dirty="0"/>
              <a:t>The QSPI Configurator saves configuration information in a .</a:t>
            </a:r>
            <a:r>
              <a:rPr lang="en-US" b="0" dirty="0" err="1"/>
              <a:t>cyqspi</a:t>
            </a:r>
            <a:r>
              <a:rPr lang="en-US" b="0" dirty="0"/>
              <a:t> file, which contains all the required information about the device and the application. When you save changes, the QSPI Configurator generates/updates firmware in the BSP’s "</a:t>
            </a:r>
            <a:r>
              <a:rPr lang="en-US" b="0" dirty="0" err="1"/>
              <a:t>GeneratedSource</a:t>
            </a:r>
            <a:r>
              <a:rPr lang="en-US" b="0" dirty="0"/>
              <a:t>" folder.</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38AE9D4C-35CD-42B6-958E-4D928C5CE904}"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57655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 – need to leverage overlay)</a:t>
            </a:r>
          </a:p>
          <a:p>
            <a:endParaRPr lang="en-US" dirty="0"/>
          </a:p>
          <a:p>
            <a:r>
              <a:rPr lang="en-US" dirty="0"/>
              <a:t>Moving further, we have the SMART I/O Configurator</a:t>
            </a:r>
          </a:p>
          <a:p>
            <a:endParaRPr lang="en-US" dirty="0"/>
          </a:p>
          <a:p>
            <a:r>
              <a:rPr lang="en-US" dirty="0"/>
              <a:t>The Smart I/O Configurator is part of a collection of tools included in the </a:t>
            </a:r>
            <a:r>
              <a:rPr lang="en-US" dirty="0" err="1"/>
              <a:t>ModusToolbox</a:t>
            </a:r>
            <a:r>
              <a:rPr lang="en-US" dirty="0"/>
              <a:t> software. It provides a GUI to configure the Smart I/O.</a:t>
            </a:r>
          </a:p>
          <a:p>
            <a:endParaRPr lang="en-US" dirty="0"/>
          </a:p>
          <a:p>
            <a:r>
              <a:rPr lang="en-US" dirty="0"/>
              <a:t>The Smart I/O block adds programmable logic to an I/O port.</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a:t>[Press Enter for animation] </a:t>
            </a:r>
          </a:p>
          <a:p>
            <a:r>
              <a:rPr lang="en-US" dirty="0"/>
              <a:t>It is positioned in the signal path between the highspeed I/O matrix (HSIOM) and the I/O port. The HSIOM multiplexes the output signals from fixed-function peripherals and the CPU to a specific port pin and vice-versa. The Smart I/O block is placed on this signal path, acting as a bridge that can process signals between port pins and the HSIOM.</a:t>
            </a:r>
          </a:p>
          <a:p>
            <a:endParaRPr lang="en-US" dirty="0"/>
          </a:p>
          <a:p>
            <a:r>
              <a:rPr lang="en-US" dirty="0"/>
              <a:t>There are several areas in the GUI to configure signals: Chip, I/O, Data Unit, and LUT. Inputs to the chip from the I/O port can be logically operated upon before being routed to the peripheral blocks or internal connections of the chip. Likewise, outputs from the peripheral blocks or internal connections of the chip can be logically operated upon before being routed to the I/O port.</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8EDDD615-7707-4163-B8F9-2334B1C5759E}"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20742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PSOC™ Edge E84 secured boot process starts with BOOT_ROM. As a root-of-trust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RoT</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it entails the next</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level software authentication through the public key cryptography to ensure that only authorized software is</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loaded and executed on the device</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Secured enclave boot</a:t>
            </a:r>
          </a:p>
          <a:p>
            <a:endParaRPr lang="en-US" sz="1200" dirty="0"/>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PSOC™ Edge E84 secured enclave is based on the lock-step Cortex® -M0+ CPU, coupled with dedicated local</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ROM, SRAM, and islands of replication of hardware cryptographic accelerators. The secured enclave has</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exclusive access to the sensitive data on the device. It is isolated from the rest of the system and provides a</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secured environment for secure boot and PSA-compliant cryptographic services. APPCPUSS and SYSCPUSS can </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communicate with the secured enclave through a tightly-controlled IPC mechanism. The secure enclave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decides what information should be shared in response to an IPC request.</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secured enclave provides multi-stage booting through immutable ROM_BOOT and RRAM_BOOT.</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Together, BOOT_ROM and RRAM_BOOT offer the following functionality.</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Implements a hardware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RoT</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in protection-context 0 and provides an immutable trust anchor based on</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authorization from Infineon</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Applies the trims and performs authentication of Extended Boot  and launches them on successful</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authentication</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Authenticates and launches the SE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RAMApps</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(Secured Enclave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RAMApps</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and enables the device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provisioning</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Facilitates “secured debug” by enforcing access restrictions on the debug access port (SWD/JTAG)</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Provides PSA-compliant Crypto services for Application CPUs</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is the first code executed by the CM33 CPU of PSOC™ Edge E84. The secured enclave boot</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software authenticates the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image on RRAM, and launches it if authentication is successful.</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Devices are shipped out from Infineon in development lifecycles. In this lifecycles,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is pre-programmed into</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device, but not locked down.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stock version of the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offers the serial interface (I2C, SPI,</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UART and USB) capability. Infineon also releases a version of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without alternate serial</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interfaces, which reduces the footprint on RRAM. As long as the device is in development lifecycles,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can be re-programmed via the secured enclave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RAMApps</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provided by Infineon.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gets locked</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down when device transitions to production lifecycle. Note that since Secured Enclave can only authenticate</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Infineon-signed versions of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it is mandatory to use Infineon-released versions</a:t>
            </a:r>
            <a:endParaRPr lang="en-US" dirty="0"/>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Extended Boot launches CM33 Secure project present in RRAM from a fixed location, which then configures external QSPI flash in XIP mode and launches CM33 Non-Secure application. Additionally CM33 Non-Secure application enables CM55 CPU and launches the CM55 application in external flash.</a:t>
            </a:r>
            <a:endParaRPr lang="en-US" dirty="0"/>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3343E869-51C1-487E-A659-DF7459E7FCF9}"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22493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lr>
                <a:srgbClr val="0A8276"/>
              </a:buClr>
              <a:buFont typeface="Wingdings" panose="05000000000000000000" pitchFamily="2" charset="2"/>
              <a:buNone/>
            </a:pPr>
            <a:r>
              <a:rPr lang="en-US" sz="1200" dirty="0"/>
              <a:t>Development : </a:t>
            </a:r>
          </a:p>
          <a:p>
            <a:pPr>
              <a:buClr>
                <a:srgbClr val="0A8276"/>
              </a:buClr>
              <a:buFont typeface="Wingdings" panose="05000000000000000000" pitchFamily="2" charset="2"/>
              <a:buChar char="q"/>
            </a:pPr>
            <a:r>
              <a:rPr lang="en-US" sz="1200" dirty="0"/>
              <a:t>PSOC Edge MCU is shipped from Infineon factory in the “Development” lifecycle. OEM can extend the ownership of the device by provisioning the device with OEM certificate.</a:t>
            </a:r>
          </a:p>
          <a:p>
            <a:pPr>
              <a:buClr>
                <a:srgbClr val="0A8276"/>
              </a:buClr>
              <a:buFont typeface="Wingdings" panose="05000000000000000000" pitchFamily="2" charset="2"/>
              <a:buChar char="q"/>
            </a:pPr>
            <a:endParaRPr lang="en-US" sz="1200" dirty="0"/>
          </a:p>
          <a:p>
            <a:pPr>
              <a:buClr>
                <a:srgbClr val="0A8276"/>
              </a:buClr>
              <a:buFont typeface="Wingdings" panose="05000000000000000000" pitchFamily="2" charset="2"/>
              <a:buChar char="q"/>
            </a:pPr>
            <a:r>
              <a:rPr lang="en-US" sz="1200" dirty="0"/>
              <a:t> Provisioning process installs the OEM keys; debug, boot, and system configuration policies; as well as the extended boot software</a:t>
            </a:r>
          </a:p>
          <a:p>
            <a:pPr>
              <a:buClr>
                <a:srgbClr val="0A8276"/>
              </a:buClr>
              <a:buFont typeface="Wingdings" panose="05000000000000000000" pitchFamily="2" charset="2"/>
              <a:buChar char="q"/>
            </a:pPr>
            <a:endParaRPr lang="en-US" sz="1200" dirty="0"/>
          </a:p>
          <a:p>
            <a:pPr>
              <a:buClr>
                <a:srgbClr val="0A8276"/>
              </a:buClr>
              <a:buFont typeface="Wingdings" panose="05000000000000000000" pitchFamily="2" charset="2"/>
              <a:buChar char="q"/>
            </a:pPr>
            <a:r>
              <a:rPr lang="en-US" sz="1200" dirty="0"/>
              <a:t>The development lifecycle is recommended for all development activity until the device is ready to go for production</a:t>
            </a:r>
          </a:p>
          <a:p>
            <a:pPr>
              <a:buClr>
                <a:srgbClr val="0A8276"/>
              </a:buClr>
              <a:buFont typeface="Wingdings" panose="05000000000000000000" pitchFamily="2" charset="2"/>
              <a:buChar char="q"/>
            </a:pPr>
            <a:endParaRPr lang="en-US" sz="1200" dirty="0"/>
          </a:p>
          <a:p>
            <a:pPr>
              <a:buClr>
                <a:srgbClr val="0A8276"/>
              </a:buClr>
              <a:buFont typeface="Wingdings" panose="05000000000000000000" pitchFamily="2" charset="2"/>
              <a:buChar char="q"/>
            </a:pPr>
            <a:r>
              <a:rPr lang="en-US" sz="1200" dirty="0"/>
              <a:t>In this lifecycle OEM can enable or disable the secure boot.</a:t>
            </a:r>
          </a:p>
          <a:p>
            <a:pPr>
              <a:buClr>
                <a:srgbClr val="0A8276"/>
              </a:buClr>
              <a:buFont typeface="Wingdings" panose="05000000000000000000" pitchFamily="2" charset="2"/>
              <a:buChar char="q"/>
            </a:pPr>
            <a:endParaRPr lang="en-US" sz="1200" dirty="0"/>
          </a:p>
          <a:p>
            <a:pPr>
              <a:buClr>
                <a:srgbClr val="0A8276"/>
              </a:buClr>
              <a:buFont typeface="Wingdings" panose="05000000000000000000" pitchFamily="2" charset="2"/>
              <a:buNone/>
            </a:pPr>
            <a:r>
              <a:rPr lang="en-US" sz="1200" dirty="0"/>
              <a:t>Production : </a:t>
            </a:r>
          </a:p>
          <a:p>
            <a:pPr>
              <a:buClr>
                <a:srgbClr val="0A8276"/>
              </a:buClr>
              <a:buFont typeface="Wingdings" panose="05000000000000000000" pitchFamily="2" charset="2"/>
              <a:buChar char="q"/>
            </a:pPr>
            <a:r>
              <a:rPr lang="en-US" sz="1200" dirty="0"/>
              <a:t> OEM can transition the device from “Development” to “Production” by provisioning the device with a OEM “Production certificate”.</a:t>
            </a:r>
          </a:p>
          <a:p>
            <a:pPr>
              <a:buClr>
                <a:srgbClr val="0A8276"/>
              </a:buClr>
              <a:buFont typeface="Wingdings" panose="05000000000000000000" pitchFamily="2" charset="2"/>
              <a:buChar char="q"/>
            </a:pPr>
            <a:endParaRPr lang="en-US" sz="1200" dirty="0"/>
          </a:p>
          <a:p>
            <a:pPr>
              <a:buClr>
                <a:srgbClr val="0A8276"/>
              </a:buClr>
              <a:buFont typeface="Wingdings" panose="05000000000000000000" pitchFamily="2" charset="2"/>
              <a:buChar char="q"/>
            </a:pPr>
            <a:r>
              <a:rPr lang="en-US" sz="1200" dirty="0"/>
              <a:t>Re-provisioning is possible if allowed by the policy</a:t>
            </a:r>
          </a:p>
          <a:p>
            <a:pPr>
              <a:buClr>
                <a:srgbClr val="0A8276"/>
              </a:buClr>
              <a:buFont typeface="Wingdings" panose="05000000000000000000" pitchFamily="2" charset="2"/>
              <a:buChar char="q"/>
            </a:pPr>
            <a:endParaRPr lang="en-US" sz="1200" dirty="0"/>
          </a:p>
          <a:p>
            <a:pPr>
              <a:buClr>
                <a:srgbClr val="0A8276"/>
              </a:buClr>
              <a:buFont typeface="Wingdings" panose="05000000000000000000" pitchFamily="2" charset="2"/>
              <a:buChar char="q"/>
            </a:pPr>
            <a:r>
              <a:rPr lang="en-US" sz="1200" dirty="0"/>
              <a:t> Secure boot is always enabled in this lifecycle</a:t>
            </a:r>
          </a:p>
          <a:p>
            <a:pPr>
              <a:buClr>
                <a:srgbClr val="0A8276"/>
              </a:buClr>
              <a:buFont typeface="Wingdings" panose="05000000000000000000" pitchFamily="2" charset="2"/>
              <a:buNone/>
            </a:pPr>
            <a:endParaRPr lang="en-US" dirty="0"/>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r>
              <a:rPr lang="en-US" sz="1200" dirty="0"/>
              <a:t>Most device assets are “frozen” in the production lifecycle and cannot be changed unless allowed by the re-provisioning policy.</a:t>
            </a:r>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endParaRPr lang="en-US" sz="1200" dirty="0"/>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r>
              <a:rPr lang="en-US" sz="1200" dirty="0"/>
              <a:t>Note: OEM certificate for provisioning is required to be signed by Infineon. Edge Protect Signing service can be availed to sign the certificate</a:t>
            </a:r>
            <a:r>
              <a:rPr lang="en-US" dirty="0"/>
              <a:t>. </a:t>
            </a:r>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endParaRPr lang="en-US" dirty="0"/>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r>
              <a:rPr lang="en-US" dirty="0"/>
              <a:t>RMA :</a:t>
            </a:r>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endParaRPr lang="en-US" dirty="0"/>
          </a:p>
          <a:p>
            <a:pPr marL="171450" marR="0" lvl="0" indent="-17145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r>
              <a:rPr lang="en-US" dirty="0"/>
              <a:t>Transition to RMA is possible from development and production lifecycle</a:t>
            </a:r>
          </a:p>
          <a:p>
            <a:pPr marL="171450" marR="0" lvl="0" indent="-17145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endParaRPr lang="en-US" dirty="0"/>
          </a:p>
          <a:p>
            <a:pPr marL="171450" marR="0" lvl="0" indent="-17145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r>
              <a:rPr lang="en-US" dirty="0"/>
              <a:t>It is performed by an SE Service application, which is provided by Infineon</a:t>
            </a:r>
          </a:p>
          <a:p>
            <a:pPr marL="171450" marR="0" lvl="0" indent="-17145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endParaRPr lang="en-US" dirty="0"/>
          </a:p>
          <a:p>
            <a:pPr marL="171450" marR="0" lvl="0" indent="-17145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r>
              <a:rPr lang="en-US" dirty="0"/>
              <a:t>Device in RMA mode can be shipped to Infineon for failure analysis</a:t>
            </a:r>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endParaRPr lang="en-US" sz="1200" dirty="0"/>
          </a:p>
          <a:p>
            <a:pPr>
              <a:buClr>
                <a:srgbClr val="0A8276"/>
              </a:buClr>
              <a:buFont typeface="Wingdings" panose="05000000000000000000" pitchFamily="2" charset="2"/>
              <a:buChar char="q"/>
            </a:pPr>
            <a:endParaRPr lang="en-US" dirty="0"/>
          </a:p>
          <a:p>
            <a:endParaRPr lang="en-US" dirty="0"/>
          </a:p>
        </p:txBody>
      </p:sp>
      <p:sp>
        <p:nvSpPr>
          <p:cNvPr id="4" name="Header Placeholder 3"/>
          <p:cNvSpPr>
            <a:spLocks noGrp="1"/>
          </p:cNvSpPr>
          <p:nvPr>
            <p:ph type="hdr" sz="quarter"/>
          </p:nvPr>
        </p:nvSpPr>
        <p:spPr/>
        <p:txBody>
          <a:bodyPr/>
          <a:lstStyle/>
          <a:p>
            <a:pPr marL="0" marR="0" lvl="0" indent="0" algn="l" defTabSz="955819" rtl="0" eaLnBrk="1" fontAlgn="base" latinLnBrk="0" hangingPunct="1">
              <a:lnSpc>
                <a:spcPct val="100000"/>
              </a:lnSpc>
              <a:spcBef>
                <a:spcPct val="0"/>
              </a:spcBef>
              <a:spcAft>
                <a:spcPct val="0"/>
              </a:spcAft>
              <a:buClrTx/>
              <a:buSzTx/>
              <a:buFontTx/>
              <a:buNone/>
              <a:tabLst/>
              <a:defRPr/>
            </a:pPr>
            <a:endParaRPr kumimoji="0" lang="en-US" sz="100" b="0" i="0" u="none" strike="noStrike" kern="1200" cap="none" spc="0" normalizeH="0" baseline="0" noProof="0" dirty="0">
              <a:ln>
                <a:noFill/>
              </a:ln>
              <a:no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Copyright © Infineon Technologies AG 2020. All rights reserved.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1"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256CCE82-5A64-46D9-9D1E-096EC9A930DF}" type="datetime1">
              <a:rPr kumimoji="0" lang="en-US" sz="100" b="0" i="0" u="none" strike="noStrike" kern="1200" cap="none" spc="0" normalizeH="0" baseline="0" noProof="0" smtClean="0">
                <a:ln>
                  <a:noFill/>
                </a:ln>
                <a:noFill/>
                <a:effectLst/>
                <a:uLnTx/>
                <a:uFillTx/>
                <a:latin typeface="Arial" panose="020B0604020202020204" pitchFamily="34" charset="0"/>
                <a:ea typeface="Verdana" pitchFamily="34" charset="0"/>
                <a:cs typeface="Arial" panose="020B0604020202020204" pitchFamily="34" charset="0"/>
              </a:rPr>
              <a:t>10/22/2025</a:t>
            </a:fld>
            <a:endPar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endParaRPr>
          </a:p>
        </p:txBody>
      </p:sp>
      <p:sp>
        <p:nvSpPr>
          <p:cNvPr id="7" name="Slide Number Placeholder 6"/>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65D906-55BD-49C5-997D-27A40DB53D15}" type="slidenum">
              <a:rPr kumimoji="0" lang="en-US" sz="800" b="0" i="0" u="none" strike="noStrike" kern="1200" cap="none" spc="0" normalizeH="0" baseline="0" noProof="0" smtClean="0">
                <a:ln>
                  <a:noFill/>
                </a:ln>
                <a:solidFill>
                  <a:srgbClr val="928285"/>
                </a:solidFill>
                <a:effectLst/>
                <a:uLnTx/>
                <a:uFillTx/>
                <a:latin typeface="Arial" panose="020B0604020202020204" pitchFamily="34" charset="0"/>
                <a:ea typeface="Verdana"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sz="800" b="0" i="0" u="none" strike="noStrike" kern="1200" cap="none" spc="0" normalizeH="0" baseline="0" noProof="0" dirty="0">
              <a:ln>
                <a:noFill/>
              </a:ln>
              <a:solidFill>
                <a:srgbClr val="928285"/>
              </a:solidFill>
              <a:effectLst/>
              <a:uLnTx/>
              <a:uFillTx/>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14275099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5B7323C1-379D-449B-BA8B-6B5859824FAF}"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66448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Let’s now look at the available Software resources</a:t>
            </a:r>
          </a:p>
          <a:p>
            <a:pPr marL="0" marR="0" lvl="0" indent="0" algn="l" defTabSz="914400" rtl="0" eaLnBrk="1" fontAlgn="base" latinLnBrk="0" hangingPunct="1">
              <a:lnSpc>
                <a:spcPct val="107000"/>
              </a:lnSpc>
              <a:spcBef>
                <a:spcPct val="30000"/>
              </a:spcBef>
              <a:spcAft>
                <a:spcPts val="800"/>
              </a:spcAft>
              <a:buClrTx/>
              <a:buSzTx/>
              <a:buFontTx/>
              <a:buNone/>
              <a:tabLst/>
              <a:defRPr/>
            </a:pPr>
            <a:endParaRPr lang="en-US" sz="1800" kern="100" dirty="0">
              <a:effectLst/>
              <a:latin typeface="Source Sans Pro" panose="020B0503030403020204" pitchFamily="34" charset="0"/>
              <a:ea typeface="Verdana" panose="020B0604030504040204" pitchFamily="34" charset="0"/>
              <a:cs typeface="Verdana" panose="020B0604030504040204" pitchFamily="34" charset="0"/>
            </a:endParaRPr>
          </a:p>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The software stack in this figure illustrates the different components that makeup </a:t>
            </a:r>
            <a:r>
              <a:rPr lang="en-US" sz="1800" kern="100" dirty="0" err="1">
                <a:effectLst/>
                <a:latin typeface="Source Sans Pro" panose="020B0503030403020204" pitchFamily="34" charset="0"/>
                <a:ea typeface="Verdana" panose="020B0604030504040204" pitchFamily="34" charset="0"/>
                <a:cs typeface="Verdana" panose="020B0604030504040204" pitchFamily="34" charset="0"/>
              </a:rPr>
              <a:t>ModusToolbox</a:t>
            </a: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 </a:t>
            </a:r>
          </a:p>
          <a:p>
            <a:pPr>
              <a:lnSpc>
                <a:spcPct val="107000"/>
              </a:lnSpc>
              <a:spcAft>
                <a:spcPts val="800"/>
              </a:spcAft>
            </a:pPr>
            <a:r>
              <a:rPr lang="en-US" sz="1800" b="0" dirty="0"/>
              <a:t>[Press Enter for animation]  The </a:t>
            </a: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PDL contains a set of low-level APIs to control hardware peripherals such as UART and SPI. The interfaces are usually specific to a particular device. Since the PDL interacts with the hardware at a lower level it is less portable between devices.</a:t>
            </a:r>
          </a:p>
          <a:p>
            <a:pPr>
              <a:lnSpc>
                <a:spcPct val="107000"/>
              </a:lnSpc>
              <a:spcAft>
                <a:spcPts val="800"/>
              </a:spcAft>
            </a:pPr>
            <a:endParaRPr lang="en-US" sz="1800" kern="100" dirty="0">
              <a:effectLst/>
              <a:latin typeface="Source Sans Pro" panose="020B0503030403020204" pitchFamily="34" charset="0"/>
              <a:ea typeface="Verdana" panose="020B0604030504040204" pitchFamily="34" charset="0"/>
              <a:cs typeface="Verdana" panose="020B0604030504040204" pitchFamily="34" charset="0"/>
            </a:endParaRPr>
          </a:p>
          <a:p>
            <a:pPr>
              <a:lnSpc>
                <a:spcPct val="107000"/>
              </a:lnSpc>
              <a:spcAft>
                <a:spcPts val="800"/>
              </a:spcAft>
            </a:pPr>
            <a:endParaRPr lang="en-US" sz="1800" kern="100" dirty="0">
              <a:effectLst/>
              <a:latin typeface="Verdana" panose="020B0604030504040204" pitchFamily="34" charset="0"/>
              <a:ea typeface="Verdana" panose="020B0604030504040204" pitchFamily="34" charset="0"/>
              <a:cs typeface="Verdana" panose="020B0604030504040204" pitchFamily="34" charset="0"/>
            </a:endParaRPr>
          </a:p>
        </p:txBody>
      </p:sp>
      <p:sp>
        <p:nvSpPr>
          <p:cNvPr id="4" name="Slide Number Placeholder 3"/>
          <p:cNvSpPr>
            <a:spLocks noGrp="1"/>
          </p:cNvSpPr>
          <p:nvPr>
            <p:ph type="sldNum" sz="quarter" idx="5"/>
          </p:nvPr>
        </p:nvSpPr>
        <p:spPr/>
        <p:txBody>
          <a:bodyPr/>
          <a:lstStyle/>
          <a:p>
            <a:fld id="{E1BF97BA-8199-46CD-BCC6-AEFD91915EAF}" type="slidenum">
              <a:rPr lang="en-US" smtClean="0"/>
              <a:t>41</a:t>
            </a:fld>
            <a:endParaRPr lang="en-US" dirty="0"/>
          </a:p>
        </p:txBody>
      </p:sp>
    </p:spTree>
    <p:extLst>
      <p:ext uri="{BB962C8B-B14F-4D97-AF65-F5344CB8AC3E}">
        <p14:creationId xmlns:p14="http://schemas.microsoft.com/office/powerpoint/2010/main" val="5297417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b="0" dirty="0"/>
              <a:t>To understand or to learn about the PDL APIs, refer to the PDL documentation </a:t>
            </a:r>
          </a:p>
          <a:p>
            <a:pPr marL="0" marR="0" lvl="0" indent="0" algn="l" defTabSz="914400" rtl="0" eaLnBrk="1" fontAlgn="base" latinLnBrk="0" hangingPunct="1">
              <a:lnSpc>
                <a:spcPct val="107000"/>
              </a:lnSpc>
              <a:spcBef>
                <a:spcPct val="30000"/>
              </a:spcBef>
              <a:spcAft>
                <a:spcPts val="800"/>
              </a:spcAft>
              <a:buClrTx/>
              <a:buSzTx/>
              <a:buFontTx/>
              <a:buNone/>
              <a:tabLst/>
              <a:defRPr/>
            </a:pPr>
            <a:endParaRPr lang="en-US" sz="1800" b="0" dirty="0"/>
          </a:p>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b="0" dirty="0"/>
              <a:t>[Press Enter for animation] </a:t>
            </a: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Here is the link for PDL documentation,</a:t>
            </a:r>
            <a:endParaRPr lang="en-US" sz="1800" kern="100" dirty="0">
              <a:effectLst/>
              <a:latin typeface="Verdana" panose="020B0604030504040204" pitchFamily="34" charset="0"/>
              <a:ea typeface="Verdana" panose="020B0604030504040204" pitchFamily="34" charset="0"/>
              <a:cs typeface="Verdana" panose="020B0604030504040204" pitchFamily="34" charset="0"/>
            </a:endParaRPr>
          </a:p>
        </p:txBody>
      </p:sp>
      <p:sp>
        <p:nvSpPr>
          <p:cNvPr id="4" name="Slide Number Placeholder 3"/>
          <p:cNvSpPr>
            <a:spLocks noGrp="1"/>
          </p:cNvSpPr>
          <p:nvPr>
            <p:ph type="sldNum" sz="quarter" idx="5"/>
          </p:nvPr>
        </p:nvSpPr>
        <p:spPr/>
        <p:txBody>
          <a:bodyPr/>
          <a:lstStyle/>
          <a:p>
            <a:fld id="{E1BF97BA-8199-46CD-BCC6-AEFD91915EAF}" type="slidenum">
              <a:rPr lang="en-US" smtClean="0"/>
              <a:t>42</a:t>
            </a:fld>
            <a:endParaRPr lang="en-US" dirty="0"/>
          </a:p>
        </p:txBody>
      </p:sp>
    </p:spTree>
    <p:extLst>
      <p:ext uri="{BB962C8B-B14F-4D97-AF65-F5344CB8AC3E}">
        <p14:creationId xmlns:p14="http://schemas.microsoft.com/office/powerpoint/2010/main" val="5106265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800" b="0" dirty="0"/>
              <a:t>Moving Further on HAL (Hardware Abstraction Layer)</a:t>
            </a:r>
          </a:p>
          <a:p>
            <a:pPr>
              <a:lnSpc>
                <a:spcPct val="107000"/>
              </a:lnSpc>
              <a:spcAft>
                <a:spcPts val="800"/>
              </a:spcAft>
            </a:pPr>
            <a:endParaRPr lang="en-US" sz="1800" b="0" dirty="0"/>
          </a:p>
          <a:p>
            <a:pPr>
              <a:lnSpc>
                <a:spcPct val="107000"/>
              </a:lnSpc>
              <a:spcAft>
                <a:spcPts val="800"/>
              </a:spcAft>
            </a:pPr>
            <a:r>
              <a:rPr lang="en-US" sz="1800" b="0" dirty="0"/>
              <a:t>[Press Enter for animation]  The </a:t>
            </a: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HAL contains a set of high-level APIs to control the hardware peripherals. It is a high-level interface to the hardware that allows many common functions to be done quickly and easily. The interfaces are more portable than PDL. This allows the same code to be used across different devices in the same product line, or even on different product lines that may have a radically different architecture.</a:t>
            </a:r>
            <a:endParaRPr lang="en-US" sz="1800" kern="100" dirty="0">
              <a:effectLst/>
              <a:latin typeface="Verdana" panose="020B0604030504040204" pitchFamily="34" charset="0"/>
              <a:ea typeface="Verdana" panose="020B0604030504040204" pitchFamily="34" charset="0"/>
              <a:cs typeface="Verdana" panose="020B0604030504040204" pitchFamily="34" charset="0"/>
            </a:endParaRPr>
          </a:p>
        </p:txBody>
      </p:sp>
      <p:sp>
        <p:nvSpPr>
          <p:cNvPr id="4" name="Slide Number Placeholder 3"/>
          <p:cNvSpPr>
            <a:spLocks noGrp="1"/>
          </p:cNvSpPr>
          <p:nvPr>
            <p:ph type="sldNum" sz="quarter" idx="5"/>
          </p:nvPr>
        </p:nvSpPr>
        <p:spPr/>
        <p:txBody>
          <a:bodyPr/>
          <a:lstStyle/>
          <a:p>
            <a:fld id="{E1BF97BA-8199-46CD-BCC6-AEFD91915EAF}" type="slidenum">
              <a:rPr lang="en-US" smtClean="0"/>
              <a:t>43</a:t>
            </a:fld>
            <a:endParaRPr lang="en-US" dirty="0"/>
          </a:p>
        </p:txBody>
      </p:sp>
    </p:spTree>
    <p:extLst>
      <p:ext uri="{BB962C8B-B14F-4D97-AF65-F5344CB8AC3E}">
        <p14:creationId xmlns:p14="http://schemas.microsoft.com/office/powerpoint/2010/main" val="36030353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b="0" dirty="0"/>
              <a:t>To understand or to learn about the HAL API’s, refer to the HAL documentation </a:t>
            </a:r>
          </a:p>
          <a:p>
            <a:pPr marL="0" marR="0" lvl="0" indent="0" algn="l" defTabSz="914400" rtl="0" eaLnBrk="1" fontAlgn="base" latinLnBrk="0" hangingPunct="1">
              <a:lnSpc>
                <a:spcPct val="107000"/>
              </a:lnSpc>
              <a:spcBef>
                <a:spcPct val="30000"/>
              </a:spcBef>
              <a:spcAft>
                <a:spcPts val="800"/>
              </a:spcAft>
              <a:buClrTx/>
              <a:buSzTx/>
              <a:buFontTx/>
              <a:buNone/>
              <a:tabLst/>
              <a:defRPr/>
            </a:pPr>
            <a:endParaRPr lang="en-US" sz="1800" b="0" dirty="0"/>
          </a:p>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b="0" dirty="0"/>
              <a:t>[Press Enter for animation] </a:t>
            </a: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Here is the link for it. </a:t>
            </a:r>
            <a:endParaRPr lang="en-US" sz="1800" kern="100" dirty="0">
              <a:effectLst/>
              <a:latin typeface="Verdana" panose="020B0604030504040204" pitchFamily="34" charset="0"/>
              <a:ea typeface="Verdana" panose="020B0604030504040204" pitchFamily="34" charset="0"/>
              <a:cs typeface="Verdana" panose="020B0604030504040204" pitchFamily="34" charset="0"/>
            </a:endParaRPr>
          </a:p>
        </p:txBody>
      </p:sp>
      <p:sp>
        <p:nvSpPr>
          <p:cNvPr id="4" name="Slide Number Placeholder 3"/>
          <p:cNvSpPr>
            <a:spLocks noGrp="1"/>
          </p:cNvSpPr>
          <p:nvPr>
            <p:ph type="sldNum" sz="quarter" idx="5"/>
          </p:nvPr>
        </p:nvSpPr>
        <p:spPr/>
        <p:txBody>
          <a:bodyPr/>
          <a:lstStyle/>
          <a:p>
            <a:fld id="{E1BF97BA-8199-46CD-BCC6-AEFD91915EAF}" type="slidenum">
              <a:rPr lang="en-US" smtClean="0"/>
              <a:t>44</a:t>
            </a:fld>
            <a:endParaRPr lang="en-US" dirty="0"/>
          </a:p>
        </p:txBody>
      </p:sp>
    </p:spTree>
    <p:extLst>
      <p:ext uri="{BB962C8B-B14F-4D97-AF65-F5344CB8AC3E}">
        <p14:creationId xmlns:p14="http://schemas.microsoft.com/office/powerpoint/2010/main" val="9104474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b="0" dirty="0"/>
              <a:t>[Press Enter for animation]  </a:t>
            </a: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At the application level we provide code examples and reference designs that help you develop applications.</a:t>
            </a:r>
          </a:p>
          <a:p>
            <a:pPr>
              <a:lnSpc>
                <a:spcPct val="107000"/>
              </a:lnSpc>
              <a:spcAft>
                <a:spcPts val="800"/>
              </a:spcAft>
            </a:pPr>
            <a:endParaRPr lang="en-US" sz="1800" b="0" dirty="0"/>
          </a:p>
          <a:p>
            <a:pPr>
              <a:lnSpc>
                <a:spcPct val="107000"/>
              </a:lnSpc>
              <a:spcAft>
                <a:spcPts val="800"/>
              </a:spcAft>
            </a:pPr>
            <a:endParaRPr lang="en-US" sz="1800" b="0" dirty="0"/>
          </a:p>
          <a:p>
            <a:pPr>
              <a:lnSpc>
                <a:spcPct val="107000"/>
              </a:lnSpc>
              <a:spcAft>
                <a:spcPts val="800"/>
              </a:spcAft>
            </a:pPr>
            <a:r>
              <a:rPr lang="en-US" sz="1800" b="0" dirty="0"/>
              <a:t>[Press Enter for animation]  </a:t>
            </a: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Next, the middleware provides an extensive set of libraries for different solutions including graphics, touch sensing, machine learning, USB, and security. They can be added to your application using the Library manager.</a:t>
            </a:r>
          </a:p>
          <a:p>
            <a:endParaRPr lang="en-US" dirty="0"/>
          </a:p>
          <a:p>
            <a:endParaRPr lang="en-US" dirty="0"/>
          </a:p>
        </p:txBody>
      </p:sp>
      <p:sp>
        <p:nvSpPr>
          <p:cNvPr id="4" name="Slide Number Placeholder 3"/>
          <p:cNvSpPr>
            <a:spLocks noGrp="1"/>
          </p:cNvSpPr>
          <p:nvPr>
            <p:ph type="sldNum" sz="quarter" idx="5"/>
          </p:nvPr>
        </p:nvSpPr>
        <p:spPr/>
        <p:txBody>
          <a:bodyPr/>
          <a:lstStyle/>
          <a:p>
            <a:fld id="{E1BF97BA-8199-46CD-BCC6-AEFD91915EAF}" type="slidenum">
              <a:rPr lang="en-US" smtClean="0"/>
              <a:t>45</a:t>
            </a:fld>
            <a:endParaRPr lang="en-US" dirty="0"/>
          </a:p>
        </p:txBody>
      </p:sp>
    </p:spTree>
    <p:extLst>
      <p:ext uri="{BB962C8B-B14F-4D97-AF65-F5344CB8AC3E}">
        <p14:creationId xmlns:p14="http://schemas.microsoft.com/office/powerpoint/2010/main" val="18709254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Moving on lets look at how to add </a:t>
            </a:r>
            <a:r>
              <a:rPr lang="en-US" dirty="0" err="1"/>
              <a:t>Freertos</a:t>
            </a:r>
            <a:r>
              <a:rPr lang="en-US" dirty="0"/>
              <a:t> to your application	</a:t>
            </a:r>
          </a:p>
          <a:p>
            <a:endParaRPr lang="en-US" dirty="0"/>
          </a:p>
          <a:p>
            <a:r>
              <a:rPr lang="en-US" dirty="0"/>
              <a:t>Adding native </a:t>
            </a:r>
            <a:r>
              <a:rPr lang="en-US" dirty="0" err="1"/>
              <a:t>FreeRTOS</a:t>
            </a:r>
            <a:r>
              <a:rPr lang="en-US" dirty="0"/>
              <a:t> support to a </a:t>
            </a:r>
            <a:r>
              <a:rPr lang="en-US" dirty="0" err="1"/>
              <a:t>ModusToolbox</a:t>
            </a:r>
            <a:r>
              <a:rPr lang="en-US" dirty="0"/>
              <a:t>™ application project is like adding any middleware library. </a:t>
            </a:r>
          </a:p>
          <a:p>
            <a:endParaRPr lang="en-US" dirty="0"/>
          </a:p>
          <a:p>
            <a:r>
              <a:rPr lang="en-US" dirty="0"/>
              <a:t>You can include the </a:t>
            </a:r>
            <a:r>
              <a:rPr lang="en-US" dirty="0" err="1"/>
              <a:t>FreeRTOS</a:t>
            </a:r>
            <a:r>
              <a:rPr lang="en-US" dirty="0"/>
              <a:t> middleware in your application by using the Library Manager.</a:t>
            </a:r>
          </a:p>
          <a:p>
            <a:r>
              <a:rPr lang="en-US" dirty="0"/>
              <a:t>If using the Eclipse IDE, select the application and </a:t>
            </a:r>
          </a:p>
          <a:p>
            <a:r>
              <a:rPr lang="en-US" sz="1200" b="0" dirty="0"/>
              <a:t>[Press Enter for animation] </a:t>
            </a:r>
            <a:r>
              <a:rPr lang="en-US" dirty="0"/>
              <a:t>Click the Library Manager link in the Quick Panel. </a:t>
            </a:r>
          </a:p>
          <a:p>
            <a:r>
              <a:rPr lang="en-US" sz="1200" b="0" dirty="0"/>
              <a:t>[Press Enter for animation] </a:t>
            </a:r>
            <a:r>
              <a:rPr lang="en-US" dirty="0"/>
              <a:t>Click Add Library and </a:t>
            </a:r>
          </a:p>
          <a:p>
            <a:r>
              <a:rPr lang="en-US" sz="1200" b="0" dirty="0"/>
              <a:t>[Press Enter for animation] </a:t>
            </a:r>
            <a:r>
              <a:rPr lang="en-US" dirty="0"/>
              <a:t>Select </a:t>
            </a:r>
            <a:r>
              <a:rPr lang="en-US" dirty="0" err="1"/>
              <a:t>freertos</a:t>
            </a:r>
            <a:r>
              <a:rPr lang="en-US" dirty="0"/>
              <a:t> from the Core dialog. </a:t>
            </a:r>
          </a:p>
          <a:p>
            <a:r>
              <a:rPr lang="en-US" sz="1200" b="0" dirty="0"/>
              <a:t>[Press Enter for animation] </a:t>
            </a:r>
            <a:r>
              <a:rPr lang="en-US" dirty="0"/>
              <a:t>Click OK and </a:t>
            </a:r>
          </a:p>
          <a:p>
            <a:r>
              <a:rPr lang="en-US" sz="1200" b="0" dirty="0"/>
              <a:t>[Press Enter for animation] </a:t>
            </a:r>
            <a:r>
              <a:rPr lang="en-US" dirty="0"/>
              <a:t>Update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68C4B104-81A4-47F3-B35A-2D75CB8E3712}"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44043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will explain the features available in the board showing the board to the attendees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4AECB975-376F-417A-8F32-30B3894DAA59}"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26621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Presenter will explain the features available in the board showing the board to the attendees </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12B00249-6362-45A1-8FDA-282CDAED790C}"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4003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Presenter will explain the features available in the board showing the board to the attendees </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765EDF48-01B0-4A30-832A-3E415370A4E1}"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49</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41610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Presenter will explain the features available in the board showing the board to the attendees </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BEACFB63-2C96-45A6-9708-227D1108792C}"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08078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Let’s now look at programming and debugging </a:t>
            </a:r>
          </a:p>
          <a:p>
            <a:pPr marL="0" marR="0" lvl="0" indent="0" algn="l" defTabSz="914400" rtl="0" eaLnBrk="1" fontAlgn="base" latinLnBrk="0" hangingPunct="1">
              <a:lnSpc>
                <a:spcPct val="107000"/>
              </a:lnSpc>
              <a:spcBef>
                <a:spcPct val="30000"/>
              </a:spcBef>
              <a:spcAft>
                <a:spcPts val="800"/>
              </a:spcAft>
              <a:buClrTx/>
              <a:buSzTx/>
              <a:buFontTx/>
              <a:buNone/>
              <a:tabLst/>
              <a:defRPr/>
            </a:pPr>
            <a:endParaRPr lang="en-US" sz="1800" kern="100" dirty="0">
              <a:effectLst/>
              <a:latin typeface="Source Sans Pro" panose="020B0503030403020204" pitchFamily="34" charset="0"/>
              <a:ea typeface="Verdana" panose="020B0604030504040204" pitchFamily="34" charset="0"/>
              <a:cs typeface="Verdana" panose="020B0604030504040204" pitchFamily="34" charset="0"/>
            </a:endParaRPr>
          </a:p>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ModusToolbox supports programming the device and debugging your code.</a:t>
            </a:r>
            <a:endParaRPr lang="en-US" dirty="0"/>
          </a:p>
          <a:p>
            <a:pPr>
              <a:lnSpc>
                <a:spcPct val="107000"/>
              </a:lnSpc>
              <a:spcAft>
                <a:spcPts val="800"/>
              </a:spcAft>
            </a:pPr>
            <a:r>
              <a:rPr lang="en-US" sz="1200" kern="100" dirty="0">
                <a:effectLst/>
                <a:latin typeface="Source Sans Pro" panose="020B0503030403020204" pitchFamily="34" charset="0"/>
                <a:ea typeface="Verdana" panose="020B0604030504040204" pitchFamily="34" charset="0"/>
                <a:cs typeface="Verdana" panose="020B0604030504040204" pitchFamily="34" charset="0"/>
              </a:rPr>
              <a:t>The PSOC Edge development kit has a KitProg3 onboard programmer and debugger. It supports the Cortex Microcontroller Software Interface Standard - Debug Access Port or in short the CMSIS-DAP.</a:t>
            </a:r>
          </a:p>
          <a:p>
            <a:pPr>
              <a:lnSpc>
                <a:spcPct val="107000"/>
              </a:lnSpc>
              <a:spcAft>
                <a:spcPts val="800"/>
              </a:spcAft>
            </a:pPr>
            <a:endParaRPr lang="en-US" sz="1200" kern="100" dirty="0">
              <a:effectLst/>
              <a:latin typeface="Verdana" panose="020B0604030504040204" pitchFamily="34" charset="0"/>
              <a:ea typeface="Verdana" panose="020B0604030504040204" pitchFamily="34" charset="0"/>
              <a:cs typeface="Verdana" panose="020B0604030504040204" pitchFamily="34" charset="0"/>
            </a:endParaRPr>
          </a:p>
          <a:p>
            <a:pPr>
              <a:lnSpc>
                <a:spcPct val="107000"/>
              </a:lnSpc>
              <a:spcAft>
                <a:spcPts val="800"/>
              </a:spcAft>
            </a:pPr>
            <a:r>
              <a:rPr lang="en-US" sz="1200" kern="100" dirty="0">
                <a:effectLst/>
                <a:latin typeface="Source Sans Pro" panose="020B0503030403020204" pitchFamily="34" charset="0"/>
                <a:ea typeface="Verdana" panose="020B0604030504040204" pitchFamily="34" charset="0"/>
                <a:cs typeface="Verdana" panose="020B0604030504040204" pitchFamily="34" charset="0"/>
              </a:rPr>
              <a:t>Programming and debugging are native to your chosen development environment. Infineon devices are supported in major program and development solutions such as J-Link and </a:t>
            </a:r>
            <a:r>
              <a:rPr lang="en-US" sz="1200" kern="100" dirty="0" err="1">
                <a:effectLst/>
                <a:latin typeface="Source Sans Pro" panose="020B0503030403020204" pitchFamily="34" charset="0"/>
                <a:ea typeface="Verdana" panose="020B0604030504040204" pitchFamily="34" charset="0"/>
                <a:cs typeface="Verdana" panose="020B0604030504040204" pitchFamily="34" charset="0"/>
              </a:rPr>
              <a:t>OpenOCD</a:t>
            </a:r>
            <a:r>
              <a:rPr lang="en-US" sz="1200" kern="100" dirty="0">
                <a:effectLst/>
                <a:latin typeface="Source Sans Pro" panose="020B0503030403020204" pitchFamily="34" charset="0"/>
                <a:ea typeface="Verdana" panose="020B0604030504040204" pitchFamily="34" charset="0"/>
                <a:cs typeface="Verdana" panose="020B0604030504040204" pitchFamily="34" charset="0"/>
              </a:rPr>
              <a:t> - Open On-Chip Debugger.</a:t>
            </a:r>
            <a:endParaRPr lang="en-US" sz="1200" kern="100" dirty="0">
              <a:effectLst/>
              <a:latin typeface="Verdana" panose="020B0604030504040204" pitchFamily="34" charset="0"/>
              <a:ea typeface="Verdana" panose="020B0604030504040204" pitchFamily="34" charset="0"/>
              <a:cs typeface="Verdana" panose="020B0604030504040204" pitchFamily="34" charset="0"/>
            </a:endParaRPr>
          </a:p>
          <a:p>
            <a:endParaRPr lang="en-US" dirty="0"/>
          </a:p>
          <a:p>
            <a:r>
              <a:rPr lang="en-US" dirty="0"/>
              <a:t>There are a few specifics to be aware of regarding Debugging with the Early Access Pack of PSOC Edge and ModusToolbox v3.1</a:t>
            </a:r>
          </a:p>
          <a:p>
            <a:r>
              <a:rPr lang="en-US" dirty="0"/>
              <a:t>Reference the Getting Started Guide for installation details (Python and Edge Protect Tools) and the Early Access Pack Release Notes for specific launch configuration details</a:t>
            </a:r>
          </a:p>
          <a:p>
            <a:r>
              <a:rPr lang="en-US" dirty="0"/>
              <a:t>Let’s see Debugging in action</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B7997091-2A3D-4647-AF5D-338EE58D6EF2}"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23498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the description of the Hello World + Blinky example </a:t>
            </a:r>
          </a:p>
          <a:p>
            <a:endParaRPr lang="en-US" dirty="0"/>
          </a:p>
          <a:p>
            <a:pPr>
              <a:buFont typeface="Wingdings" panose="05000000000000000000" pitchFamily="2" charset="2"/>
              <a:buNone/>
            </a:pPr>
            <a:r>
              <a:rPr lang="en-US" sz="2400" b="1" dirty="0">
                <a:solidFill>
                  <a:srgbClr val="1D1D1D"/>
                </a:solidFill>
              </a:rPr>
              <a:t>This PSOC™ Edge E84 Hello World Code example demonstrates </a:t>
            </a:r>
          </a:p>
          <a:p>
            <a:pPr marL="0" indent="0">
              <a:buNone/>
            </a:pPr>
            <a:r>
              <a:rPr lang="en-US" sz="1200" b="1" dirty="0">
                <a:solidFill>
                  <a:srgbClr val="1D1D1D"/>
                </a:solidFill>
              </a:rPr>
              <a:t>Step 1: Initialize UART, GPIO and Timer</a:t>
            </a:r>
          </a:p>
          <a:p>
            <a:pPr marL="0" indent="0">
              <a:buNone/>
            </a:pPr>
            <a:r>
              <a:rPr lang="en-US" sz="1200" b="1" dirty="0">
                <a:solidFill>
                  <a:srgbClr val="1D1D1D"/>
                </a:solidFill>
              </a:rPr>
              <a:t> Step 2: Initiate UART communication by </a:t>
            </a:r>
          </a:p>
          <a:p>
            <a:pPr marL="0" indent="0">
              <a:buNone/>
            </a:pPr>
            <a:r>
              <a:rPr lang="en-US" sz="1200" b="1" dirty="0">
                <a:solidFill>
                  <a:srgbClr val="1D1D1D"/>
                </a:solidFill>
              </a:rPr>
              <a:t>            sending “Hello World” to Serial terminal</a:t>
            </a:r>
          </a:p>
          <a:p>
            <a:pPr marL="0" indent="0">
              <a:buNone/>
            </a:pPr>
            <a:r>
              <a:rPr lang="en-US" sz="1200" b="1" dirty="0">
                <a:solidFill>
                  <a:srgbClr val="1D1D1D"/>
                </a:solidFill>
              </a:rPr>
              <a:t>Step 3: Blink LED , On every 1 second timer interrupt</a:t>
            </a:r>
          </a:p>
          <a:p>
            <a:pPr marL="0" indent="0">
              <a:buNone/>
            </a:pPr>
            <a:r>
              <a:rPr lang="en-US" sz="1200" b="1" dirty="0">
                <a:solidFill>
                  <a:srgbClr val="1D1D1D"/>
                </a:solidFill>
              </a:rPr>
              <a:t>Step 4 : Wait for the user input from serial terminal </a:t>
            </a:r>
          </a:p>
          <a:p>
            <a:pPr marL="0" indent="0">
              <a:buNone/>
            </a:pPr>
            <a:r>
              <a:rPr lang="en-US" sz="1200" b="1" dirty="0">
                <a:solidFill>
                  <a:srgbClr val="1D1D1D"/>
                </a:solidFill>
              </a:rPr>
              <a:t>             to pause or resume the led blinking</a:t>
            </a:r>
          </a:p>
          <a:p>
            <a:endParaRPr lang="en-US" dirty="0"/>
          </a:p>
          <a:p>
            <a:r>
              <a:rPr lang="en-US" dirty="0"/>
              <a:t>We will be using HAL (Hardware Abstraction Layer) for this code example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9AB39965-86D5-4AC8-901B-E8CFFFF021E4}"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212217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flow chart </a:t>
            </a:r>
          </a:p>
          <a:p>
            <a:endParaRPr lang="en-US" dirty="0"/>
          </a:p>
          <a:p>
            <a:r>
              <a:rPr lang="en-US" dirty="0"/>
              <a:t>Presenter will explain the flow chart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D5679799-6EF4-4681-BC28-38FD91E6EF86}"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825282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Lets look at our second code example </a:t>
            </a:r>
            <a:r>
              <a:rPr lang="en-US" sz="1200" b="1" dirty="0"/>
              <a:t>PSOC™ Edge MCU: IPC queues using HAL</a:t>
            </a:r>
            <a:endParaRPr lang="en-US" dirty="0"/>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Here are the steps we follow to develop our </a:t>
            </a:r>
            <a:r>
              <a:rPr lang="en-US" sz="1200" b="1" dirty="0"/>
              <a:t>PSOC™ Edge MCU: IPC queues using HAL</a:t>
            </a:r>
          </a:p>
          <a:p>
            <a:endParaRPr lang="en-US" dirty="0"/>
          </a:p>
          <a:p>
            <a:endParaRPr lang="en-US" dirty="0"/>
          </a:p>
          <a:p>
            <a:endParaRPr lang="en-US" dirty="0"/>
          </a:p>
          <a:p>
            <a:endParaRPr lang="en-US" dirty="0"/>
          </a:p>
        </p:txBody>
      </p:sp>
      <p:sp>
        <p:nvSpPr>
          <p:cNvPr id="4" name="Header Placeholder 3"/>
          <p:cNvSpPr>
            <a:spLocks noGrp="1"/>
          </p:cNvSpPr>
          <p:nvPr>
            <p:ph type="hdr" sz="quarter"/>
          </p:nvPr>
        </p:nvSpPr>
        <p:spPr/>
        <p:txBody>
          <a:bodyPr/>
          <a:lstStyle/>
          <a:p>
            <a:pPr marL="0" marR="0" lvl="0" indent="0" algn="l" defTabSz="955819" rtl="0" eaLnBrk="1" fontAlgn="base" latinLnBrk="0" hangingPunct="1">
              <a:lnSpc>
                <a:spcPct val="100000"/>
              </a:lnSpc>
              <a:spcBef>
                <a:spcPct val="0"/>
              </a:spcBef>
              <a:spcAft>
                <a:spcPct val="0"/>
              </a:spcAft>
              <a:buClrTx/>
              <a:buSzTx/>
              <a:buFontTx/>
              <a:buNone/>
              <a:tabLst/>
              <a:defRPr/>
            </a:pPr>
            <a:endParaRPr kumimoji="0" lang="en-US" sz="100" b="0" i="0" u="none" strike="noStrike" kern="1200" cap="none" spc="0" normalizeH="0" baseline="0" noProof="0" dirty="0">
              <a:ln>
                <a:noFill/>
              </a:ln>
              <a:no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Copyright © Infineon Technologies AG 2020. All rights reserved.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1"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A0E7009A-67A7-480D-B18C-AD92EDDDC510}" type="datetime1">
              <a:rPr kumimoji="0" lang="en-US" sz="100" b="0" i="0" u="none" strike="noStrike" kern="1200" cap="none" spc="0" normalizeH="0" baseline="0" noProof="0" smtClean="0">
                <a:ln>
                  <a:noFill/>
                </a:ln>
                <a:noFill/>
                <a:effectLst/>
                <a:uLnTx/>
                <a:uFillTx/>
                <a:latin typeface="Arial" panose="020B0604020202020204" pitchFamily="34" charset="0"/>
                <a:ea typeface="Verdana" pitchFamily="34" charset="0"/>
                <a:cs typeface="Arial" panose="020B0604020202020204" pitchFamily="34" charset="0"/>
              </a:rPr>
              <a:t>10/22/2025</a:t>
            </a:fld>
            <a:endPar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endParaRPr>
          </a:p>
        </p:txBody>
      </p:sp>
      <p:sp>
        <p:nvSpPr>
          <p:cNvPr id="7" name="Slide Number Placeholder 6"/>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65D906-55BD-49C5-997D-27A40DB53D15}" type="slidenum">
              <a:rPr kumimoji="0" lang="en-US" sz="800" b="0" i="0" u="none" strike="noStrike" kern="1200" cap="none" spc="0" normalizeH="0" baseline="0" noProof="0" smtClean="0">
                <a:ln>
                  <a:noFill/>
                </a:ln>
                <a:solidFill>
                  <a:srgbClr val="928285"/>
                </a:solidFill>
                <a:effectLst/>
                <a:uLnTx/>
                <a:uFillTx/>
                <a:latin typeface="Arial" panose="020B0604020202020204" pitchFamily="34" charset="0"/>
                <a:ea typeface="Verdana"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sz="800" b="0" i="0" u="none" strike="noStrike" kern="1200" cap="none" spc="0" normalizeH="0" baseline="0" noProof="0" dirty="0">
              <a:ln>
                <a:noFill/>
              </a:ln>
              <a:solidFill>
                <a:srgbClr val="928285"/>
              </a:solidFill>
              <a:effectLst/>
              <a:uLnTx/>
              <a:uFillTx/>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19751384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discuss on IPC </a:t>
            </a:r>
          </a:p>
          <a:p>
            <a:endParaRPr lang="en-US" dirty="0"/>
          </a:p>
          <a:p>
            <a:r>
              <a:rPr lang="en-US" dirty="0"/>
              <a:t>The PSOC Edge E84 Inter-Processor Communication module is designed to facilitate the exchange of signaling messages between CPUs. The Inter-Processor Communication (IPC) module plays an important role in enabling multiple processors to effectively communicate and synchronize their operations.</a:t>
            </a:r>
            <a:br>
              <a:rPr lang="en-US" dirty="0"/>
            </a:br>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IPC module support for up to 16 communication channels and 16 interrupts, adding a significant degree of versatility and flexibility to the communication framework. The IPC module operates when the CPU is in the Active power mode, but it becomes inactive the Sleep and Deep Sleep CPU power modes.</a:t>
            </a:r>
          </a:p>
          <a:p>
            <a:endParaRPr lang="en-US" dirty="0"/>
          </a:p>
        </p:txBody>
      </p:sp>
      <p:sp>
        <p:nvSpPr>
          <p:cNvPr id="4" name="Header Placeholder 3"/>
          <p:cNvSpPr>
            <a:spLocks noGrp="1"/>
          </p:cNvSpPr>
          <p:nvPr>
            <p:ph type="hdr" sz="quarter"/>
          </p:nvPr>
        </p:nvSpPr>
        <p:spPr/>
        <p:txBody>
          <a:bodyPr/>
          <a:lstStyle/>
          <a:p>
            <a:pPr marL="0" marR="0" lvl="0" indent="0" algn="l" defTabSz="955819" rtl="0" eaLnBrk="1" fontAlgn="base" latinLnBrk="0" hangingPunct="1">
              <a:lnSpc>
                <a:spcPct val="100000"/>
              </a:lnSpc>
              <a:spcBef>
                <a:spcPct val="0"/>
              </a:spcBef>
              <a:spcAft>
                <a:spcPct val="0"/>
              </a:spcAft>
              <a:buClrTx/>
              <a:buSzTx/>
              <a:buFontTx/>
              <a:buNone/>
              <a:tabLst/>
              <a:defRPr/>
            </a:pPr>
            <a:endParaRPr kumimoji="0" lang="en-US" sz="100" b="0" i="0" u="none" strike="noStrike" kern="1200" cap="none" spc="0" normalizeH="0" baseline="0" noProof="0" dirty="0">
              <a:ln>
                <a:noFill/>
              </a:ln>
              <a:no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Copyright © Infineon Technologies AG 2020. All rights reserved.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1"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304917C2-1492-4418-BFF1-592B6F9B3DF9}" type="datetime1">
              <a:rPr kumimoji="0" lang="en-US" sz="100" b="0" i="0" u="none" strike="noStrike" kern="1200" cap="none" spc="0" normalizeH="0" baseline="0" noProof="0" smtClean="0">
                <a:ln>
                  <a:noFill/>
                </a:ln>
                <a:noFill/>
                <a:effectLst/>
                <a:uLnTx/>
                <a:uFillTx/>
                <a:latin typeface="Arial" panose="020B0604020202020204" pitchFamily="34" charset="0"/>
                <a:ea typeface="Verdana" pitchFamily="34" charset="0"/>
                <a:cs typeface="Arial" panose="020B0604020202020204" pitchFamily="34" charset="0"/>
              </a:rPr>
              <a:t>10/22/2025</a:t>
            </a:fld>
            <a:endPar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endParaRPr>
          </a:p>
        </p:txBody>
      </p:sp>
      <p:sp>
        <p:nvSpPr>
          <p:cNvPr id="7" name="Slide Number Placeholder 6"/>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65D906-55BD-49C5-997D-27A40DB53D15}" type="slidenum">
              <a:rPr kumimoji="0" lang="en-US" sz="800" b="0" i="0" u="none" strike="noStrike" kern="1200" cap="none" spc="0" normalizeH="0" baseline="0" noProof="0" smtClean="0">
                <a:ln>
                  <a:noFill/>
                </a:ln>
                <a:solidFill>
                  <a:srgbClr val="928285"/>
                </a:solidFill>
                <a:effectLst/>
                <a:uLnTx/>
                <a:uFillTx/>
                <a:latin typeface="Arial" panose="020B0604020202020204" pitchFamily="34" charset="0"/>
                <a:ea typeface="Verdana"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sz="800" b="0" i="0" u="none" strike="noStrike" kern="1200" cap="none" spc="0" normalizeH="0" baseline="0" noProof="0" dirty="0">
              <a:ln>
                <a:noFill/>
              </a:ln>
              <a:solidFill>
                <a:srgbClr val="928285"/>
              </a:solidFill>
              <a:effectLst/>
              <a:uLnTx/>
              <a:uFillTx/>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423808402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dirty="0">
                <a:solidFill>
                  <a:schemeClr val="tx1"/>
                </a:solidFill>
                <a:effectLst/>
                <a:latin typeface="Arial" panose="020B0604020202020204" pitchFamily="34" charset="0"/>
                <a:ea typeface="+mn-ea"/>
                <a:cs typeface="Arial" panose="020B0604020202020204" pitchFamily="34" charset="0"/>
              </a:rPr>
              <a:t>The communication between more than one thread (CPU or task) is supported using an IPC driver. It implements two common methods, typically available in RTOS environments for thread interactions:</a:t>
            </a:r>
            <a:endParaRPr lang="en-US" sz="1200" i="1" kern="1200" dirty="0">
              <a:solidFill>
                <a:schemeClr val="tx1"/>
              </a:solidFill>
              <a:effectLst/>
              <a:latin typeface="Arial" panose="020B0604020202020204" pitchFamily="34" charset="0"/>
              <a:ea typeface="+mn-ea"/>
              <a:cs typeface="Arial" panose="020B0604020202020204" pitchFamily="34" charset="0"/>
            </a:endParaRPr>
          </a:p>
          <a:p>
            <a:pPr lvl="0"/>
            <a:r>
              <a:rPr lang="en-US" sz="1200" b="1" i="0" kern="1200" dirty="0">
                <a:solidFill>
                  <a:schemeClr val="tx1"/>
                </a:solidFill>
                <a:effectLst/>
                <a:latin typeface="Arial" panose="020B0604020202020204" pitchFamily="34" charset="0"/>
                <a:ea typeface="+mn-ea"/>
                <a:cs typeface="Arial" panose="020B0604020202020204" pitchFamily="34" charset="0"/>
              </a:rPr>
              <a:t>Semaphore (binary): </a:t>
            </a:r>
            <a:r>
              <a:rPr lang="en-US" sz="1200" i="0" kern="1200" dirty="0">
                <a:solidFill>
                  <a:schemeClr val="tx1"/>
                </a:solidFill>
                <a:effectLst/>
                <a:latin typeface="Arial" panose="020B0604020202020204" pitchFamily="34" charset="0"/>
                <a:ea typeface="+mn-ea"/>
                <a:cs typeface="Arial" panose="020B0604020202020204" pitchFamily="34" charset="0"/>
              </a:rPr>
              <a:t>used to regulate accesses to shared resources between two or more threads or used for signaling between two tasks. This type of semaphore can assume only values 0 or 1. Any thread can take (value set to 1) or give (value set to 0) the semaphore.</a:t>
            </a:r>
            <a:endParaRPr lang="en-US" sz="1200" i="1" kern="1200" dirty="0">
              <a:solidFill>
                <a:schemeClr val="tx1"/>
              </a:solidFill>
              <a:effectLst/>
              <a:latin typeface="Arial" panose="020B0604020202020204" pitchFamily="34" charset="0"/>
              <a:ea typeface="+mn-ea"/>
              <a:cs typeface="Arial" panose="020B0604020202020204" pitchFamily="34" charset="0"/>
            </a:endParaRPr>
          </a:p>
          <a:p>
            <a:pPr lvl="0"/>
            <a:r>
              <a:rPr lang="en-US" sz="1200" b="1" i="0" kern="1200" dirty="0">
                <a:solidFill>
                  <a:schemeClr val="tx1"/>
                </a:solidFill>
                <a:effectLst/>
                <a:latin typeface="Arial" panose="020B0604020202020204" pitchFamily="34" charset="0"/>
                <a:ea typeface="+mn-ea"/>
                <a:cs typeface="Arial" panose="020B0604020202020204" pitchFamily="34" charset="0"/>
              </a:rPr>
              <a:t>Queue:</a:t>
            </a:r>
            <a:r>
              <a:rPr lang="en-US" sz="1200" i="0" kern="1200" dirty="0">
                <a:solidFill>
                  <a:schemeClr val="tx1"/>
                </a:solidFill>
                <a:effectLst/>
                <a:latin typeface="Arial" panose="020B0604020202020204" pitchFamily="34" charset="0"/>
                <a:ea typeface="+mn-ea"/>
                <a:cs typeface="Arial" panose="020B0604020202020204" pitchFamily="34" charset="0"/>
              </a:rPr>
              <a:t> used to send any type of data between the threads. The user can set the number of items in each queue and define the item size. It implements a FIFO mechanism in firmware.</a:t>
            </a:r>
            <a:endParaRPr lang="en-US" sz="1200" i="1" kern="1200" dirty="0">
              <a:solidFill>
                <a:schemeClr val="tx1"/>
              </a:solidFill>
              <a:effectLst/>
              <a:latin typeface="Arial" panose="020B0604020202020204" pitchFamily="34" charset="0"/>
              <a:ea typeface="+mn-ea"/>
              <a:cs typeface="Arial" panose="020B0604020202020204" pitchFamily="34" charset="0"/>
            </a:endParaRPr>
          </a:p>
          <a:p>
            <a:endParaRPr lang="en-US" dirty="0"/>
          </a:p>
          <a:p>
            <a:r>
              <a:rPr lang="en-US" sz="1200" i="1" kern="1200" dirty="0">
                <a:solidFill>
                  <a:schemeClr val="tx1"/>
                </a:solidFill>
                <a:effectLst/>
                <a:latin typeface="Arial" panose="020B0604020202020204" pitchFamily="34" charset="0"/>
                <a:ea typeface="+mn-ea"/>
                <a:cs typeface="Arial" panose="020B0604020202020204" pitchFamily="34" charset="0"/>
              </a:rPr>
              <a:t>The IPC HAL driver will be built on top of the IPC PDL driver. The primary purpose of the IPC HAL driver is to provide a consistent, easy to use, API for customers to quickly implement their multiple CPU requirements, and for middleware that requires code to run on multiple CPUs</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0D3D7130-9EF1-4911-BDBC-4B728CF12BDC}"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08889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code example we will be using queues , so lets understand about queues </a:t>
            </a:r>
          </a:p>
          <a:p>
            <a:endParaRPr lang="en-US" dirty="0"/>
          </a:p>
          <a:p>
            <a:r>
              <a:rPr lang="en-US" sz="1200" kern="1200" dirty="0">
                <a:solidFill>
                  <a:schemeClr val="tx1"/>
                </a:solidFill>
                <a:effectLst/>
                <a:latin typeface="Arial" panose="020B0604020202020204" pitchFamily="34" charset="0"/>
                <a:ea typeface="+mn-ea"/>
                <a:cs typeface="Arial" panose="020B0604020202020204" pitchFamily="34" charset="0"/>
              </a:rPr>
              <a:t>The IPC HAL queues are built on top of the IPC PDL basic driver. It requires one IPC channel and one interrupt (for each CPU). </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One IPC channel can have multiple queues. Each queue has its own memory pool, allocated by either CPU and placed in the shared memory. Any CPU can write and read from the queue. The same IPC channel can host more than one queue, so every access requires to indicate the IPC channel and a queue number</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Each queue number structure maps to one queue pool memory. It also has information about how many items in the queue and where to read/write. The queue implements a FIFO in firmware.</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i="0" kern="1200" dirty="0">
                <a:solidFill>
                  <a:schemeClr val="tx1"/>
                </a:solidFill>
                <a:effectLst/>
                <a:latin typeface="Arial" panose="020B0604020202020204" pitchFamily="34" charset="0"/>
                <a:ea typeface="+mn-ea"/>
                <a:cs typeface="Arial" panose="020B0604020202020204" pitchFamily="34" charset="0"/>
              </a:rPr>
              <a:t>The IPC Queue HAL driver setup the internal IPC interrupt. An interrupt shall occur every time the other CPU writes/read to/from the queue or reset it.</a:t>
            </a:r>
            <a:endParaRPr lang="en-US" sz="1200" i="1" kern="1200" dirty="0">
              <a:solidFill>
                <a:schemeClr val="tx1"/>
              </a:solidFill>
              <a:effectLst/>
              <a:latin typeface="Arial" panose="020B0604020202020204" pitchFamily="34" charset="0"/>
              <a:ea typeface="+mn-ea"/>
              <a:cs typeface="Arial" panose="020B0604020202020204" pitchFamily="34" charset="0"/>
            </a:endParaRPr>
          </a:p>
          <a:p>
            <a:r>
              <a:rPr lang="en-US" sz="1200" i="1" kern="1200" dirty="0">
                <a:solidFill>
                  <a:schemeClr val="tx1"/>
                </a:solidFill>
                <a:effectLst/>
                <a:latin typeface="Arial" panose="020B0604020202020204" pitchFamily="34" charset="0"/>
                <a:ea typeface="+mn-ea"/>
                <a:cs typeface="Arial" panose="020B0604020202020204" pitchFamily="34" charset="0"/>
              </a:rPr>
              <a:t>Note that when an action occurs, the IPC interrupt might trigger on both CPUs. It depends if any queue that belongs to the IPC channel has any enable event</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9E1F8E85-CCC1-4E99-AA8B-1AC095ECA044}"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16601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IPC Hardware abstraction layer APIs for binary semaphores and message queues</a:t>
            </a:r>
          </a:p>
        </p:txBody>
      </p:sp>
      <p:sp>
        <p:nvSpPr>
          <p:cNvPr id="4" name="Header Placeholder 3"/>
          <p:cNvSpPr>
            <a:spLocks noGrp="1"/>
          </p:cNvSpPr>
          <p:nvPr>
            <p:ph type="hdr" sz="quarter"/>
          </p:nvPr>
        </p:nvSpPr>
        <p:spPr/>
        <p:txBody>
          <a:bodyPr/>
          <a:lstStyle/>
          <a:p>
            <a:pPr marL="0" marR="0" lvl="0" indent="0" algn="l" defTabSz="955819" rtl="0" eaLnBrk="1" fontAlgn="base" latinLnBrk="0" hangingPunct="1">
              <a:lnSpc>
                <a:spcPct val="100000"/>
              </a:lnSpc>
              <a:spcBef>
                <a:spcPct val="0"/>
              </a:spcBef>
              <a:spcAft>
                <a:spcPct val="0"/>
              </a:spcAft>
              <a:buClrTx/>
              <a:buSzTx/>
              <a:buFontTx/>
              <a:buNone/>
              <a:tabLst/>
              <a:defRPr/>
            </a:pPr>
            <a:endParaRPr kumimoji="0" lang="en-US" sz="100" b="0" i="0" u="none" strike="noStrike" kern="1200" cap="none" spc="0" normalizeH="0" baseline="0" noProof="0" dirty="0">
              <a:ln>
                <a:noFill/>
              </a:ln>
              <a:no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Copyright © Infineon Technologies AG 2020. All rights reserved.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1"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248D6CF6-2243-41A7-80AD-F72536B252BA}" type="datetime1">
              <a:rPr kumimoji="0" lang="en-US" sz="100" b="0" i="0" u="none" strike="noStrike" kern="1200" cap="none" spc="0" normalizeH="0" baseline="0" noProof="0" smtClean="0">
                <a:ln>
                  <a:noFill/>
                </a:ln>
                <a:noFill/>
                <a:effectLst/>
                <a:uLnTx/>
                <a:uFillTx/>
                <a:latin typeface="Arial" panose="020B0604020202020204" pitchFamily="34" charset="0"/>
                <a:ea typeface="Verdana" pitchFamily="34" charset="0"/>
                <a:cs typeface="Arial" panose="020B0604020202020204" pitchFamily="34" charset="0"/>
              </a:rPr>
              <a:t>10/22/2025</a:t>
            </a:fld>
            <a:endPar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endParaRPr>
          </a:p>
        </p:txBody>
      </p:sp>
      <p:sp>
        <p:nvSpPr>
          <p:cNvPr id="7" name="Slide Number Placeholder 6"/>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65D906-55BD-49C5-997D-27A40DB53D15}" type="slidenum">
              <a:rPr kumimoji="0" lang="en-US" sz="800" b="0" i="0" u="none" strike="noStrike" kern="1200" cap="none" spc="0" normalizeH="0" baseline="0" noProof="0" smtClean="0">
                <a:ln>
                  <a:noFill/>
                </a:ln>
                <a:solidFill>
                  <a:srgbClr val="928285"/>
                </a:solidFill>
                <a:effectLst/>
                <a:uLnTx/>
                <a:uFillTx/>
                <a:latin typeface="Arial" panose="020B0604020202020204" pitchFamily="34" charset="0"/>
                <a:ea typeface="Verdana"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en-US" sz="800" b="0" i="0" u="none" strike="noStrike" kern="1200" cap="none" spc="0" normalizeH="0" baseline="0" noProof="0" dirty="0">
              <a:ln>
                <a:noFill/>
              </a:ln>
              <a:solidFill>
                <a:srgbClr val="928285"/>
              </a:solidFill>
              <a:effectLst/>
              <a:uLnTx/>
              <a:uFillTx/>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38449982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discuss on description of PSOC™ Edge MCU: IPC queues using HAL</a:t>
            </a:r>
          </a:p>
          <a:p>
            <a:endParaRPr lang="en-US" dirty="0"/>
          </a:p>
          <a:p>
            <a:r>
              <a:rPr lang="en-US" dirty="0"/>
              <a:t>In this code example, the CM55 CPU is the primary CPU, which is responsible to initialize the system. To avoid any access to uninitialized hardware, CM33 waits for CM55 to complete the system initialization by waiting for an IPC command. This code example handles four types of IPC commands:</a:t>
            </a:r>
          </a:p>
          <a:p>
            <a:r>
              <a:rPr lang="en-US" dirty="0"/>
              <a:t>IPC_CMD_INIT: CM33 waits for this command to initialize.</a:t>
            </a:r>
          </a:p>
          <a:p>
            <a:r>
              <a:rPr lang="en-US" dirty="0"/>
              <a:t>IPC_CMD_START: CM33 waits for this command to enable a watchdog timer and the Crypto block.</a:t>
            </a:r>
          </a:p>
          <a:p>
            <a:r>
              <a:rPr lang="en-US" dirty="0"/>
              <a:t>IPC_CMD_STOP: CM33 waits for this command to disable a watchdog timer and the Crypto block.</a:t>
            </a:r>
          </a:p>
          <a:p>
            <a:endParaRPr lang="en-US" dirty="0"/>
          </a:p>
          <a:p>
            <a:r>
              <a:rPr lang="en-US" dirty="0"/>
              <a:t>The CM33 CPU uses a watchdog timer to periodically wake itself up from sleep. Once it wakes up, it generates a 32-bit random number using the crypto block and sends it to the CM55 CPU.</a:t>
            </a:r>
          </a:p>
          <a:p>
            <a:endParaRPr lang="en-US" dirty="0"/>
          </a:p>
          <a:p>
            <a:r>
              <a:rPr lang="en-US" dirty="0"/>
              <a:t>The CM55 CPU checks if the user has pressed the kit button. When a button press is detected, CM55 informs CM33 to start creating random numbers. When the button is released, CM55 instructs CM33 to stop creating random numbers. When CM55 receives a message from CM33, it parses it, and prints the random number to the terminal.</a:t>
            </a:r>
          </a:p>
        </p:txBody>
      </p:sp>
      <p:sp>
        <p:nvSpPr>
          <p:cNvPr id="4" name="Header Placeholder 3"/>
          <p:cNvSpPr>
            <a:spLocks noGrp="1"/>
          </p:cNvSpPr>
          <p:nvPr>
            <p:ph type="hdr" sz="quarter"/>
          </p:nvPr>
        </p:nvSpPr>
        <p:spPr/>
        <p:txBody>
          <a:bodyPr/>
          <a:lstStyle/>
          <a:p>
            <a:pPr marL="0" marR="0" lvl="0" indent="0" algn="l" defTabSz="955819" rtl="0" eaLnBrk="1" fontAlgn="base" latinLnBrk="0" hangingPunct="1">
              <a:lnSpc>
                <a:spcPct val="100000"/>
              </a:lnSpc>
              <a:spcBef>
                <a:spcPct val="0"/>
              </a:spcBef>
              <a:spcAft>
                <a:spcPct val="0"/>
              </a:spcAft>
              <a:buClrTx/>
              <a:buSzTx/>
              <a:buFontTx/>
              <a:buNone/>
              <a:tabLst/>
              <a:defRPr/>
            </a:pPr>
            <a:endParaRPr kumimoji="0" lang="en-US" sz="100" b="0" i="0" u="none" strike="noStrike" kern="1200" cap="none" spc="0" normalizeH="0" baseline="0" noProof="0" dirty="0">
              <a:ln>
                <a:noFill/>
              </a:ln>
              <a:no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Copyright © Infineon Technologies AG 2020. All rights reserved.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1"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B234DA57-5BDD-428D-B970-E4958AB1B056}" type="datetime1">
              <a:rPr kumimoji="0" lang="en-US" sz="100" b="0" i="0" u="none" strike="noStrike" kern="1200" cap="none" spc="0" normalizeH="0" baseline="0" noProof="0" smtClean="0">
                <a:ln>
                  <a:noFill/>
                </a:ln>
                <a:noFill/>
                <a:effectLst/>
                <a:uLnTx/>
                <a:uFillTx/>
                <a:latin typeface="Arial" panose="020B0604020202020204" pitchFamily="34" charset="0"/>
                <a:ea typeface="Verdana" pitchFamily="34" charset="0"/>
                <a:cs typeface="Arial" panose="020B0604020202020204" pitchFamily="34" charset="0"/>
              </a:rPr>
              <a:t>10/22/2025</a:t>
            </a:fld>
            <a:endPar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endParaRPr>
          </a:p>
        </p:txBody>
      </p:sp>
      <p:sp>
        <p:nvSpPr>
          <p:cNvPr id="7" name="Slide Number Placeholder 6"/>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65D906-55BD-49C5-997D-27A40DB53D15}" type="slidenum">
              <a:rPr kumimoji="0" lang="en-US" sz="800" b="0" i="0" u="none" strike="noStrike" kern="1200" cap="none" spc="0" normalizeH="0" baseline="0" noProof="0" smtClean="0">
                <a:ln>
                  <a:noFill/>
                </a:ln>
                <a:solidFill>
                  <a:srgbClr val="928285"/>
                </a:solidFill>
                <a:effectLst/>
                <a:uLnTx/>
                <a:uFillTx/>
                <a:latin typeface="Arial" panose="020B0604020202020204" pitchFamily="34" charset="0"/>
                <a:ea typeface="Verdana"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sz="800" b="0" i="0" u="none" strike="noStrike" kern="1200" cap="none" spc="0" normalizeH="0" baseline="0" noProof="0" dirty="0">
              <a:ln>
                <a:noFill/>
              </a:ln>
              <a:solidFill>
                <a:srgbClr val="928285"/>
              </a:solidFill>
              <a:effectLst/>
              <a:uLnTx/>
              <a:uFillTx/>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211855938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flow chart </a:t>
            </a:r>
          </a:p>
          <a:p>
            <a:endParaRPr lang="en-US" dirty="0"/>
          </a:p>
          <a:p>
            <a:r>
              <a:rPr lang="en-US" dirty="0"/>
              <a:t>Presenter will explain the flow chart </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F31B47D0-07D2-445B-A17E-51FA99A850CD}"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61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404024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44D4B532-2A48-4D91-AAAB-AAE9A1932A55}" type="datetime1">
              <a:rPr lang="en-US" smtClean="0"/>
              <a:t>10/22/2025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62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916169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3.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image" Target="../media/image1.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image" Target="../media/image2.jpg"/><Relationship Id="rId5" Type="http://schemas.openxmlformats.org/officeDocument/2006/relationships/tags" Target="../tags/tag10.xml"/><Relationship Id="rId10" Type="http://schemas.openxmlformats.org/officeDocument/2006/relationships/slideMaster" Target="../slideMasters/slideMaster1.xml"/><Relationship Id="rId4" Type="http://schemas.openxmlformats.org/officeDocument/2006/relationships/tags" Target="../tags/tag9.xml"/><Relationship Id="rId9" Type="http://schemas.openxmlformats.org/officeDocument/2006/relationships/tags" Target="../tags/tag14.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image" Target="../media/image5.svg"/><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image" Target="../media/image4.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image" Target="../media/image3.jpeg"/><Relationship Id="rId5" Type="http://schemas.openxmlformats.org/officeDocument/2006/relationships/tags" Target="../tags/tag19.xml"/><Relationship Id="rId15" Type="http://schemas.openxmlformats.org/officeDocument/2006/relationships/image" Target="../media/image7.png"/><Relationship Id="rId10" Type="http://schemas.openxmlformats.org/officeDocument/2006/relationships/slideMaster" Target="../slideMasters/slideMaster1.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1.xml"/><Relationship Id="rId3" Type="http://schemas.openxmlformats.org/officeDocument/2006/relationships/tags" Target="../tags/tag26.xml"/><Relationship Id="rId7" Type="http://schemas.openxmlformats.org/officeDocument/2006/relationships/tags" Target="../tags/tag30.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image" Target="../media/image1.png"/><Relationship Id="rId5" Type="http://schemas.openxmlformats.org/officeDocument/2006/relationships/tags" Target="../tags/tag28.xml"/><Relationship Id="rId10" Type="http://schemas.openxmlformats.org/officeDocument/2006/relationships/image" Target="../media/image8.jpg"/><Relationship Id="rId4" Type="http://schemas.openxmlformats.org/officeDocument/2006/relationships/tags" Target="../tags/tag27.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image" Target="../media/image6.png"/><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image" Target="../media/image5.sv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4.png"/><Relationship Id="rId5" Type="http://schemas.openxmlformats.org/officeDocument/2006/relationships/tags" Target="../tags/tag36.xml"/><Relationship Id="rId10" Type="http://schemas.openxmlformats.org/officeDocument/2006/relationships/image" Target="../media/image9.jpeg"/><Relationship Id="rId4" Type="http://schemas.openxmlformats.org/officeDocument/2006/relationships/tags" Target="../tags/tag35.xml"/><Relationship Id="rId9" Type="http://schemas.openxmlformats.org/officeDocument/2006/relationships/slideMaster" Target="../slideMasters/slideMaster1.xml"/><Relationship Id="rId1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7.xml"/><Relationship Id="rId3" Type="http://schemas.openxmlformats.org/officeDocument/2006/relationships/tags" Target="../tags/tag42.xml"/><Relationship Id="rId7" Type="http://schemas.openxmlformats.org/officeDocument/2006/relationships/tags" Target="../tags/tag46.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image" Target="../media/image1.png"/><Relationship Id="rId5" Type="http://schemas.openxmlformats.org/officeDocument/2006/relationships/tags" Target="../tags/tag44.xml"/><Relationship Id="rId10" Type="http://schemas.openxmlformats.org/officeDocument/2006/relationships/slideMaster" Target="../slideMasters/slideMaster1.xml"/><Relationship Id="rId4" Type="http://schemas.openxmlformats.org/officeDocument/2006/relationships/tags" Target="../tags/tag43.xml"/><Relationship Id="rId9" Type="http://schemas.openxmlformats.org/officeDocument/2006/relationships/tags" Target="../tags/tag48.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slideMaster" Target="../slideMasters/slideMaster1.xml"/><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tags" Target="../tags/tag60.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5" Type="http://schemas.openxmlformats.org/officeDocument/2006/relationships/tags" Target="../tags/tag53.xml"/><Relationship Id="rId10" Type="http://schemas.openxmlformats.org/officeDocument/2006/relationships/tags" Target="../tags/tag58.xml"/><Relationship Id="rId4" Type="http://schemas.openxmlformats.org/officeDocument/2006/relationships/tags" Target="../tags/tag52.xml"/><Relationship Id="rId9" Type="http://schemas.openxmlformats.org/officeDocument/2006/relationships/tags" Target="../tags/tag57.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slideMaster" Target="../slideMasters/slideMaster1.xm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tags" Target="../tags/tag72.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5" Type="http://schemas.openxmlformats.org/officeDocument/2006/relationships/tags" Target="../tags/tag65.xml"/><Relationship Id="rId10" Type="http://schemas.openxmlformats.org/officeDocument/2006/relationships/tags" Target="../tags/tag70.xml"/><Relationship Id="rId4" Type="http://schemas.openxmlformats.org/officeDocument/2006/relationships/tags" Target="../tags/tag64.xml"/><Relationship Id="rId9" Type="http://schemas.openxmlformats.org/officeDocument/2006/relationships/tags" Target="../tags/tag69.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slideMaster" Target="../slideMasters/slideMaster1.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tags" Target="../tags/tag84.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5" Type="http://schemas.openxmlformats.org/officeDocument/2006/relationships/tags" Target="../tags/tag77.xml"/><Relationship Id="rId10" Type="http://schemas.openxmlformats.org/officeDocument/2006/relationships/tags" Target="../tags/tag82.xml"/><Relationship Id="rId4" Type="http://schemas.openxmlformats.org/officeDocument/2006/relationships/tags" Target="../tags/tag76.xml"/><Relationship Id="rId9" Type="http://schemas.openxmlformats.org/officeDocument/2006/relationships/tags" Target="../tags/tag8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slideMaster" Target="../slideMasters/slideMaster1.xml"/><Relationship Id="rId4" Type="http://schemas.openxmlformats.org/officeDocument/2006/relationships/tags" Target="../tags/tag8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5" Type="http://schemas.openxmlformats.org/officeDocument/2006/relationships/image" Target="../media/image10.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9.xml"/><Relationship Id="rId13" Type="http://schemas.openxmlformats.org/officeDocument/2006/relationships/slideMaster" Target="../slideMasters/slideMaster1.xml"/><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tags" Target="../tags/tag103.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tags" Target="../tags/tag102.xml"/><Relationship Id="rId5" Type="http://schemas.openxmlformats.org/officeDocument/2006/relationships/tags" Target="../tags/tag96.xml"/><Relationship Id="rId10" Type="http://schemas.openxmlformats.org/officeDocument/2006/relationships/tags" Target="../tags/tag101.xml"/><Relationship Id="rId4" Type="http://schemas.openxmlformats.org/officeDocument/2006/relationships/tags" Target="../tags/tag95.xml"/><Relationship Id="rId9" Type="http://schemas.openxmlformats.org/officeDocument/2006/relationships/tags" Target="../tags/tag100.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slideMaster" Target="../slideMasters/slideMaster1.xml"/><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tags" Target="../tags/tag115.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5" Type="http://schemas.openxmlformats.org/officeDocument/2006/relationships/tags" Target="../tags/tag108.xml"/><Relationship Id="rId10" Type="http://schemas.openxmlformats.org/officeDocument/2006/relationships/tags" Target="../tags/tag113.xml"/><Relationship Id="rId4" Type="http://schemas.openxmlformats.org/officeDocument/2006/relationships/tags" Target="../tags/tag107.xml"/><Relationship Id="rId9" Type="http://schemas.openxmlformats.org/officeDocument/2006/relationships/tags" Target="../tags/tag112.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slideMaster" Target="../slideMasters/slideMaster1.xml"/><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tags" Target="../tags/tag127.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5" Type="http://schemas.openxmlformats.org/officeDocument/2006/relationships/tags" Target="../tags/tag120.xml"/><Relationship Id="rId10" Type="http://schemas.openxmlformats.org/officeDocument/2006/relationships/tags" Target="../tags/tag125.xml"/><Relationship Id="rId4" Type="http://schemas.openxmlformats.org/officeDocument/2006/relationships/tags" Target="../tags/tag119.xml"/><Relationship Id="rId9" Type="http://schemas.openxmlformats.org/officeDocument/2006/relationships/tags" Target="../tags/tag124.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35.xml"/><Relationship Id="rId13" Type="http://schemas.openxmlformats.org/officeDocument/2006/relationships/slideMaster" Target="../slideMasters/slideMaster1.xml"/><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tags" Target="../tags/tag139.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tags" Target="../tags/tag138.xml"/><Relationship Id="rId5" Type="http://schemas.openxmlformats.org/officeDocument/2006/relationships/tags" Target="../tags/tag132.xml"/><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slideMaster" Target="../slideMasters/slideMaster1.xml"/><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tags" Target="../tags/tag151.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5" Type="http://schemas.openxmlformats.org/officeDocument/2006/relationships/tags" Target="../tags/tag144.xml"/><Relationship Id="rId10" Type="http://schemas.openxmlformats.org/officeDocument/2006/relationships/tags" Target="../tags/tag149.xml"/><Relationship Id="rId4" Type="http://schemas.openxmlformats.org/officeDocument/2006/relationships/tags" Target="../tags/tag143.xml"/><Relationship Id="rId9" Type="http://schemas.openxmlformats.org/officeDocument/2006/relationships/tags" Target="../tags/tag14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59.xml"/><Relationship Id="rId13" Type="http://schemas.openxmlformats.org/officeDocument/2006/relationships/slideMaster" Target="../slideMasters/slideMaster1.xml"/><Relationship Id="rId3" Type="http://schemas.openxmlformats.org/officeDocument/2006/relationships/tags" Target="../tags/tag154.xml"/><Relationship Id="rId7" Type="http://schemas.openxmlformats.org/officeDocument/2006/relationships/tags" Target="../tags/tag158.xml"/><Relationship Id="rId12" Type="http://schemas.openxmlformats.org/officeDocument/2006/relationships/tags" Target="../tags/tag163.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11" Type="http://schemas.openxmlformats.org/officeDocument/2006/relationships/tags" Target="../tags/tag162.xml"/><Relationship Id="rId5" Type="http://schemas.openxmlformats.org/officeDocument/2006/relationships/tags" Target="../tags/tag156.xml"/><Relationship Id="rId10" Type="http://schemas.openxmlformats.org/officeDocument/2006/relationships/tags" Target="../tags/tag161.xml"/><Relationship Id="rId4" Type="http://schemas.openxmlformats.org/officeDocument/2006/relationships/tags" Target="../tags/tag155.xml"/><Relationship Id="rId9" Type="http://schemas.openxmlformats.org/officeDocument/2006/relationships/tags" Target="../tags/tag160.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71.xml"/><Relationship Id="rId13" Type="http://schemas.openxmlformats.org/officeDocument/2006/relationships/slideMaster" Target="../slideMasters/slideMaster1.xml"/><Relationship Id="rId3" Type="http://schemas.openxmlformats.org/officeDocument/2006/relationships/tags" Target="../tags/tag166.xml"/><Relationship Id="rId7" Type="http://schemas.openxmlformats.org/officeDocument/2006/relationships/tags" Target="../tags/tag170.xml"/><Relationship Id="rId12" Type="http://schemas.openxmlformats.org/officeDocument/2006/relationships/tags" Target="../tags/tag175.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tags" Target="../tags/tag174.xml"/><Relationship Id="rId5" Type="http://schemas.openxmlformats.org/officeDocument/2006/relationships/tags" Target="../tags/tag168.xml"/><Relationship Id="rId10" Type="http://schemas.openxmlformats.org/officeDocument/2006/relationships/tags" Target="../tags/tag173.xml"/><Relationship Id="rId4" Type="http://schemas.openxmlformats.org/officeDocument/2006/relationships/tags" Target="../tags/tag167.xml"/><Relationship Id="rId9" Type="http://schemas.openxmlformats.org/officeDocument/2006/relationships/tags" Target="../tags/tag172.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83.xml"/><Relationship Id="rId3" Type="http://schemas.openxmlformats.org/officeDocument/2006/relationships/tags" Target="../tags/tag178.xml"/><Relationship Id="rId7" Type="http://schemas.openxmlformats.org/officeDocument/2006/relationships/tags" Target="../tags/tag182.xml"/><Relationship Id="rId12" Type="http://schemas.openxmlformats.org/officeDocument/2006/relationships/slideMaster" Target="../slideMasters/slideMaster1.xml"/><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tags" Target="../tags/tag186.xml"/><Relationship Id="rId5" Type="http://schemas.openxmlformats.org/officeDocument/2006/relationships/tags" Target="../tags/tag180.xml"/><Relationship Id="rId10" Type="http://schemas.openxmlformats.org/officeDocument/2006/relationships/tags" Target="../tags/tag185.xml"/><Relationship Id="rId4" Type="http://schemas.openxmlformats.org/officeDocument/2006/relationships/tags" Target="../tags/tag179.xml"/><Relationship Id="rId9" Type="http://schemas.openxmlformats.org/officeDocument/2006/relationships/tags" Target="../tags/tag184.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89.xml"/><Relationship Id="rId2" Type="http://schemas.openxmlformats.org/officeDocument/2006/relationships/tags" Target="../tags/tag188.xml"/><Relationship Id="rId1" Type="http://schemas.openxmlformats.org/officeDocument/2006/relationships/tags" Target="../tags/tag187.xml"/><Relationship Id="rId4"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92.xml"/><Relationship Id="rId7" Type="http://schemas.openxmlformats.org/officeDocument/2006/relationships/image" Target="../media/image1.png"/><Relationship Id="rId2" Type="http://schemas.openxmlformats.org/officeDocument/2006/relationships/tags" Target="../tags/tag191.xml"/><Relationship Id="rId1" Type="http://schemas.openxmlformats.org/officeDocument/2006/relationships/tags" Target="../tags/tag190.xml"/><Relationship Id="rId6" Type="http://schemas.openxmlformats.org/officeDocument/2006/relationships/slideMaster" Target="../slideMasters/slideMaster1.xml"/><Relationship Id="rId5" Type="http://schemas.openxmlformats.org/officeDocument/2006/relationships/tags" Target="../tags/tag194.xml"/><Relationship Id="rId4" Type="http://schemas.openxmlformats.org/officeDocument/2006/relationships/tags" Target="../tags/tag19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1">
    <p:bg>
      <p:bgPr>
        <a:solidFill>
          <a:schemeClr val="bg1"/>
        </a:solidFill>
        <a:effectLst/>
      </p:bgPr>
    </p:bg>
    <p:spTree>
      <p:nvGrpSpPr>
        <p:cNvPr id="1" name=""/>
        <p:cNvGrpSpPr/>
        <p:nvPr/>
      </p:nvGrpSpPr>
      <p:grpSpPr>
        <a:xfrm>
          <a:off x="0" y="0"/>
          <a:ext cx="0" cy="0"/>
          <a:chOff x="0" y="0"/>
          <a:chExt cx="0" cy="0"/>
        </a:xfrm>
      </p:grpSpPr>
      <p:sp>
        <p:nvSpPr>
          <p:cNvPr id="6" name="LOGO PROTECTION" hidden="1">
            <a:extLst>
              <a:ext uri="{FF2B5EF4-FFF2-40B4-BE49-F238E27FC236}">
                <a16:creationId xmlns:a16="http://schemas.microsoft.com/office/drawing/2014/main" id="{193C101A-31DD-4FCB-8E69-ED3C115F16E0}"/>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8" name="Background White">
            <a:extLst>
              <a:ext uri="{FF2B5EF4-FFF2-40B4-BE49-F238E27FC236}">
                <a16:creationId xmlns:a16="http://schemas.microsoft.com/office/drawing/2014/main" id="{9FD1694A-5725-40E5-AC10-2A7A68B981E5}"/>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23" name="Crystal Picture Placeholder">
            <a:extLst>
              <a:ext uri="{FF2B5EF4-FFF2-40B4-BE49-F238E27FC236}">
                <a16:creationId xmlns:a16="http://schemas.microsoft.com/office/drawing/2014/main" id="{5805FCC4-D045-0733-8C95-81CAFF95804B}"/>
              </a:ext>
            </a:extLst>
          </p:cNvPr>
          <p:cNvSpPr>
            <a:spLocks noGrp="1"/>
          </p:cNvSpPr>
          <p:nvPr>
            <p:ph type="pic" sz="quarter" idx="15"/>
          </p:nvPr>
        </p:nvSpPr>
        <p:spPr>
          <a:xfrm>
            <a:off x="3" y="2"/>
            <a:ext cx="12191999" cy="3743997"/>
          </a:xfrm>
          <a:custGeom>
            <a:avLst/>
            <a:gdLst>
              <a:gd name="connsiteX0" fmla="*/ 0 w 12191999"/>
              <a:gd name="connsiteY0" fmla="*/ 0 h 3743997"/>
              <a:gd name="connsiteX1" fmla="*/ 12191999 w 12191999"/>
              <a:gd name="connsiteY1" fmla="*/ 0 h 3743997"/>
              <a:gd name="connsiteX2" fmla="*/ 12191999 w 12191999"/>
              <a:gd name="connsiteY2" fmla="*/ 3726156 h 3743997"/>
              <a:gd name="connsiteX3" fmla="*/ 3063660 w 12191999"/>
              <a:gd name="connsiteY3" fmla="*/ 2179105 h 3743997"/>
              <a:gd name="connsiteX4" fmla="*/ 387 w 12191999"/>
              <a:gd name="connsiteY4" fmla="*/ 3726157 h 3743997"/>
              <a:gd name="connsiteX5" fmla="*/ 387 w 12191999"/>
              <a:gd name="connsiteY5" fmla="*/ 3743997 h 3743997"/>
              <a:gd name="connsiteX6" fmla="*/ 0 w 12191999"/>
              <a:gd name="connsiteY6" fmla="*/ 3743997 h 3743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743997">
                <a:moveTo>
                  <a:pt x="0" y="0"/>
                </a:moveTo>
                <a:lnTo>
                  <a:pt x="12191999" y="0"/>
                </a:lnTo>
                <a:lnTo>
                  <a:pt x="12191999" y="3726156"/>
                </a:lnTo>
                <a:lnTo>
                  <a:pt x="3063660" y="2179105"/>
                </a:lnTo>
                <a:lnTo>
                  <a:pt x="387" y="3726157"/>
                </a:lnTo>
                <a:lnTo>
                  <a:pt x="387" y="3743997"/>
                </a:lnTo>
                <a:lnTo>
                  <a:pt x="0" y="3743997"/>
                </a:lnTo>
                <a:close/>
              </a:path>
            </a:pathLst>
          </a:custGeom>
          <a:blipFill>
            <a:blip r:embed="rId11"/>
            <a:stretch>
              <a:fillRect/>
            </a:stretch>
          </a:blipFill>
        </p:spPr>
        <p:txBody>
          <a:bodyPr wrap="square" tIns="1296000">
            <a:noAutofit/>
          </a:bodyPr>
          <a:lstStyle>
            <a:lvl1pPr marL="0" indent="0" algn="ctr">
              <a:buNone/>
              <a:defRPr/>
            </a:lvl1pPr>
          </a:lstStyle>
          <a:p>
            <a:r>
              <a:rPr lang="en-US"/>
              <a:t>Click icon to add picture</a:t>
            </a:r>
            <a:endParaRPr lang="de-DE"/>
          </a:p>
        </p:txBody>
      </p:sp>
      <p:sp>
        <p:nvSpPr>
          <p:cNvPr id="30" name="Subtitle"/>
          <p:cNvSpPr>
            <a:spLocks noGrp="1"/>
          </p:cNvSpPr>
          <p:nvPr>
            <p:ph type="subTitle" idx="1" hasCustomPrompt="1"/>
          </p:nvPr>
        </p:nvSpPr>
        <p:spPr>
          <a:xfrm>
            <a:off x="624000" y="5641951"/>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26638A09-FAF0-40AC-917E-C2B12C875E5A}"/>
              </a:ext>
            </a:extLst>
          </p:cNvPr>
          <p:cNvSpPr>
            <a:spLocks noGrp="1"/>
          </p:cNvSpPr>
          <p:nvPr>
            <p:ph type="ctrTitle" hasCustomPrompt="1"/>
            <p:custDataLst>
              <p:tags r:id="rId2"/>
            </p:custDataLst>
          </p:nvPr>
        </p:nvSpPr>
        <p:spPr>
          <a:xfrm>
            <a:off x="624000" y="4163051"/>
            <a:ext cx="8280000" cy="1118901"/>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9" name="empower_classification_attention_placeholder" hidden="1">
            <a:extLst>
              <a:ext uri="{FF2B5EF4-FFF2-40B4-BE49-F238E27FC236}">
                <a16:creationId xmlns:a16="http://schemas.microsoft.com/office/drawing/2014/main" id="{542ADA73-329E-4D35-A040-712B75800F88}"/>
              </a:ext>
            </a:extLst>
          </p:cNvPr>
          <p:cNvSpPr txBox="1"/>
          <p:nvPr>
            <p:custDataLst>
              <p:tags r:id="rId3"/>
            </p:custDataLst>
          </p:nvPr>
        </p:nvSpPr>
        <p:spPr bwMode="auto">
          <a:xfrm>
            <a:off x="5411800" y="6500314"/>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endParaRPr lang="en-US" sz="800" b="1" kern="0" baseline="0" noProof="0" dirty="0">
              <a:solidFill>
                <a:schemeClr val="tx2"/>
              </a:solidFill>
              <a:latin typeface="+mn-lt"/>
              <a:ea typeface="+mn-ea"/>
              <a:cs typeface="+mn-cs"/>
            </a:endParaRPr>
          </a:p>
        </p:txBody>
      </p:sp>
      <p:sp>
        <p:nvSpPr>
          <p:cNvPr id="10" name="empower_classification_placeholder">
            <a:extLst>
              <a:ext uri="{FF2B5EF4-FFF2-40B4-BE49-F238E27FC236}">
                <a16:creationId xmlns:a16="http://schemas.microsoft.com/office/drawing/2014/main" id="{2D16A7B9-CA23-4C66-B2AF-3682EAAE8159}"/>
              </a:ext>
            </a:extLst>
          </p:cNvPr>
          <p:cNvSpPr txBox="1"/>
          <p:nvPr>
            <p:custDataLst>
              <p:tags r:id="rId4"/>
            </p:custDataLst>
          </p:nvPr>
        </p:nvSpPr>
        <p:spPr bwMode="auto">
          <a:xfrm>
            <a:off x="5412000" y="6500314"/>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endParaRPr lang="en-US" sz="800" kern="0" baseline="0" noProof="0" dirty="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FE25D73-2664-463A-AF80-DF3E4E2CB8B6}"/>
              </a:ext>
            </a:extLst>
          </p:cNvPr>
          <p:cNvSpPr txBox="1"/>
          <p:nvPr>
            <p:custDataLst>
              <p:tags r:id="rId5"/>
            </p:custDataLst>
          </p:nvPr>
        </p:nvSpPr>
        <p:spPr bwMode="auto">
          <a:xfrm>
            <a:off x="624000" y="6500314"/>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2" name="empower_draft_placeholder" hidden="1">
            <a:extLst>
              <a:ext uri="{FF2B5EF4-FFF2-40B4-BE49-F238E27FC236}">
                <a16:creationId xmlns:a16="http://schemas.microsoft.com/office/drawing/2014/main" id="{9769B1E2-E46B-4957-AEBB-2CD1EAF09328}"/>
              </a:ext>
            </a:extLst>
          </p:cNvPr>
          <p:cNvSpPr txBox="1"/>
          <p:nvPr>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2" name="MIO_AGENDA_IGNORE_NAVIGATION" hidden="1">
            <a:extLst>
              <a:ext uri="{FF2B5EF4-FFF2-40B4-BE49-F238E27FC236}">
                <a16:creationId xmlns:a16="http://schemas.microsoft.com/office/drawing/2014/main" id="{03AF05FD-8ED3-440D-B616-18664CA13DD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6" name="MIO_AGENDA_IGNORE_CHAPTER_REFERENCE" hidden="1">
            <a:extLst>
              <a:ext uri="{FF2B5EF4-FFF2-40B4-BE49-F238E27FC236}">
                <a16:creationId xmlns:a16="http://schemas.microsoft.com/office/drawing/2014/main" id="{E0053FF2-2ADB-4CE0-850C-04ADE25DFF5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7" name="Date Placeholder 16" hidden="1">
            <a:extLst>
              <a:ext uri="{FF2B5EF4-FFF2-40B4-BE49-F238E27FC236}">
                <a16:creationId xmlns:a16="http://schemas.microsoft.com/office/drawing/2014/main" id="{B19EA23C-BCB4-4E72-A8B3-AFF05FD396BC}"/>
              </a:ext>
            </a:extLst>
          </p:cNvPr>
          <p:cNvSpPr>
            <a:spLocks noGrp="1"/>
          </p:cNvSpPr>
          <p:nvPr>
            <p:ph type="dt" sz="half" idx="10"/>
            <p:custDataLst>
              <p:tags r:id="rId7"/>
            </p:custDataLst>
          </p:nvPr>
        </p:nvSpPr>
        <p:spPr/>
        <p:txBody>
          <a:bodyPr/>
          <a:lstStyle/>
          <a:p>
            <a:r>
              <a:rPr lang="en-US" b="1"/>
              <a:t> </a:t>
            </a:r>
            <a:endParaRPr lang="en-US" b="1" dirty="0"/>
          </a:p>
        </p:txBody>
      </p:sp>
      <p:sp>
        <p:nvSpPr>
          <p:cNvPr id="18" name="Footer Placeholder 17" hidden="1">
            <a:extLst>
              <a:ext uri="{FF2B5EF4-FFF2-40B4-BE49-F238E27FC236}">
                <a16:creationId xmlns:a16="http://schemas.microsoft.com/office/drawing/2014/main" id="{271BB539-26D3-4B9C-9F13-4E382668BE89}"/>
              </a:ext>
            </a:extLst>
          </p:cNvPr>
          <p:cNvSpPr>
            <a:spLocks noGrp="1"/>
          </p:cNvSpPr>
          <p:nvPr>
            <p:ph type="ftr" sz="quarter" idx="11"/>
            <p:custDataLst>
              <p:tags r:id="rId8"/>
            </p:custDataLst>
          </p:nvPr>
        </p:nvSpPr>
        <p:spPr/>
        <p:txBody>
          <a:bodyPr/>
          <a:lstStyle/>
          <a:p>
            <a:endParaRPr lang="en-US" dirty="0"/>
          </a:p>
        </p:txBody>
      </p:sp>
      <p:sp>
        <p:nvSpPr>
          <p:cNvPr id="19" name="Slide Number Placeholder 18" hidden="1">
            <a:extLst>
              <a:ext uri="{FF2B5EF4-FFF2-40B4-BE49-F238E27FC236}">
                <a16:creationId xmlns:a16="http://schemas.microsoft.com/office/drawing/2014/main" id="{970E7400-5A78-4596-8A13-DC8308CA511D}"/>
              </a:ext>
            </a:extLst>
          </p:cNvPr>
          <p:cNvSpPr>
            <a:spLocks noGrp="1"/>
          </p:cNvSpPr>
          <p:nvPr>
            <p:ph type="sldNum" sz="quarter" idx="12"/>
            <p:custDataLst>
              <p:tags r:id="rId9"/>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370ED20-2DD7-4652-95B4-6C73AD11EB7F}"/>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92DC6926-96FF-4BB1-823E-5F2FFE796E76}"/>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3129440546"/>
      </p:ext>
    </p:extLst>
  </p:cSld>
  <p:clrMapOvr>
    <a:masterClrMapping/>
  </p:clrMapOvr>
  <p:hf sldNum="0" hd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 4">
    <p:bg>
      <p:bgPr>
        <a:solidFill>
          <a:schemeClr val="bg1"/>
        </a:solidFill>
        <a:effectLst/>
      </p:bgPr>
    </p:bg>
    <p:spTree>
      <p:nvGrpSpPr>
        <p:cNvPr id="1" name=""/>
        <p:cNvGrpSpPr/>
        <p:nvPr/>
      </p:nvGrpSpPr>
      <p:grpSpPr>
        <a:xfrm>
          <a:off x="0" y="0"/>
          <a:ext cx="0" cy="0"/>
          <a:chOff x="0" y="0"/>
          <a:chExt cx="0" cy="0"/>
        </a:xfrm>
      </p:grpSpPr>
      <p:sp>
        <p:nvSpPr>
          <p:cNvPr id="6" name="LOGO PROTECTION">
            <a:extLst>
              <a:ext uri="{FF2B5EF4-FFF2-40B4-BE49-F238E27FC236}">
                <a16:creationId xmlns:a16="http://schemas.microsoft.com/office/drawing/2014/main" id="{193C101A-31DD-4FCB-8E69-ED3C115F16E0}"/>
              </a:ext>
            </a:extLst>
          </p:cNvPr>
          <p:cNvSpPr/>
          <p:nvPr>
            <p:custDataLst>
              <p:tags r:id="rId1"/>
            </p:custDataLst>
          </p:nvPr>
        </p:nvSpPr>
        <p:spPr bwMode="auto">
          <a:xfrm>
            <a:off x="9912424" y="236633"/>
            <a:ext cx="1772684" cy="960119"/>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8" name="Background White">
            <a:extLst>
              <a:ext uri="{FF2B5EF4-FFF2-40B4-BE49-F238E27FC236}">
                <a16:creationId xmlns:a16="http://schemas.microsoft.com/office/drawing/2014/main" id="{9FD1694A-5725-40E5-AC10-2A7A68B981E5}"/>
              </a:ext>
            </a:extLst>
          </p:cNvPr>
          <p:cNvSpPr>
            <a:spLocks noGrp="1" noRot="1" noMove="1" noResize="1" noEditPoints="1" noAdjustHandles="1" noChangeArrowheads="1" noChangeShapeType="1"/>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30" name="Subtitle"/>
          <p:cNvSpPr>
            <a:spLocks noGrp="1"/>
          </p:cNvSpPr>
          <p:nvPr>
            <p:ph type="subTitle" idx="1" hasCustomPrompt="1"/>
          </p:nvPr>
        </p:nvSpPr>
        <p:spPr>
          <a:xfrm>
            <a:off x="624000" y="5641951"/>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26638A09-FAF0-40AC-917E-C2B12C875E5A}"/>
              </a:ext>
            </a:extLst>
          </p:cNvPr>
          <p:cNvSpPr>
            <a:spLocks noGrp="1"/>
          </p:cNvSpPr>
          <p:nvPr>
            <p:ph type="ctrTitle" hasCustomPrompt="1"/>
            <p:custDataLst>
              <p:tags r:id="rId2"/>
            </p:custDataLst>
          </p:nvPr>
        </p:nvSpPr>
        <p:spPr>
          <a:xfrm>
            <a:off x="624000" y="4163051"/>
            <a:ext cx="8280000" cy="1118901"/>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13" name="Crystal Shape">
            <a:extLst>
              <a:ext uri="{FF2B5EF4-FFF2-40B4-BE49-F238E27FC236}">
                <a16:creationId xmlns:a16="http://schemas.microsoft.com/office/drawing/2014/main" id="{A4208110-E884-BAAA-527C-E592A2F7FA29}"/>
              </a:ext>
            </a:extLst>
          </p:cNvPr>
          <p:cNvSpPr/>
          <p:nvPr userDrawn="1"/>
        </p:nvSpPr>
        <p:spPr bwMode="auto">
          <a:xfrm>
            <a:off x="2" y="1"/>
            <a:ext cx="12191999" cy="3932241"/>
          </a:xfrm>
          <a:custGeom>
            <a:avLst/>
            <a:gdLst>
              <a:gd name="connsiteX0" fmla="*/ 0 w 12191999"/>
              <a:gd name="connsiteY0" fmla="*/ 0 h 3932241"/>
              <a:gd name="connsiteX1" fmla="*/ 12191999 w 12191999"/>
              <a:gd name="connsiteY1" fmla="*/ 0 h 3932241"/>
              <a:gd name="connsiteX2" fmla="*/ 12191999 w 12191999"/>
              <a:gd name="connsiteY2" fmla="*/ 3726156 h 3932241"/>
              <a:gd name="connsiteX3" fmla="*/ 3063660 w 12191999"/>
              <a:gd name="connsiteY3" fmla="*/ 2179105 h 3932241"/>
              <a:gd name="connsiteX4" fmla="*/ 387 w 12191999"/>
              <a:gd name="connsiteY4" fmla="*/ 3726157 h 3932241"/>
              <a:gd name="connsiteX5" fmla="*/ 387 w 12191999"/>
              <a:gd name="connsiteY5" fmla="*/ 3932241 h 3932241"/>
              <a:gd name="connsiteX6" fmla="*/ 0 w 12191999"/>
              <a:gd name="connsiteY6" fmla="*/ 3932241 h 39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932241">
                <a:moveTo>
                  <a:pt x="0" y="0"/>
                </a:moveTo>
                <a:lnTo>
                  <a:pt x="12191999" y="0"/>
                </a:lnTo>
                <a:lnTo>
                  <a:pt x="12191999" y="3726156"/>
                </a:lnTo>
                <a:lnTo>
                  <a:pt x="3063660" y="2179105"/>
                </a:lnTo>
                <a:lnTo>
                  <a:pt x="387" y="3726157"/>
                </a:lnTo>
                <a:lnTo>
                  <a:pt x="387" y="3932241"/>
                </a:lnTo>
                <a:lnTo>
                  <a:pt x="0" y="3932241"/>
                </a:lnTo>
                <a:close/>
              </a:path>
            </a:pathLst>
          </a:custGeom>
          <a:blipFill>
            <a:blip r:embed="rId11" cstate="screen">
              <a:extLst>
                <a:ext uri="{28A0092B-C50C-407E-A947-70E740481C1C}">
                  <a14:useLocalDpi xmlns:a14="http://schemas.microsoft.com/office/drawing/2010/main"/>
                </a:ext>
              </a:extLst>
            </a:blip>
            <a:srcRect/>
            <a:stretch>
              <a:fillRect/>
            </a:stretch>
          </a:blipFill>
          <a:ln w="9525">
            <a:noFill/>
            <a:miter lim="800000"/>
            <a:headEnd/>
            <a:tailEnd/>
          </a:ln>
        </p:spPr>
        <p:txBody>
          <a:bodyPr wrap="square" lIns="72000" tIns="72000" rIns="72000" bIns="72000" rtlCol="0" anchor="ctr">
            <a:noAutofit/>
          </a:bodyPr>
          <a:lstStyle/>
          <a:p>
            <a:pPr algn="ctr" defTabSz="576000" rtl="0" eaLnBrk="0" hangingPunct="0">
              <a:lnSpc>
                <a:spcPct val="120000"/>
              </a:lnSpc>
            </a:pPr>
            <a:endParaRPr lang="de-DE" sz="1600" baseline="0" dirty="0">
              <a:solidFill>
                <a:schemeClr val="bg1"/>
              </a:solidFill>
              <a:latin typeface="+mn-lt"/>
              <a:ea typeface="+mn-ea"/>
              <a:cs typeface="+mn-cs"/>
            </a:endParaRPr>
          </a:p>
        </p:txBody>
      </p:sp>
      <p:sp>
        <p:nvSpPr>
          <p:cNvPr id="9" name="empower_classification_attention_placeholder" hidden="1">
            <a:extLst>
              <a:ext uri="{FF2B5EF4-FFF2-40B4-BE49-F238E27FC236}">
                <a16:creationId xmlns:a16="http://schemas.microsoft.com/office/drawing/2014/main" id="{542ADA73-329E-4D35-A040-712B75800F88}"/>
              </a:ext>
            </a:extLst>
          </p:cNvPr>
          <p:cNvSpPr txBox="1"/>
          <p:nvPr>
            <p:custDataLst>
              <p:tags r:id="rId3"/>
            </p:custDataLst>
          </p:nvPr>
        </p:nvSpPr>
        <p:spPr bwMode="auto">
          <a:xfrm>
            <a:off x="5411800" y="6500314"/>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endParaRPr lang="en-US" sz="800" b="1" kern="0" baseline="0" noProof="0" dirty="0">
              <a:solidFill>
                <a:schemeClr val="tx2"/>
              </a:solidFill>
              <a:latin typeface="+mn-lt"/>
              <a:ea typeface="+mn-ea"/>
              <a:cs typeface="+mn-cs"/>
            </a:endParaRPr>
          </a:p>
        </p:txBody>
      </p:sp>
      <p:sp>
        <p:nvSpPr>
          <p:cNvPr id="10" name="empower_classification_placeholder">
            <a:extLst>
              <a:ext uri="{FF2B5EF4-FFF2-40B4-BE49-F238E27FC236}">
                <a16:creationId xmlns:a16="http://schemas.microsoft.com/office/drawing/2014/main" id="{2D16A7B9-CA23-4C66-B2AF-3682EAAE8159}"/>
              </a:ext>
            </a:extLst>
          </p:cNvPr>
          <p:cNvSpPr txBox="1"/>
          <p:nvPr>
            <p:custDataLst>
              <p:tags r:id="rId4"/>
            </p:custDataLst>
          </p:nvPr>
        </p:nvSpPr>
        <p:spPr bwMode="auto">
          <a:xfrm>
            <a:off x="5412000" y="6500314"/>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endParaRPr lang="en-US" sz="800" kern="0" baseline="0" noProof="0" dirty="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FE25D73-2664-463A-AF80-DF3E4E2CB8B6}"/>
              </a:ext>
            </a:extLst>
          </p:cNvPr>
          <p:cNvSpPr txBox="1"/>
          <p:nvPr>
            <p:custDataLst>
              <p:tags r:id="rId5"/>
            </p:custDataLst>
          </p:nvPr>
        </p:nvSpPr>
        <p:spPr bwMode="auto">
          <a:xfrm>
            <a:off x="624000" y="6500314"/>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2" name="empower_draft_placeholder" hidden="1">
            <a:extLst>
              <a:ext uri="{FF2B5EF4-FFF2-40B4-BE49-F238E27FC236}">
                <a16:creationId xmlns:a16="http://schemas.microsoft.com/office/drawing/2014/main" id="{9769B1E2-E46B-4957-AEBB-2CD1EAF09328}"/>
              </a:ext>
            </a:extLst>
          </p:cNvPr>
          <p:cNvSpPr txBox="1"/>
          <p:nvPr>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2" name="MIO_AGENDA_IGNORE_NAVIGATION" hidden="1">
            <a:extLst>
              <a:ext uri="{FF2B5EF4-FFF2-40B4-BE49-F238E27FC236}">
                <a16:creationId xmlns:a16="http://schemas.microsoft.com/office/drawing/2014/main" id="{03AF05FD-8ED3-440D-B616-18664CA13DD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6" name="MIO_AGENDA_IGNORE_CHAPTER_REFERENCE" hidden="1">
            <a:extLst>
              <a:ext uri="{FF2B5EF4-FFF2-40B4-BE49-F238E27FC236}">
                <a16:creationId xmlns:a16="http://schemas.microsoft.com/office/drawing/2014/main" id="{E0053FF2-2ADB-4CE0-850C-04ADE25DFF5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7" name="Date Placeholder 16" hidden="1">
            <a:extLst>
              <a:ext uri="{FF2B5EF4-FFF2-40B4-BE49-F238E27FC236}">
                <a16:creationId xmlns:a16="http://schemas.microsoft.com/office/drawing/2014/main" id="{B19EA23C-BCB4-4E72-A8B3-AFF05FD396BC}"/>
              </a:ext>
            </a:extLst>
          </p:cNvPr>
          <p:cNvSpPr>
            <a:spLocks noGrp="1"/>
          </p:cNvSpPr>
          <p:nvPr>
            <p:ph type="dt" sz="half" idx="10"/>
            <p:custDataLst>
              <p:tags r:id="rId7"/>
            </p:custDataLst>
          </p:nvPr>
        </p:nvSpPr>
        <p:spPr/>
        <p:txBody>
          <a:bodyPr/>
          <a:lstStyle/>
          <a:p>
            <a:r>
              <a:rPr lang="en-US" b="1"/>
              <a:t> </a:t>
            </a:r>
            <a:endParaRPr lang="en-US" b="1" dirty="0"/>
          </a:p>
        </p:txBody>
      </p:sp>
      <p:sp>
        <p:nvSpPr>
          <p:cNvPr id="18" name="Footer Placeholder 17" hidden="1">
            <a:extLst>
              <a:ext uri="{FF2B5EF4-FFF2-40B4-BE49-F238E27FC236}">
                <a16:creationId xmlns:a16="http://schemas.microsoft.com/office/drawing/2014/main" id="{271BB539-26D3-4B9C-9F13-4E382668BE89}"/>
              </a:ext>
            </a:extLst>
          </p:cNvPr>
          <p:cNvSpPr>
            <a:spLocks noGrp="1"/>
          </p:cNvSpPr>
          <p:nvPr>
            <p:ph type="ftr" sz="quarter" idx="11"/>
            <p:custDataLst>
              <p:tags r:id="rId8"/>
            </p:custDataLst>
          </p:nvPr>
        </p:nvSpPr>
        <p:spPr/>
        <p:txBody>
          <a:bodyPr/>
          <a:lstStyle/>
          <a:p>
            <a:endParaRPr lang="en-US" dirty="0"/>
          </a:p>
        </p:txBody>
      </p:sp>
      <p:sp>
        <p:nvSpPr>
          <p:cNvPr id="19" name="Slide Number Placeholder 18" hidden="1">
            <a:extLst>
              <a:ext uri="{FF2B5EF4-FFF2-40B4-BE49-F238E27FC236}">
                <a16:creationId xmlns:a16="http://schemas.microsoft.com/office/drawing/2014/main" id="{970E7400-5A78-4596-8A13-DC8308CA511D}"/>
              </a:ext>
            </a:extLst>
          </p:cNvPr>
          <p:cNvSpPr>
            <a:spLocks noGrp="1"/>
          </p:cNvSpPr>
          <p:nvPr>
            <p:ph type="sldNum" sz="quarter" idx="12"/>
            <p:custDataLst>
              <p:tags r:id="rId9"/>
            </p:custDataLst>
          </p:nvPr>
        </p:nvSpPr>
        <p:spPr/>
        <p:txBody>
          <a:bodyPr/>
          <a:lstStyle/>
          <a:p>
            <a:r>
              <a:rPr lang="en-US"/>
              <a:t> </a:t>
            </a:r>
            <a:endParaRPr lang="en-US" dirty="0"/>
          </a:p>
        </p:txBody>
      </p:sp>
      <p:sp>
        <p:nvSpPr>
          <p:cNvPr id="3" name="MIO_Placeholder_Mapping">
            <a:extLst>
              <a:ext uri="{FF2B5EF4-FFF2-40B4-BE49-F238E27FC236}">
                <a16:creationId xmlns:a16="http://schemas.microsoft.com/office/drawing/2014/main" id="{C370ED20-2DD7-4652-95B4-6C73AD11EB7F}"/>
              </a:ext>
            </a:extLst>
          </p:cNvPr>
          <p:cNvSpPr/>
          <p:nvPr userDrawn="1"/>
        </p:nvSpPr>
        <p:spPr bwMode="auto">
          <a:xfrm>
            <a:off x="0" y="18864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92DC6926-96FF-4BB1-823E-5F2FFE796E76}"/>
              </a:ext>
            </a:extLst>
          </p:cNvPr>
          <p:cNvPicPr>
            <a:picLocks noChangeAspect="1"/>
          </p:cNvPicPr>
          <p:nvPr userDrawn="1"/>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9994175" y="353272"/>
            <a:ext cx="1574433" cy="687428"/>
          </a:xfrm>
          <a:prstGeom prst="rect">
            <a:avLst/>
          </a:prstGeom>
        </p:spPr>
      </p:pic>
      <p:pic>
        <p:nvPicPr>
          <p:cNvPr id="22" name="LOGO Award Innovation" descr="Ein Bild, das Text, Screenshot, Schrift, Kreis enthält.&#10;&#10;KI-generierte Inhalte können fehlerhaft sein.">
            <a:extLst>
              <a:ext uri="{FF2B5EF4-FFF2-40B4-BE49-F238E27FC236}">
                <a16:creationId xmlns:a16="http://schemas.microsoft.com/office/drawing/2014/main" id="{5C8094CB-6CA5-4C8C-A34D-E405220AEA8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9178096" y="5583917"/>
            <a:ext cx="1388241" cy="670382"/>
          </a:xfrm>
          <a:prstGeom prst="rect">
            <a:avLst/>
          </a:prstGeom>
        </p:spPr>
      </p:pic>
      <p:pic>
        <p:nvPicPr>
          <p:cNvPr id="23" name="LOGO Award Sustainability" descr="Ein Bild, das Schwarz, Dunkelheit enthält.&#10;&#10;Automatisch generierte Beschreibung">
            <a:extLst>
              <a:ext uri="{FF2B5EF4-FFF2-40B4-BE49-F238E27FC236}">
                <a16:creationId xmlns:a16="http://schemas.microsoft.com/office/drawing/2014/main" id="{2580F642-116E-41DC-881C-366C1DFCA471}"/>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897966" y="5583917"/>
            <a:ext cx="670034" cy="670034"/>
          </a:xfrm>
          <a:prstGeom prst="rect">
            <a:avLst/>
          </a:prstGeom>
        </p:spPr>
      </p:pic>
    </p:spTree>
    <p:extLst>
      <p:ext uri="{BB962C8B-B14F-4D97-AF65-F5344CB8AC3E}">
        <p14:creationId xmlns:p14="http://schemas.microsoft.com/office/powerpoint/2010/main" val="497659315"/>
      </p:ext>
    </p:extLst>
  </p:cSld>
  <p:clrMapOvr>
    <a:masterClrMapping/>
  </p:clrMapOvr>
  <p:hf sldNum="0" hdr="0"/>
  <p:extLst mod="1">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2">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501C1CF0-6452-4D4E-9BC7-65EADBD5EEC4}"/>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Background White">
            <a:extLst>
              <a:ext uri="{FF2B5EF4-FFF2-40B4-BE49-F238E27FC236}">
                <a16:creationId xmlns:a16="http://schemas.microsoft.com/office/drawing/2014/main" id="{FBA286CB-2DB7-49EA-ABB9-E63BB6315EDB}"/>
              </a:ext>
            </a:extLst>
          </p:cNvPr>
          <p:cNvSpPr/>
          <p:nvPr userDrawn="1"/>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27" name="Crystal Picture Placeholder">
            <a:extLst>
              <a:ext uri="{FF2B5EF4-FFF2-40B4-BE49-F238E27FC236}">
                <a16:creationId xmlns:a16="http://schemas.microsoft.com/office/drawing/2014/main" id="{2B034C47-A659-3457-E1A7-79A7F521356A}"/>
              </a:ext>
            </a:extLst>
          </p:cNvPr>
          <p:cNvSpPr>
            <a:spLocks noGrp="1"/>
          </p:cNvSpPr>
          <p:nvPr>
            <p:ph type="pic" sz="quarter" idx="22"/>
          </p:nvPr>
        </p:nvSpPr>
        <p:spPr>
          <a:xfrm>
            <a:off x="-1" y="0"/>
            <a:ext cx="5205158" cy="6858000"/>
          </a:xfrm>
          <a:custGeom>
            <a:avLst/>
            <a:gdLst>
              <a:gd name="connsiteX0" fmla="*/ 0 w 5205158"/>
              <a:gd name="connsiteY0" fmla="*/ 0 h 6858000"/>
              <a:gd name="connsiteX1" fmla="*/ 4377139 w 5205158"/>
              <a:gd name="connsiteY1" fmla="*/ 0 h 6858000"/>
              <a:gd name="connsiteX2" fmla="*/ 5205158 w 5205158"/>
              <a:gd name="connsiteY2" fmla="*/ 1713978 h 6858000"/>
              <a:gd name="connsiteX3" fmla="*/ 4370092 w 5205158"/>
              <a:gd name="connsiteY3" fmla="*/ 6858000 h 6858000"/>
              <a:gd name="connsiteX4" fmla="*/ 0 w 520515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5158" h="6858000">
                <a:moveTo>
                  <a:pt x="0" y="0"/>
                </a:moveTo>
                <a:lnTo>
                  <a:pt x="4377139" y="0"/>
                </a:lnTo>
                <a:lnTo>
                  <a:pt x="5205158" y="1713978"/>
                </a:lnTo>
                <a:lnTo>
                  <a:pt x="4370092" y="6858000"/>
                </a:lnTo>
                <a:lnTo>
                  <a:pt x="0" y="6858000"/>
                </a:lnTo>
                <a:close/>
              </a:path>
            </a:pathLst>
          </a:custGeom>
          <a:blipFill>
            <a:blip r:embed="rId10"/>
            <a:stretch>
              <a:fillRect/>
            </a:stretch>
          </a:blipFill>
        </p:spPr>
        <p:txBody>
          <a:bodyPr wrap="square" tIns="2700000">
            <a:noAutofit/>
          </a:bodyPr>
          <a:lstStyle>
            <a:lvl1pPr marL="0" indent="0" algn="ctr" rtl="0">
              <a:buNone/>
              <a:defRPr/>
            </a:lvl1pPr>
          </a:lstStyle>
          <a:p>
            <a:r>
              <a:rPr lang="en-US"/>
              <a:t>Click icon to add picture</a:t>
            </a:r>
            <a:endParaRPr lang="de-DE"/>
          </a:p>
        </p:txBody>
      </p:sp>
      <p:sp>
        <p:nvSpPr>
          <p:cNvPr id="35" name="Subtitle"/>
          <p:cNvSpPr>
            <a:spLocks noGrp="1"/>
          </p:cNvSpPr>
          <p:nvPr>
            <p:ph type="subTitle" idx="1" hasCustomPrompt="1"/>
          </p:nvPr>
        </p:nvSpPr>
        <p:spPr>
          <a:xfrm>
            <a:off x="5808608" y="3790101"/>
            <a:ext cx="576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0926292C-4FD6-404F-8149-3EB0B4DF87BE}"/>
              </a:ext>
            </a:extLst>
          </p:cNvPr>
          <p:cNvSpPr>
            <a:spLocks noGrp="1"/>
          </p:cNvSpPr>
          <p:nvPr>
            <p:ph type="title" hasCustomPrompt="1"/>
            <p:custDataLst>
              <p:tags r:id="rId2"/>
            </p:custDataLst>
          </p:nvPr>
        </p:nvSpPr>
        <p:spPr>
          <a:xfrm>
            <a:off x="5808608" y="1757203"/>
            <a:ext cx="5760000" cy="1672899"/>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275E4ACD-2699-4EB4-B72E-2EBE63C205D6}"/>
              </a:ext>
            </a:extLst>
          </p:cNvPr>
          <p:cNvSpPr txBox="1"/>
          <p:nvPr>
            <p:custDataLst>
              <p:tags r:id="rId3"/>
            </p:custDataLst>
          </p:nvPr>
        </p:nvSpPr>
        <p:spPr bwMode="auto">
          <a:xfrm>
            <a:off x="5808608"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9" name="empower_classification_placeholder">
            <a:extLst>
              <a:ext uri="{FF2B5EF4-FFF2-40B4-BE49-F238E27FC236}">
                <a16:creationId xmlns:a16="http://schemas.microsoft.com/office/drawing/2014/main" id="{2E1A11AC-1395-4E21-827C-BF03F1350E73}"/>
              </a:ext>
            </a:extLst>
          </p:cNvPr>
          <p:cNvSpPr txBox="1"/>
          <p:nvPr>
            <p:custDataLst>
              <p:tags r:id="rId4"/>
            </p:custDataLst>
          </p:nvPr>
        </p:nvSpPr>
        <p:spPr bwMode="auto">
          <a:xfrm>
            <a:off x="5808608"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endParaRPr lang="en-US" sz="800" kern="0" baseline="0" noProof="0" dirty="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8A1DAB4F-0FA1-4116-AD11-2FAD7B4CA74A}"/>
              </a:ext>
            </a:extLst>
          </p:cNvPr>
          <p:cNvSpPr txBox="1"/>
          <p:nvPr>
            <p:custDataLst>
              <p:tags r:id="rId5"/>
            </p:custDataLst>
          </p:nvPr>
        </p:nvSpPr>
        <p:spPr bwMode="auto">
          <a:xfrm>
            <a:off x="8328521"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algn="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9" name="empower_draft_placeholder" hidden="1">
            <a:extLst>
              <a:ext uri="{FF2B5EF4-FFF2-40B4-BE49-F238E27FC236}">
                <a16:creationId xmlns:a16="http://schemas.microsoft.com/office/drawing/2014/main" id="{6199DA7C-0CA0-4D66-B211-C7E7EAED8246}"/>
              </a:ext>
            </a:extLst>
          </p:cNvPr>
          <p:cNvSpPr txBox="1"/>
          <p:nvPr userDrawn="1">
            <p:custDataLst>
              <p:tags r:id="rId6"/>
            </p:custDataLst>
          </p:nvPr>
        </p:nvSpPr>
        <p:spPr bwMode="auto">
          <a:xfrm>
            <a:off x="7464565"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77B7EDDE-B2BF-41DF-B12E-29C55B064D28}"/>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6" name="MIO_AGENDA_IGNORE_CHAPTER_REFERENCE" hidden="1">
            <a:extLst>
              <a:ext uri="{FF2B5EF4-FFF2-40B4-BE49-F238E27FC236}">
                <a16:creationId xmlns:a16="http://schemas.microsoft.com/office/drawing/2014/main" id="{77CD087C-DFE1-43D5-AF8C-29BB0B90F67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8A2B950C-C584-4156-BAA9-284D4A5BB0F4}"/>
              </a:ext>
            </a:extLst>
          </p:cNvPr>
          <p:cNvSpPr>
            <a:spLocks noGrp="1"/>
          </p:cNvSpPr>
          <p:nvPr>
            <p:ph type="dt" sz="half" idx="19"/>
            <p:custDataLst>
              <p:tags r:id="rId7"/>
            </p:custDataLst>
          </p:nvPr>
        </p:nvSpPr>
        <p:spPr/>
        <p:txBody>
          <a:bodyPr/>
          <a:lstStyle/>
          <a:p>
            <a:r>
              <a:rPr lang="en-US" b="1"/>
              <a:t> </a:t>
            </a:r>
            <a:endParaRPr lang="en-US" b="1" dirty="0"/>
          </a:p>
        </p:txBody>
      </p:sp>
      <p:sp>
        <p:nvSpPr>
          <p:cNvPr id="18" name="Slide Number Placeholder 17" hidden="1">
            <a:extLst>
              <a:ext uri="{FF2B5EF4-FFF2-40B4-BE49-F238E27FC236}">
                <a16:creationId xmlns:a16="http://schemas.microsoft.com/office/drawing/2014/main" id="{237973C6-0D90-4AEE-BB6E-AE4A8B5BA26B}"/>
              </a:ext>
            </a:extLst>
          </p:cNvPr>
          <p:cNvSpPr>
            <a:spLocks noGrp="1"/>
          </p:cNvSpPr>
          <p:nvPr>
            <p:ph type="sldNum" sz="quarter" idx="21"/>
            <p:custDataLst>
              <p:tags r:id="rId8"/>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D727B4D6-DF5E-49B7-A837-D207551F22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A2558C1A-A4CE-495C-941B-21CFE7DE6C24}"/>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1324864138"/>
      </p:ext>
    </p:extLst>
  </p:cSld>
  <p:clrMapOvr>
    <a:masterClrMapping/>
  </p:clrMapOvr>
  <p:hf sldNum="0" hdr="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ation title 5">
    <p:bg>
      <p:bgPr>
        <a:solidFill>
          <a:schemeClr val="bg1"/>
        </a:solidFill>
        <a:effectLst/>
      </p:bgPr>
    </p:bg>
    <p:spTree>
      <p:nvGrpSpPr>
        <p:cNvPr id="1" name=""/>
        <p:cNvGrpSpPr/>
        <p:nvPr/>
      </p:nvGrpSpPr>
      <p:grpSpPr>
        <a:xfrm>
          <a:off x="0" y="0"/>
          <a:ext cx="0" cy="0"/>
          <a:chOff x="0" y="0"/>
          <a:chExt cx="0" cy="0"/>
        </a:xfrm>
      </p:grpSpPr>
      <p:sp>
        <p:nvSpPr>
          <p:cNvPr id="4" name="LOGO PROTECTION">
            <a:extLst>
              <a:ext uri="{FF2B5EF4-FFF2-40B4-BE49-F238E27FC236}">
                <a16:creationId xmlns:a16="http://schemas.microsoft.com/office/drawing/2014/main" id="{4DCE96B1-83D3-EAE7-D992-044F49F60C08}"/>
              </a:ext>
            </a:extLst>
          </p:cNvPr>
          <p:cNvSpPr/>
          <p:nvPr userDrawn="1">
            <p:custDataLst>
              <p:tags r:id="rId1"/>
            </p:custDataLst>
          </p:nvPr>
        </p:nvSpPr>
        <p:spPr bwMode="auto">
          <a:xfrm>
            <a:off x="263352" y="236633"/>
            <a:ext cx="1772684" cy="960119"/>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7" name="Background White">
            <a:extLst>
              <a:ext uri="{FF2B5EF4-FFF2-40B4-BE49-F238E27FC236}">
                <a16:creationId xmlns:a16="http://schemas.microsoft.com/office/drawing/2014/main" id="{FBA286CB-2DB7-49EA-ABB9-E63BB6315EDB}"/>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pic>
        <p:nvPicPr>
          <p:cNvPr id="2" name="Picture 1" descr="A close-up of a plant&#10;&#10;Description automatically generated">
            <a:extLst>
              <a:ext uri="{FF2B5EF4-FFF2-40B4-BE49-F238E27FC236}">
                <a16:creationId xmlns:a16="http://schemas.microsoft.com/office/drawing/2014/main" id="{D8A43A75-D6CE-2257-415C-1E0787C2AD10}"/>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0" y="0"/>
            <a:ext cx="5206538" cy="6858000"/>
          </a:xfrm>
          <a:prstGeom prst="rect">
            <a:avLst/>
          </a:prstGeom>
        </p:spPr>
      </p:pic>
      <p:sp>
        <p:nvSpPr>
          <p:cNvPr id="35" name="Subtitle"/>
          <p:cNvSpPr>
            <a:spLocks noGrp="1"/>
          </p:cNvSpPr>
          <p:nvPr>
            <p:ph type="subTitle" idx="1" hasCustomPrompt="1"/>
          </p:nvPr>
        </p:nvSpPr>
        <p:spPr>
          <a:xfrm>
            <a:off x="5808608" y="3790101"/>
            <a:ext cx="576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0926292C-4FD6-404F-8149-3EB0B4DF87BE}"/>
              </a:ext>
            </a:extLst>
          </p:cNvPr>
          <p:cNvSpPr>
            <a:spLocks noGrp="1"/>
          </p:cNvSpPr>
          <p:nvPr>
            <p:ph type="title" hasCustomPrompt="1"/>
            <p:custDataLst>
              <p:tags r:id="rId2"/>
            </p:custDataLst>
          </p:nvPr>
        </p:nvSpPr>
        <p:spPr>
          <a:xfrm>
            <a:off x="5808608" y="1757203"/>
            <a:ext cx="5760000" cy="1672899"/>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275E4ACD-2699-4EB4-B72E-2EBE63C205D6}"/>
              </a:ext>
            </a:extLst>
          </p:cNvPr>
          <p:cNvSpPr txBox="1"/>
          <p:nvPr>
            <p:custDataLst>
              <p:tags r:id="rId3"/>
            </p:custDataLst>
          </p:nvPr>
        </p:nvSpPr>
        <p:spPr bwMode="auto">
          <a:xfrm>
            <a:off x="5808608"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9" name="empower_classification_placeholder">
            <a:extLst>
              <a:ext uri="{FF2B5EF4-FFF2-40B4-BE49-F238E27FC236}">
                <a16:creationId xmlns:a16="http://schemas.microsoft.com/office/drawing/2014/main" id="{2E1A11AC-1395-4E21-827C-BF03F1350E73}"/>
              </a:ext>
            </a:extLst>
          </p:cNvPr>
          <p:cNvSpPr txBox="1"/>
          <p:nvPr>
            <p:custDataLst>
              <p:tags r:id="rId4"/>
            </p:custDataLst>
          </p:nvPr>
        </p:nvSpPr>
        <p:spPr bwMode="auto">
          <a:xfrm>
            <a:off x="5808608"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endParaRPr lang="en-US" sz="800" kern="0" baseline="0" noProof="0" dirty="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8A1DAB4F-0FA1-4116-AD11-2FAD7B4CA74A}"/>
              </a:ext>
            </a:extLst>
          </p:cNvPr>
          <p:cNvSpPr txBox="1"/>
          <p:nvPr>
            <p:custDataLst>
              <p:tags r:id="rId5"/>
            </p:custDataLst>
          </p:nvPr>
        </p:nvSpPr>
        <p:spPr bwMode="auto">
          <a:xfrm>
            <a:off x="8328521"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algn="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9" name="empower_draft_placeholder" hidden="1">
            <a:extLst>
              <a:ext uri="{FF2B5EF4-FFF2-40B4-BE49-F238E27FC236}">
                <a16:creationId xmlns:a16="http://schemas.microsoft.com/office/drawing/2014/main" id="{6199DA7C-0CA0-4D66-B211-C7E7EAED8246}"/>
              </a:ext>
            </a:extLst>
          </p:cNvPr>
          <p:cNvSpPr txBox="1"/>
          <p:nvPr userDrawn="1">
            <p:custDataLst>
              <p:tags r:id="rId6"/>
            </p:custDataLst>
          </p:nvPr>
        </p:nvSpPr>
        <p:spPr bwMode="auto">
          <a:xfrm>
            <a:off x="7464565"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77B7EDDE-B2BF-41DF-B12E-29C55B064D28}"/>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6" name="MIO_AGENDA_IGNORE_CHAPTER_REFERENCE" hidden="1">
            <a:extLst>
              <a:ext uri="{FF2B5EF4-FFF2-40B4-BE49-F238E27FC236}">
                <a16:creationId xmlns:a16="http://schemas.microsoft.com/office/drawing/2014/main" id="{77CD087C-DFE1-43D5-AF8C-29BB0B90F67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8A2B950C-C584-4156-BAA9-284D4A5BB0F4}"/>
              </a:ext>
            </a:extLst>
          </p:cNvPr>
          <p:cNvSpPr>
            <a:spLocks noGrp="1"/>
          </p:cNvSpPr>
          <p:nvPr>
            <p:ph type="dt" sz="half" idx="19"/>
            <p:custDataLst>
              <p:tags r:id="rId7"/>
            </p:custDataLst>
          </p:nvPr>
        </p:nvSpPr>
        <p:spPr/>
        <p:txBody>
          <a:bodyPr/>
          <a:lstStyle/>
          <a:p>
            <a:r>
              <a:rPr lang="en-US" b="1"/>
              <a:t> </a:t>
            </a:r>
            <a:endParaRPr lang="en-US" b="1" dirty="0"/>
          </a:p>
        </p:txBody>
      </p:sp>
      <p:sp>
        <p:nvSpPr>
          <p:cNvPr id="18" name="Slide Number Placeholder 17" hidden="1">
            <a:extLst>
              <a:ext uri="{FF2B5EF4-FFF2-40B4-BE49-F238E27FC236}">
                <a16:creationId xmlns:a16="http://schemas.microsoft.com/office/drawing/2014/main" id="{237973C6-0D90-4AEE-BB6E-AE4A8B5BA26B}"/>
              </a:ext>
            </a:extLst>
          </p:cNvPr>
          <p:cNvSpPr>
            <a:spLocks noGrp="1"/>
          </p:cNvSpPr>
          <p:nvPr>
            <p:ph type="sldNum" sz="quarter" idx="21"/>
            <p:custDataLst>
              <p:tags r:id="rId8"/>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D727B4D6-DF5E-49B7-A837-D207551F22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12" name="LOGO">
            <a:extLst>
              <a:ext uri="{FF2B5EF4-FFF2-40B4-BE49-F238E27FC236}">
                <a16:creationId xmlns:a16="http://schemas.microsoft.com/office/drawing/2014/main" id="{1807AF6D-9E64-2C4F-72B8-8E1B696F07BF}"/>
              </a:ext>
            </a:extLst>
          </p:cNvPr>
          <p:cNvPicPr>
            <a:picLocks noChangeAspect="1"/>
          </p:cNvPicPr>
          <p:nvPr userDrawn="1"/>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334800" y="353272"/>
            <a:ext cx="1574433" cy="687428"/>
          </a:xfrm>
          <a:prstGeom prst="rect">
            <a:avLst/>
          </a:prstGeom>
        </p:spPr>
      </p:pic>
      <p:pic>
        <p:nvPicPr>
          <p:cNvPr id="20" name="LOGO Award Innovation" descr="Ein Bild, das Text, Screenshot, Schrift, Kreis enthält.&#10;&#10;KI-generierte Inhalte können fehlerhaft sein.">
            <a:extLst>
              <a:ext uri="{FF2B5EF4-FFF2-40B4-BE49-F238E27FC236}">
                <a16:creationId xmlns:a16="http://schemas.microsoft.com/office/drawing/2014/main" id="{B9B3D97A-9BFB-40A0-9441-80DA943DDD7F}"/>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178096" y="5583917"/>
            <a:ext cx="1388241" cy="670382"/>
          </a:xfrm>
          <a:prstGeom prst="rect">
            <a:avLst/>
          </a:prstGeom>
        </p:spPr>
      </p:pic>
      <p:pic>
        <p:nvPicPr>
          <p:cNvPr id="21" name="LOGO Award Sustainability" descr="Ein Bild, das Schwarz, Dunkelheit enthält.&#10;&#10;Automatisch generierte Beschreibung">
            <a:extLst>
              <a:ext uri="{FF2B5EF4-FFF2-40B4-BE49-F238E27FC236}">
                <a16:creationId xmlns:a16="http://schemas.microsoft.com/office/drawing/2014/main" id="{19FCA7E8-3379-4D22-BCD2-3178461C8B7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897966" y="5583917"/>
            <a:ext cx="670034" cy="670034"/>
          </a:xfrm>
          <a:prstGeom prst="rect">
            <a:avLst/>
          </a:prstGeom>
        </p:spPr>
      </p:pic>
    </p:spTree>
    <p:extLst>
      <p:ext uri="{BB962C8B-B14F-4D97-AF65-F5344CB8AC3E}">
        <p14:creationId xmlns:p14="http://schemas.microsoft.com/office/powerpoint/2010/main" val="74452773"/>
      </p:ext>
    </p:extLst>
  </p:cSld>
  <p:clrMapOvr>
    <a:masterClrMapping/>
  </p:clrMapOvr>
  <p:hf sldNum="0" hdr="0"/>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esentation title 3">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D04A951B-0B3C-4A20-86D2-B3C8F8FB9563}"/>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Background White">
            <a:extLst>
              <a:ext uri="{FF2B5EF4-FFF2-40B4-BE49-F238E27FC236}">
                <a16:creationId xmlns:a16="http://schemas.microsoft.com/office/drawing/2014/main" id="{1FBC75BD-957B-1EC7-B3A9-8C67FC480706}"/>
              </a:ext>
            </a:extLst>
          </p:cNvPr>
          <p:cNvSpPr/>
          <p:nvPr userDrawn="1"/>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rtl="0" eaLnBrk="0" hangingPunct="0"/>
            <a:endParaRPr lang="en-US" sz="2133" baseline="0" noProof="0">
              <a:latin typeface="+mn-lt"/>
              <a:ea typeface="+mn-ea"/>
              <a:cs typeface="+mn-cs"/>
            </a:endParaRPr>
          </a:p>
        </p:txBody>
      </p:sp>
      <p:sp>
        <p:nvSpPr>
          <p:cNvPr id="3" name="Crystal Shape">
            <a:extLst>
              <a:ext uri="{FF2B5EF4-FFF2-40B4-BE49-F238E27FC236}">
                <a16:creationId xmlns:a16="http://schemas.microsoft.com/office/drawing/2014/main" id="{2EA7ACC0-9174-0F6F-0B3E-9FE773D0A408}"/>
              </a:ext>
            </a:extLst>
          </p:cNvPr>
          <p:cNvSpPr/>
          <p:nvPr userDrawn="1"/>
        </p:nvSpPr>
        <p:spPr bwMode="auto">
          <a:xfrm>
            <a:off x="2" y="1"/>
            <a:ext cx="12191999" cy="3932241"/>
          </a:xfrm>
          <a:custGeom>
            <a:avLst/>
            <a:gdLst>
              <a:gd name="connsiteX0" fmla="*/ 0 w 12191999"/>
              <a:gd name="connsiteY0" fmla="*/ 0 h 3932241"/>
              <a:gd name="connsiteX1" fmla="*/ 12191999 w 12191999"/>
              <a:gd name="connsiteY1" fmla="*/ 0 h 3932241"/>
              <a:gd name="connsiteX2" fmla="*/ 12191999 w 12191999"/>
              <a:gd name="connsiteY2" fmla="*/ 3726156 h 3932241"/>
              <a:gd name="connsiteX3" fmla="*/ 3063660 w 12191999"/>
              <a:gd name="connsiteY3" fmla="*/ 2179105 h 3932241"/>
              <a:gd name="connsiteX4" fmla="*/ 387 w 12191999"/>
              <a:gd name="connsiteY4" fmla="*/ 3726157 h 3932241"/>
              <a:gd name="connsiteX5" fmla="*/ 387 w 12191999"/>
              <a:gd name="connsiteY5" fmla="*/ 3932241 h 3932241"/>
              <a:gd name="connsiteX6" fmla="*/ 0 w 12191999"/>
              <a:gd name="connsiteY6" fmla="*/ 3932241 h 39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932241">
                <a:moveTo>
                  <a:pt x="0" y="0"/>
                </a:moveTo>
                <a:lnTo>
                  <a:pt x="12191999" y="0"/>
                </a:lnTo>
                <a:lnTo>
                  <a:pt x="12191999" y="3726156"/>
                </a:lnTo>
                <a:lnTo>
                  <a:pt x="3063660" y="2179105"/>
                </a:lnTo>
                <a:lnTo>
                  <a:pt x="387" y="3726157"/>
                </a:lnTo>
                <a:lnTo>
                  <a:pt x="387" y="3932241"/>
                </a:lnTo>
                <a:lnTo>
                  <a:pt x="0" y="3932241"/>
                </a:lnTo>
                <a:close/>
              </a:path>
            </a:pathLst>
          </a:custGeom>
          <a:solidFill>
            <a:srgbClr val="0A8276"/>
          </a:solidFill>
          <a:ln w="9525">
            <a:noFill/>
            <a:miter lim="800000"/>
            <a:headEnd/>
            <a:tailEnd/>
          </a:ln>
        </p:spPr>
        <p:txBody>
          <a:bodyPr wrap="square" lIns="72000" tIns="72000" rIns="72000" bIns="72000" rtlCol="0" anchor="ctr">
            <a:noAutofit/>
          </a:bodyPr>
          <a:lstStyle/>
          <a:p>
            <a:pPr algn="ctr" defTabSz="576000" rtl="0" eaLnBrk="0" hangingPunct="0">
              <a:lnSpc>
                <a:spcPct val="120000"/>
              </a:lnSpc>
            </a:pPr>
            <a:endParaRPr lang="de-DE" sz="1600" baseline="0" dirty="0">
              <a:solidFill>
                <a:schemeClr val="bg1"/>
              </a:solidFill>
              <a:latin typeface="+mn-lt"/>
              <a:ea typeface="+mn-ea"/>
              <a:cs typeface="+mn-cs"/>
            </a:endParaRPr>
          </a:p>
        </p:txBody>
      </p:sp>
      <p:sp>
        <p:nvSpPr>
          <p:cNvPr id="36" name="Subtitle"/>
          <p:cNvSpPr>
            <a:spLocks noGrp="1"/>
          </p:cNvSpPr>
          <p:nvPr>
            <p:ph type="subTitle" idx="1" hasCustomPrompt="1"/>
          </p:nvPr>
        </p:nvSpPr>
        <p:spPr>
          <a:xfrm>
            <a:off x="624000" y="5641200"/>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6" name="Title">
            <a:extLst>
              <a:ext uri="{FF2B5EF4-FFF2-40B4-BE49-F238E27FC236}">
                <a16:creationId xmlns:a16="http://schemas.microsoft.com/office/drawing/2014/main" id="{DDFB9099-E080-4657-A124-1583A7385081}"/>
              </a:ext>
            </a:extLst>
          </p:cNvPr>
          <p:cNvSpPr>
            <a:spLocks noGrp="1"/>
          </p:cNvSpPr>
          <p:nvPr>
            <p:ph type="title" hasCustomPrompt="1"/>
            <p:custDataLst>
              <p:tags r:id="rId2"/>
            </p:custDataLst>
          </p:nvPr>
        </p:nvSpPr>
        <p:spPr>
          <a:xfrm>
            <a:off x="624001" y="4161599"/>
            <a:ext cx="8280000" cy="1119600"/>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597455C0-1C86-4D66-BC01-C39FC0636301}"/>
              </a:ext>
            </a:extLst>
          </p:cNvPr>
          <p:cNvSpPr txBox="1"/>
          <p:nvPr>
            <p:custDataLst>
              <p:tags r:id="rId3"/>
            </p:custDataLst>
          </p:nvPr>
        </p:nvSpPr>
        <p:spPr bwMode="auto">
          <a:xfrm>
            <a:off x="5411800"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9" name="empower_classification_placeholder">
            <a:extLst>
              <a:ext uri="{FF2B5EF4-FFF2-40B4-BE49-F238E27FC236}">
                <a16:creationId xmlns:a16="http://schemas.microsoft.com/office/drawing/2014/main" id="{F2A69E30-B66A-4640-A0FD-5D2C3EE160B0}"/>
              </a:ext>
            </a:extLst>
          </p:cNvPr>
          <p:cNvSpPr txBox="1"/>
          <p:nvPr>
            <p:custDataLst>
              <p:tags r:id="rId4"/>
            </p:custDataLst>
          </p:nvPr>
        </p:nvSpPr>
        <p:spPr bwMode="auto">
          <a:xfrm>
            <a:off x="5412000"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p>
        </p:txBody>
      </p:sp>
      <p:sp>
        <p:nvSpPr>
          <p:cNvPr id="10" name="empower_document_placeholder" hidden="1">
            <a:extLst>
              <a:ext uri="{FF2B5EF4-FFF2-40B4-BE49-F238E27FC236}">
                <a16:creationId xmlns:a16="http://schemas.microsoft.com/office/drawing/2014/main" id="{96E39437-30C8-4D2C-BDE0-D743E3FA80DD}"/>
              </a:ext>
            </a:extLst>
          </p:cNvPr>
          <p:cNvSpPr txBox="1"/>
          <p:nvPr>
            <p:custDataLst>
              <p:tags r:id="rId5"/>
            </p:custDataLst>
          </p:nvPr>
        </p:nvSpPr>
        <p:spPr bwMode="auto">
          <a:xfrm>
            <a:off x="624000"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p>
        </p:txBody>
      </p:sp>
      <p:sp>
        <p:nvSpPr>
          <p:cNvPr id="19" name="empower_draft_placeholder" hidden="1">
            <a:extLst>
              <a:ext uri="{FF2B5EF4-FFF2-40B4-BE49-F238E27FC236}">
                <a16:creationId xmlns:a16="http://schemas.microsoft.com/office/drawing/2014/main" id="{4B8FCDCD-762A-43C6-901A-F85ED8B716CE}"/>
              </a:ext>
            </a:extLst>
          </p:cNvPr>
          <p:cNvSpPr txBox="1"/>
          <p:nvPr userDrawn="1">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E1EDD075-E4C7-4D42-B9EA-266CAA36278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CHAPTER_REFERENCE" hidden="1">
            <a:extLst>
              <a:ext uri="{FF2B5EF4-FFF2-40B4-BE49-F238E27FC236}">
                <a16:creationId xmlns:a16="http://schemas.microsoft.com/office/drawing/2014/main" id="{69714F47-DD62-4063-BF75-AE10B75ACD2F}"/>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C4801112-C226-4D1B-8109-89A1EA6E6950}"/>
              </a:ext>
            </a:extLst>
          </p:cNvPr>
          <p:cNvSpPr>
            <a:spLocks noGrp="1"/>
          </p:cNvSpPr>
          <p:nvPr>
            <p:ph type="dt" sz="half" idx="15"/>
            <p:custDataLst>
              <p:tags r:id="rId7"/>
            </p:custDataLst>
          </p:nvPr>
        </p:nvSpPr>
        <p:spPr/>
        <p:txBody>
          <a:bodyPr/>
          <a:lstStyle/>
          <a:p>
            <a:r>
              <a:rPr lang="en-US" b="1"/>
              <a:t> </a:t>
            </a:r>
            <a:endParaRPr lang="en-US" b="1" dirty="0"/>
          </a:p>
        </p:txBody>
      </p:sp>
      <p:sp>
        <p:nvSpPr>
          <p:cNvPr id="17" name="Footer Placeholder 16" hidden="1">
            <a:extLst>
              <a:ext uri="{FF2B5EF4-FFF2-40B4-BE49-F238E27FC236}">
                <a16:creationId xmlns:a16="http://schemas.microsoft.com/office/drawing/2014/main" id="{4A132925-95FA-4753-A3A8-100A8B4A5840}"/>
              </a:ext>
            </a:extLst>
          </p:cNvPr>
          <p:cNvSpPr>
            <a:spLocks noGrp="1"/>
          </p:cNvSpPr>
          <p:nvPr>
            <p:ph type="ftr" sz="quarter" idx="16"/>
            <p:custDataLst>
              <p:tags r:id="rId8"/>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90BC69B8-D726-4EBC-AE1A-053251677C8B}"/>
              </a:ext>
            </a:extLst>
          </p:cNvPr>
          <p:cNvSpPr>
            <a:spLocks noGrp="1"/>
          </p:cNvSpPr>
          <p:nvPr>
            <p:ph type="sldNum" sz="quarter" idx="17"/>
            <p:custDataLst>
              <p:tags r:id="rId9"/>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3B046A58-B894-4C62-9312-C4EF9EDFF3F0}"/>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0090C8BE-0F32-4CF4-BB5D-F435E6072DCB}"/>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3649978343"/>
      </p:ext>
    </p:extLst>
  </p:cSld>
  <p:clrMapOvr>
    <a:masterClrMapping/>
  </p:clrMapOvr>
  <p:hf sldNum="0" hdr="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empower_additionalText_placeholder" hidden="1">
            <a:extLst>
              <a:ext uri="{FF2B5EF4-FFF2-40B4-BE49-F238E27FC236}">
                <a16:creationId xmlns:a16="http://schemas.microsoft.com/office/drawing/2014/main" id="{93F7048C-8316-453D-8883-8716B78B0306}"/>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19AD8A63-6441-49F3-BD90-8D4DF9E47EE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7EE7D08-6A4F-4583-B0FB-2642238529C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BBB3932D-D47B-4955-93EE-467AC52E4E27}"/>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BB857729-3B9C-45BF-8F44-236D56EED406}"/>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2025. All rights reserved.</a:t>
            </a:r>
            <a:endParaRPr lang="en-US" sz="800" kern="0" baseline="0" noProof="0" dirty="0">
              <a:solidFill>
                <a:schemeClr val="tx1"/>
              </a:solidFill>
              <a:latin typeface="+mn-lt"/>
              <a:ea typeface="+mn-ea"/>
              <a:cs typeface="+mn-cs"/>
            </a:endParaRPr>
          </a:p>
        </p:txBody>
      </p:sp>
      <p:sp>
        <p:nvSpPr>
          <p:cNvPr id="18" name="empower_classification_attention_placeholder" hidden="1">
            <a:extLst>
              <a:ext uri="{FF2B5EF4-FFF2-40B4-BE49-F238E27FC236}">
                <a16:creationId xmlns:a16="http://schemas.microsoft.com/office/drawing/2014/main" id="{ED12D396-6789-4220-B5FF-8F4E755A3C76}"/>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20" name="empower_classification_placeholder">
            <a:extLst>
              <a:ext uri="{FF2B5EF4-FFF2-40B4-BE49-F238E27FC236}">
                <a16:creationId xmlns:a16="http://schemas.microsoft.com/office/drawing/2014/main" id="{37C1E426-F34B-4FFB-A688-C9E251A8BC0B}"/>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restricted</a:t>
            </a:r>
          </a:p>
        </p:txBody>
      </p:sp>
      <p:sp>
        <p:nvSpPr>
          <p:cNvPr id="22" name="empower_date_placeholder">
            <a:extLst>
              <a:ext uri="{FF2B5EF4-FFF2-40B4-BE49-F238E27FC236}">
                <a16:creationId xmlns:a16="http://schemas.microsoft.com/office/drawing/2014/main" id="{6976A686-032A-4DD8-ACB2-F6323D2BEB1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2025-01-09</a:t>
            </a:r>
            <a:endParaRPr lang="en-US" sz="800" kern="0" baseline="0" noProof="0" dirty="0">
              <a:solidFill>
                <a:schemeClr val="tx1"/>
              </a:solidFill>
              <a:latin typeface="+mn-lt"/>
              <a:ea typeface="+mn-ea"/>
              <a:cs typeface="+mn-cs"/>
            </a:endParaRPr>
          </a:p>
        </p:txBody>
      </p:sp>
      <p:sp>
        <p:nvSpPr>
          <p:cNvPr id="6" name="Title">
            <a:extLst>
              <a:ext uri="{FF2B5EF4-FFF2-40B4-BE49-F238E27FC236}">
                <a16:creationId xmlns:a16="http://schemas.microsoft.com/office/drawing/2014/main" id="{4807386D-5007-41B0-8720-8A575EEBAF4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F5FE3C92-21D9-4EC7-8208-A5BA097E9D7D}"/>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D1F9AA12-4C8C-4488-AF38-E06943B19AAF}"/>
              </a:ext>
            </a:extLst>
          </p:cNvPr>
          <p:cNvSpPr>
            <a:spLocks noGrp="1"/>
          </p:cNvSpPr>
          <p:nvPr>
            <p:ph type="dt" sz="half" idx="10"/>
            <p:custDataLst>
              <p:tags r:id="rId10"/>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971F8BAB-E178-4122-ADFD-FE4894CC864F}"/>
              </a:ext>
            </a:extLst>
          </p:cNvPr>
          <p:cNvSpPr>
            <a:spLocks noGrp="1"/>
          </p:cNvSpPr>
          <p:nvPr>
            <p:ph type="ftr" sz="quarter" idx="11"/>
            <p:custDataLst>
              <p:tags r:id="rId11"/>
            </p:custDataLst>
          </p:nvPr>
        </p:nvSpPr>
        <p:spPr/>
        <p:txBody>
          <a:bodyPr/>
          <a:lstStyle/>
          <a:p>
            <a:endParaRPr lang="en-US" dirty="0"/>
          </a:p>
        </p:txBody>
      </p:sp>
      <p:sp>
        <p:nvSpPr>
          <p:cNvPr id="11" name="Slide Number Placeholder 10" hidden="1">
            <a:extLst>
              <a:ext uri="{FF2B5EF4-FFF2-40B4-BE49-F238E27FC236}">
                <a16:creationId xmlns:a16="http://schemas.microsoft.com/office/drawing/2014/main" id="{F4BB077B-5178-4306-A596-17CDBFA21A56}"/>
              </a:ext>
            </a:extLst>
          </p:cNvPr>
          <p:cNvSpPr>
            <a:spLocks noGrp="1"/>
          </p:cNvSpPr>
          <p:nvPr>
            <p:ph type="sldNum" sz="quarter" idx="12"/>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D23B78-ED4D-4135-B16E-F5097554D30C}"/>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1132035273"/>
      </p:ext>
    </p:extLst>
  </p:cSld>
  <p:clrMapOvr>
    <a:masterClrMapping/>
  </p:clrMapOvr>
  <p:hf sldNum="0" hdr="0"/>
  <p:extLst>
    <p:ext uri="{DCECCB84-F9BA-43D5-87BE-67443E8EF086}">
      <p15:sldGuideLst xmlns:p15="http://schemas.microsoft.com/office/powerpoint/2012/main">
        <p15:guide id="2" orient="horz" pos="4020">
          <p15:clr>
            <a:srgbClr val="FBAE40"/>
          </p15:clr>
        </p15:guide>
        <p15:guide id="3" pos="7469">
          <p15:clr>
            <a:srgbClr val="FBAE40"/>
          </p15:clr>
        </p15:guide>
        <p15:guide id="4" pos="211">
          <p15:clr>
            <a:srgbClr val="FBAE40"/>
          </p15:clr>
        </p15:guide>
        <p15:guide id="15" orient="horz" pos="79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8" name="empower_additionalText_placeholder" hidden="1">
            <a:extLst>
              <a:ext uri="{FF2B5EF4-FFF2-40B4-BE49-F238E27FC236}">
                <a16:creationId xmlns:a16="http://schemas.microsoft.com/office/drawing/2014/main" id="{9D9C4037-B0BC-4E62-B476-A41D0440655D}"/>
              </a:ext>
            </a:extLst>
          </p:cNvPr>
          <p:cNvSpPr txBox="1">
            <a:spLocks/>
          </p:cNvSpPr>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BEA6DD0-FBBB-494B-9C03-C447E71492A5}"/>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3" name="empower_proprietary_placeholder" hidden="1">
            <a:extLst>
              <a:ext uri="{FF2B5EF4-FFF2-40B4-BE49-F238E27FC236}">
                <a16:creationId xmlns:a16="http://schemas.microsoft.com/office/drawing/2014/main" id="{295E96AB-B6AB-4A8B-A097-6438B2DA5C51}"/>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5" name="empower_draft_placeholder" hidden="1">
            <a:extLst>
              <a:ext uri="{FF2B5EF4-FFF2-40B4-BE49-F238E27FC236}">
                <a16:creationId xmlns:a16="http://schemas.microsoft.com/office/drawing/2014/main" id="{0B3EC6CF-5868-40BD-BF1B-882B13F49F5C}"/>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7" name="empower_footer_placeholder">
            <a:extLst>
              <a:ext uri="{FF2B5EF4-FFF2-40B4-BE49-F238E27FC236}">
                <a16:creationId xmlns:a16="http://schemas.microsoft.com/office/drawing/2014/main" id="{FE09BAC5-F3BC-4C51-A794-098F4099C052}"/>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19" name="empower_classification_attention_placeholder" hidden="1">
            <a:extLst>
              <a:ext uri="{FF2B5EF4-FFF2-40B4-BE49-F238E27FC236}">
                <a16:creationId xmlns:a16="http://schemas.microsoft.com/office/drawing/2014/main" id="{E695FB18-B641-433F-A03A-D58B93F377B4}"/>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1" name="empower_classification_placeholder">
            <a:extLst>
              <a:ext uri="{FF2B5EF4-FFF2-40B4-BE49-F238E27FC236}">
                <a16:creationId xmlns:a16="http://schemas.microsoft.com/office/drawing/2014/main" id="{6F76DDB4-3F8E-4A82-B473-4784C9B20BC1}"/>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3" name="empower_date_placeholder">
            <a:extLst>
              <a:ext uri="{FF2B5EF4-FFF2-40B4-BE49-F238E27FC236}">
                <a16:creationId xmlns:a16="http://schemas.microsoft.com/office/drawing/2014/main" id="{2C326E6F-F54B-4E77-BCF5-73E6B02466B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endParaRPr lang="en-US" sz="800" kern="0" noProof="0" dirty="0">
              <a:solidFill>
                <a:schemeClr val="tx1"/>
              </a:solidFill>
              <a:latin typeface="+mn-lt"/>
              <a:ea typeface="+mn-ea"/>
              <a:cs typeface="+mn-cs"/>
            </a:endParaRPr>
          </a:p>
        </p:txBody>
      </p:sp>
      <p:sp>
        <p:nvSpPr>
          <p:cNvPr id="7" name="Content"/>
          <p:cNvSpPr>
            <a:spLocks noGrp="1"/>
          </p:cNvSpPr>
          <p:nvPr>
            <p:ph sz="quarter" idx="13" hasCustomPrompt="1"/>
          </p:nvPr>
        </p:nvSpPr>
        <p:spPr>
          <a:xfrm>
            <a:off x="334800" y="1268414"/>
            <a:ext cx="11520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2209D2CA-FDE2-4B12-9D75-213CCFE3FA9C}"/>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9" name="LOGO PROTECTION" hidden="1">
            <a:extLst>
              <a:ext uri="{FF2B5EF4-FFF2-40B4-BE49-F238E27FC236}">
                <a16:creationId xmlns:a16="http://schemas.microsoft.com/office/drawing/2014/main" id="{DF1FB678-4F92-45E5-9B25-2B5FE93A0952}"/>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B8A1C3-E607-4E28-91A1-A973183FE78F}"/>
              </a:ext>
            </a:extLst>
          </p:cNvPr>
          <p:cNvSpPr>
            <a:spLocks noGrp="1"/>
          </p:cNvSpPr>
          <p:nvPr>
            <p:ph type="dt" sz="half" idx="14"/>
            <p:custDataLst>
              <p:tags r:id="rId10"/>
            </p:custDataLst>
          </p:nvPr>
        </p:nvSpPr>
        <p:spPr/>
        <p:txBody>
          <a:bodyPr/>
          <a:lstStyle/>
          <a:p>
            <a:r>
              <a:rPr lang="en-US" b="1"/>
              <a:t> </a:t>
            </a:r>
            <a:endParaRPr lang="en-US" b="1" dirty="0"/>
          </a:p>
        </p:txBody>
      </p:sp>
      <p:sp>
        <p:nvSpPr>
          <p:cNvPr id="10" name="Footer Placeholder 9" hidden="1">
            <a:extLst>
              <a:ext uri="{FF2B5EF4-FFF2-40B4-BE49-F238E27FC236}">
                <a16:creationId xmlns:a16="http://schemas.microsoft.com/office/drawing/2014/main" id="{6B901E0B-D453-4CEB-8C35-51C25A27F89D}"/>
              </a:ext>
            </a:extLst>
          </p:cNvPr>
          <p:cNvSpPr>
            <a:spLocks noGrp="1"/>
          </p:cNvSpPr>
          <p:nvPr>
            <p:ph type="ftr" sz="quarter" idx="15"/>
            <p:custDataLst>
              <p:tags r:id="rId11"/>
            </p:custDataLst>
          </p:nvPr>
        </p:nvSpPr>
        <p:spPr/>
        <p:txBody>
          <a:bodyPr/>
          <a:lstStyle/>
          <a:p>
            <a:endParaRPr lang="en-US" dirty="0"/>
          </a:p>
        </p:txBody>
      </p:sp>
      <p:sp>
        <p:nvSpPr>
          <p:cNvPr id="12" name="Slide Number Placeholder 11" hidden="1">
            <a:extLst>
              <a:ext uri="{FF2B5EF4-FFF2-40B4-BE49-F238E27FC236}">
                <a16:creationId xmlns:a16="http://schemas.microsoft.com/office/drawing/2014/main" id="{212E0C1A-F772-4C8C-B2E7-03887DA46ED9}"/>
              </a:ext>
            </a:extLst>
          </p:cNvPr>
          <p:cNvSpPr>
            <a:spLocks noGrp="1"/>
          </p:cNvSpPr>
          <p:nvPr>
            <p:ph type="sldNum" sz="quarter" idx="16"/>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0BE19B5-FA3E-481C-ACF3-046C2AA8A9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977498248"/>
      </p:ext>
    </p:extLst>
  </p:cSld>
  <p:clrMapOvr>
    <a:masterClrMapping/>
  </p:clrMapOvr>
  <p:hf sldNum="0" hdr="0"/>
  <p:extLst>
    <p:ext uri="{DCECCB84-F9BA-43D5-87BE-67443E8EF086}">
      <p15:sldGuideLst xmlns:p15="http://schemas.microsoft.com/office/powerpoint/2012/main">
        <p15:guide id="1" pos="7469">
          <p15:clr>
            <a:srgbClr val="FBAE40"/>
          </p15:clr>
        </p15:guide>
        <p15:guide id="2" pos="211">
          <p15:clr>
            <a:srgbClr val="FBAE40"/>
          </p15:clr>
        </p15:guide>
        <p15:guide id="3" orient="horz" pos="799">
          <p15:clr>
            <a:srgbClr val="FBAE40"/>
          </p15:clr>
        </p15:guide>
        <p15:guide id="4" orient="horz" pos="402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2 content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FD35C554-56A1-4651-98F3-FC19B8770A8A}"/>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2" name="empower_document_placeholder" hidden="1">
            <a:extLst>
              <a:ext uri="{FF2B5EF4-FFF2-40B4-BE49-F238E27FC236}">
                <a16:creationId xmlns:a16="http://schemas.microsoft.com/office/drawing/2014/main" id="{4FA374A8-328C-4586-BEF8-CF0921FBF7D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4" name="empower_proprietary_placeholder" hidden="1">
            <a:extLst>
              <a:ext uri="{FF2B5EF4-FFF2-40B4-BE49-F238E27FC236}">
                <a16:creationId xmlns:a16="http://schemas.microsoft.com/office/drawing/2014/main" id="{AEB670C2-21D6-4210-BA37-DF3C9B9933BC}"/>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endParaRPr lang="en-US" sz="800" b="1" kern="0" noProof="0" dirty="0">
              <a:solidFill>
                <a:schemeClr val="tx1"/>
              </a:solidFill>
              <a:latin typeface="+mn-lt"/>
              <a:ea typeface="+mn-ea"/>
              <a:cs typeface="+mn-cs"/>
            </a:endParaRPr>
          </a:p>
        </p:txBody>
      </p:sp>
      <p:sp>
        <p:nvSpPr>
          <p:cNvPr id="16" name="empower_draft_placeholder" hidden="1">
            <a:extLst>
              <a:ext uri="{FF2B5EF4-FFF2-40B4-BE49-F238E27FC236}">
                <a16:creationId xmlns:a16="http://schemas.microsoft.com/office/drawing/2014/main" id="{21B71886-0324-4B36-AA82-C90CF46385B2}"/>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8" name="empower_footer_placeholder">
            <a:extLst>
              <a:ext uri="{FF2B5EF4-FFF2-40B4-BE49-F238E27FC236}">
                <a16:creationId xmlns:a16="http://schemas.microsoft.com/office/drawing/2014/main" id="{DC9834AE-8B30-477E-8C87-5F8E7D7B17A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0" name="empower_classification_attention_placeholder" hidden="1">
            <a:extLst>
              <a:ext uri="{FF2B5EF4-FFF2-40B4-BE49-F238E27FC236}">
                <a16:creationId xmlns:a16="http://schemas.microsoft.com/office/drawing/2014/main" id="{B5FD8F85-4CB3-489A-86B2-4ABCB308F30D}"/>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2" name="empower_classification_placeholder">
            <a:extLst>
              <a:ext uri="{FF2B5EF4-FFF2-40B4-BE49-F238E27FC236}">
                <a16:creationId xmlns:a16="http://schemas.microsoft.com/office/drawing/2014/main" id="{A254D557-505E-4B08-8C5B-DEA083728C5A}"/>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endParaRPr lang="en-US" sz="800" b="1" kern="0" noProof="0" dirty="0">
              <a:solidFill>
                <a:schemeClr val="tx1"/>
              </a:solidFill>
              <a:latin typeface="+mn-lt"/>
              <a:ea typeface="+mn-ea"/>
              <a:cs typeface="+mn-cs"/>
            </a:endParaRPr>
          </a:p>
        </p:txBody>
      </p:sp>
      <p:sp>
        <p:nvSpPr>
          <p:cNvPr id="24" name="empower_date_placeholder">
            <a:extLst>
              <a:ext uri="{FF2B5EF4-FFF2-40B4-BE49-F238E27FC236}">
                <a16:creationId xmlns:a16="http://schemas.microsoft.com/office/drawing/2014/main" id="{6E3D16E2-B858-4F89-B7A0-119FBFC7081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endParaRPr lang="en-US" sz="800" kern="0" noProof="0" dirty="0">
              <a:solidFill>
                <a:schemeClr val="tx1"/>
              </a:solidFill>
              <a:latin typeface="+mn-lt"/>
              <a:ea typeface="+mn-ea"/>
              <a:cs typeface="+mn-cs"/>
            </a:endParaRPr>
          </a:p>
        </p:txBody>
      </p:sp>
      <p:sp>
        <p:nvSpPr>
          <p:cNvPr id="7" name="Content Left"/>
          <p:cNvSpPr>
            <a:spLocks noGrp="1"/>
          </p:cNvSpPr>
          <p:nvPr>
            <p:ph sz="quarter" idx="13" hasCustomPrompt="1"/>
          </p:nvPr>
        </p:nvSpPr>
        <p:spPr>
          <a:xfrm>
            <a:off x="334800" y="1268414"/>
            <a:ext cx="5688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Right"/>
          <p:cNvSpPr>
            <a:spLocks noGrp="1"/>
          </p:cNvSpPr>
          <p:nvPr>
            <p:ph sz="quarter" idx="14" hasCustomPrompt="1"/>
          </p:nvPr>
        </p:nvSpPr>
        <p:spPr>
          <a:xfrm>
            <a:off x="6167439" y="1268414"/>
            <a:ext cx="5689202"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a:extLst>
              <a:ext uri="{FF2B5EF4-FFF2-40B4-BE49-F238E27FC236}">
                <a16:creationId xmlns:a16="http://schemas.microsoft.com/office/drawing/2014/main" id="{373E7DFD-EB78-498B-97A4-CE06BA4BEC4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D623209F-EEBF-4451-AF99-363F6EA35F67}"/>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9850AB63-C5F5-4BA2-A73E-BB668324B70F}"/>
              </a:ext>
            </a:extLst>
          </p:cNvPr>
          <p:cNvSpPr>
            <a:spLocks noGrp="1"/>
          </p:cNvSpPr>
          <p:nvPr>
            <p:ph type="dt" sz="half" idx="15"/>
            <p:custDataLst>
              <p:tags r:id="rId10"/>
            </p:custDataLst>
          </p:nvPr>
        </p:nvSpPr>
        <p:spPr/>
        <p:txBody>
          <a:bodyPr/>
          <a:lstStyle/>
          <a:p>
            <a:r>
              <a:rPr lang="en-US" b="1"/>
              <a:t> </a:t>
            </a:r>
            <a:endParaRPr lang="en-US" b="1" dirty="0"/>
          </a:p>
        </p:txBody>
      </p:sp>
      <p:sp>
        <p:nvSpPr>
          <p:cNvPr id="11" name="Footer Placeholder 10" hidden="1">
            <a:extLst>
              <a:ext uri="{FF2B5EF4-FFF2-40B4-BE49-F238E27FC236}">
                <a16:creationId xmlns:a16="http://schemas.microsoft.com/office/drawing/2014/main" id="{ED18627F-EDFA-45CA-A572-C60F0E37473A}"/>
              </a:ext>
            </a:extLst>
          </p:cNvPr>
          <p:cNvSpPr>
            <a:spLocks noGrp="1"/>
          </p:cNvSpPr>
          <p:nvPr>
            <p:ph type="ftr" sz="quarter" idx="16"/>
            <p:custDataLst>
              <p:tags r:id="rId11"/>
            </p:custDataLst>
          </p:nvPr>
        </p:nvSpPr>
        <p:spPr/>
        <p:txBody>
          <a:bodyPr/>
          <a:lstStyle/>
          <a:p>
            <a:endParaRPr lang="en-US" dirty="0"/>
          </a:p>
        </p:txBody>
      </p:sp>
      <p:sp>
        <p:nvSpPr>
          <p:cNvPr id="13" name="Slide Number Placeholder 12" hidden="1">
            <a:extLst>
              <a:ext uri="{FF2B5EF4-FFF2-40B4-BE49-F238E27FC236}">
                <a16:creationId xmlns:a16="http://schemas.microsoft.com/office/drawing/2014/main" id="{E2FA0071-6D08-45B0-AF4E-22BFCF09E76B}"/>
              </a:ext>
            </a:extLst>
          </p:cNvPr>
          <p:cNvSpPr>
            <a:spLocks noGrp="1"/>
          </p:cNvSpPr>
          <p:nvPr>
            <p:ph type="sldNum" sz="quarter" idx="17"/>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673026AB-61DE-4BDA-8F8E-CCC68BAAE095}"/>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1358708658"/>
      </p:ext>
    </p:extLst>
  </p:cSld>
  <p:clrMapOvr>
    <a:masterClrMapping/>
  </p:clrMapOvr>
  <p:hf sldNum="0" hdr="0"/>
  <p:extLst>
    <p:ext uri="{DCECCB84-F9BA-43D5-87BE-67443E8EF086}">
      <p15:sldGuideLst xmlns:p15="http://schemas.microsoft.com/office/powerpoint/2012/main">
        <p15:guide id="1" pos="3885">
          <p15:clr>
            <a:srgbClr val="FBAE40"/>
          </p15:clr>
        </p15:guide>
        <p15:guide id="2" pos="7469">
          <p15:clr>
            <a:srgbClr val="FBAE40"/>
          </p15:clr>
        </p15:guide>
        <p15:guide id="3" pos="3795">
          <p15:clr>
            <a:srgbClr val="FBAE40"/>
          </p15:clr>
        </p15:guide>
        <p15:guide id="4" pos="211">
          <p15:clr>
            <a:srgbClr val="FBAE40"/>
          </p15:clr>
        </p15:guide>
        <p15:guide id="5" orient="horz" pos="799">
          <p15:clr>
            <a:srgbClr val="FBAE40"/>
          </p15:clr>
        </p15:guide>
        <p15:guide id="6" orient="horz" pos="40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1">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2" name="Crystal Shape">
            <a:extLst>
              <a:ext uri="{FF2B5EF4-FFF2-40B4-BE49-F238E27FC236}">
                <a16:creationId xmlns:a16="http://schemas.microsoft.com/office/drawing/2014/main" id="{3FBBF7BF-BA7F-647C-39AB-CEDA0092AA91}"/>
              </a:ext>
            </a:extLst>
          </p:cNvPr>
          <p:cNvSpPr/>
          <p:nvPr userDrawn="1"/>
        </p:nvSpPr>
        <p:spPr>
          <a:xfrm rot="5400000">
            <a:off x="1207129" y="-1234005"/>
            <a:ext cx="6878637" cy="9330464"/>
          </a:xfrm>
          <a:custGeom>
            <a:avLst/>
            <a:gdLst>
              <a:gd name="connsiteX0" fmla="*/ 0 w 6870543"/>
              <a:gd name="connsiteY0" fmla="*/ 727877 h 5591944"/>
              <a:gd name="connsiteX1" fmla="*/ 1726296 w 6870543"/>
              <a:gd name="connsiteY1" fmla="*/ 0 h 5591944"/>
              <a:gd name="connsiteX2" fmla="*/ 6870543 w 6870543"/>
              <a:gd name="connsiteY2" fmla="*/ 1136853 h 5591944"/>
              <a:gd name="connsiteX3" fmla="*/ 6870543 w 6870543"/>
              <a:gd name="connsiteY3" fmla="*/ 5591944 h 5591944"/>
              <a:gd name="connsiteX4" fmla="*/ 0 w 6870543"/>
              <a:gd name="connsiteY4" fmla="*/ 5591944 h 5591944"/>
              <a:gd name="connsiteX5" fmla="*/ 0 w 6870543"/>
              <a:gd name="connsiteY5" fmla="*/ 727877 h 5591944"/>
              <a:gd name="connsiteX0" fmla="*/ 0 w 6870545"/>
              <a:gd name="connsiteY0" fmla="*/ 727877 h 9322375"/>
              <a:gd name="connsiteX1" fmla="*/ 1726296 w 6870545"/>
              <a:gd name="connsiteY1" fmla="*/ 0 h 9322375"/>
              <a:gd name="connsiteX2" fmla="*/ 6870543 w 6870545"/>
              <a:gd name="connsiteY2" fmla="*/ 1136853 h 9322375"/>
              <a:gd name="connsiteX3" fmla="*/ 6870545 w 6870545"/>
              <a:gd name="connsiteY3" fmla="*/ 9322375 h 9322375"/>
              <a:gd name="connsiteX4" fmla="*/ 0 w 6870545"/>
              <a:gd name="connsiteY4" fmla="*/ 5591944 h 9322375"/>
              <a:gd name="connsiteX5" fmla="*/ 0 w 6870545"/>
              <a:gd name="connsiteY5" fmla="*/ 727877 h 9322375"/>
              <a:gd name="connsiteX0" fmla="*/ 8092 w 6878637"/>
              <a:gd name="connsiteY0" fmla="*/ 727877 h 9330464"/>
              <a:gd name="connsiteX1" fmla="*/ 1734388 w 6878637"/>
              <a:gd name="connsiteY1" fmla="*/ 0 h 9330464"/>
              <a:gd name="connsiteX2" fmla="*/ 6878635 w 6878637"/>
              <a:gd name="connsiteY2" fmla="*/ 1136853 h 9330464"/>
              <a:gd name="connsiteX3" fmla="*/ 6878637 w 6878637"/>
              <a:gd name="connsiteY3" fmla="*/ 9322375 h 9330464"/>
              <a:gd name="connsiteX4" fmla="*/ 0 w 6878637"/>
              <a:gd name="connsiteY4" fmla="*/ 9330464 h 9330464"/>
              <a:gd name="connsiteX5" fmla="*/ 8092 w 6878637"/>
              <a:gd name="connsiteY5" fmla="*/ 727877 h 933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78637" h="9330464">
                <a:moveTo>
                  <a:pt x="8092" y="727877"/>
                </a:moveTo>
                <a:lnTo>
                  <a:pt x="1734388" y="0"/>
                </a:lnTo>
                <a:lnTo>
                  <a:pt x="6878635" y="1136853"/>
                </a:lnTo>
                <a:cubicBezTo>
                  <a:pt x="6878636" y="3865360"/>
                  <a:pt x="6878636" y="6593868"/>
                  <a:pt x="6878637" y="9322375"/>
                </a:cubicBezTo>
                <a:lnTo>
                  <a:pt x="0" y="9330464"/>
                </a:lnTo>
                <a:cubicBezTo>
                  <a:pt x="2697" y="6462935"/>
                  <a:pt x="5395" y="3595406"/>
                  <a:pt x="8092" y="727877"/>
                </a:cubicBezTo>
                <a:close/>
              </a:path>
            </a:pathLst>
          </a:custGeom>
          <a:solidFill>
            <a:srgbClr val="0A8276"/>
          </a:solidFill>
          <a:ln w="11542" cap="flat">
            <a:noFill/>
            <a:prstDash val="solid"/>
            <a:miter/>
          </a:ln>
        </p:spPr>
        <p:txBody>
          <a:bodyPr rtlCol="0" anchor="ctr"/>
          <a:lstStyle/>
          <a:p>
            <a:endParaRPr lang="de-DE"/>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bg1"/>
                </a:solidFill>
                <a:latin typeface="+mj-lt"/>
                <a:ea typeface="+mj-ea"/>
                <a:cs typeface="+mj-cs"/>
              </a:defRPr>
            </a:lvl1pPr>
          </a:lstStyle>
          <a:p>
            <a:r>
              <a:rPr lang="en-US" noProof="0" dirty="0"/>
              <a:t>Click to enter Section</a:t>
            </a:r>
          </a:p>
        </p:txBody>
      </p:sp>
      <p:sp>
        <p:nvSpPr>
          <p:cNvPr id="5" name="LOGO PROTECTION" hidden="1">
            <a:extLst>
              <a:ext uri="{FF2B5EF4-FFF2-40B4-BE49-F238E27FC236}">
                <a16:creationId xmlns:a16="http://schemas.microsoft.com/office/drawing/2014/main" id="{D0048F1C-4756-47EC-8B66-DB56E576453D}"/>
              </a:ext>
            </a:extLst>
          </p:cNvPr>
          <p:cNvSpPr/>
          <p:nvPr>
            <p:custDataLst>
              <p:tags r:id="rId1"/>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2"/>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3"/>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4"/>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554E90-4FD5-45B2-A49A-214245B7F6D7}"/>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1756326672"/>
      </p:ext>
    </p:extLst>
  </p:cSld>
  <p:clrMapOvr>
    <a:masterClrMapping/>
  </p:clrMapOvr>
  <p:hf sldNum="0" hdr="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2">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16" name="Crystal Shape">
            <a:extLst>
              <a:ext uri="{FF2B5EF4-FFF2-40B4-BE49-F238E27FC236}">
                <a16:creationId xmlns:a16="http://schemas.microsoft.com/office/drawing/2014/main" id="{63F28C96-D1D9-271E-B326-A1C4DC6BC78F}"/>
              </a:ext>
            </a:extLst>
          </p:cNvPr>
          <p:cNvSpPr/>
          <p:nvPr userDrawn="1"/>
        </p:nvSpPr>
        <p:spPr>
          <a:xfrm rot="16200000">
            <a:off x="6866258" y="1532259"/>
            <a:ext cx="6857999" cy="3793483"/>
          </a:xfrm>
          <a:custGeom>
            <a:avLst/>
            <a:gdLst>
              <a:gd name="connsiteX0" fmla="*/ 6857999 w 6857999"/>
              <a:gd name="connsiteY0" fmla="*/ 1129077 h 3793483"/>
              <a:gd name="connsiteX1" fmla="*/ 6857999 w 6857999"/>
              <a:gd name="connsiteY1" fmla="*/ 3792536 h 3793483"/>
              <a:gd name="connsiteX2" fmla="*/ 0 w 6857999"/>
              <a:gd name="connsiteY2" fmla="*/ 3793483 h 3793483"/>
              <a:gd name="connsiteX3" fmla="*/ 0 w 6857999"/>
              <a:gd name="connsiteY3" fmla="*/ 729579 h 3793483"/>
              <a:gd name="connsiteX4" fmla="*/ 1748945 w 6857999"/>
              <a:gd name="connsiteY4" fmla="*/ 0 h 3793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7999" h="3793483">
                <a:moveTo>
                  <a:pt x="6857999" y="1129077"/>
                </a:moveTo>
                <a:lnTo>
                  <a:pt x="6857999" y="3792536"/>
                </a:lnTo>
                <a:lnTo>
                  <a:pt x="0" y="3793483"/>
                </a:lnTo>
                <a:lnTo>
                  <a:pt x="0" y="729579"/>
                </a:lnTo>
                <a:lnTo>
                  <a:pt x="1748945" y="0"/>
                </a:lnTo>
                <a:close/>
              </a:path>
            </a:pathLst>
          </a:custGeom>
          <a:solidFill>
            <a:srgbClr val="0A8276"/>
          </a:solidFill>
          <a:ln w="11542" cap="flat">
            <a:noFill/>
            <a:prstDash val="solid"/>
            <a:miter/>
          </a:ln>
        </p:spPr>
        <p:txBody>
          <a:bodyPr wrap="square" rtlCol="0" anchor="ctr">
            <a:noAutofit/>
          </a:bodyPr>
          <a:lstStyle/>
          <a:p>
            <a:endParaRPr lang="de-DE" dirty="0"/>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tx2"/>
                </a:solidFill>
                <a:latin typeface="+mj-lt"/>
                <a:ea typeface="+mj-ea"/>
                <a:cs typeface="+mj-cs"/>
              </a:defRPr>
            </a:lvl1pPr>
          </a:lstStyle>
          <a:p>
            <a:r>
              <a:rPr lang="en-US" noProof="0" dirty="0"/>
              <a:t>Click to enter Section</a:t>
            </a: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1"/>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2"/>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3"/>
            </p:custDataLst>
          </p:nvPr>
        </p:nvSpPr>
        <p:spPr/>
        <p:txBody>
          <a:bodyPr/>
          <a:lstStyle/>
          <a:p>
            <a:r>
              <a:rPr lang="en-US"/>
              <a:t> </a:t>
            </a:r>
            <a:endParaRPr lang="en-US" dirty="0"/>
          </a:p>
        </p:txBody>
      </p:sp>
      <p:pic>
        <p:nvPicPr>
          <p:cNvPr id="14" name="LOGO">
            <a:extLst>
              <a:ext uri="{FF2B5EF4-FFF2-40B4-BE49-F238E27FC236}">
                <a16:creationId xmlns:a16="http://schemas.microsoft.com/office/drawing/2014/main" id="{E2919660-0784-4B00-9836-7A695159097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extLst>
      <p:ext uri="{BB962C8B-B14F-4D97-AF65-F5344CB8AC3E}">
        <p14:creationId xmlns:p14="http://schemas.microsoft.com/office/powerpoint/2010/main" val="2760194416"/>
      </p:ext>
    </p:extLst>
  </p:cSld>
  <p:clrMapOvr>
    <a:masterClrMapping/>
  </p:clrMapOvr>
  <p:hf sldNum="0" hdr="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4 contents">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8B1B7AE2-264A-4900-9F60-CC5615C90F03}"/>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F2DD26D5-8427-4844-992F-AA5F995450F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879A7BCC-64D2-4276-855E-685546620EF5}"/>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B8FD1BFA-BD00-4A1A-9BEE-984BDA7A138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0C951CC-CB9B-43AC-8395-FB2751814E0F}"/>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2" name="empower_classification_attention_placeholder" hidden="1">
            <a:extLst>
              <a:ext uri="{FF2B5EF4-FFF2-40B4-BE49-F238E27FC236}">
                <a16:creationId xmlns:a16="http://schemas.microsoft.com/office/drawing/2014/main" id="{0FDEE340-AE14-4EB2-8F0B-840A5F5E2FB9}"/>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4" name="empower_classification_placeholder">
            <a:extLst>
              <a:ext uri="{FF2B5EF4-FFF2-40B4-BE49-F238E27FC236}">
                <a16:creationId xmlns:a16="http://schemas.microsoft.com/office/drawing/2014/main" id="{3F4900C8-0A39-4B02-8E0A-398AAC4831BF}"/>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A1158698-11CA-4310-AAEA-81BFB74C7A4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p>
        </p:txBody>
      </p:sp>
      <p:sp>
        <p:nvSpPr>
          <p:cNvPr id="7" name="Content Top Left"/>
          <p:cNvSpPr>
            <a:spLocks noGrp="1"/>
          </p:cNvSpPr>
          <p:nvPr>
            <p:ph sz="quarter" idx="13" hasCustomPrompt="1"/>
          </p:nvPr>
        </p:nvSpPr>
        <p:spPr>
          <a:xfrm>
            <a:off x="334800"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Top Right"/>
          <p:cNvSpPr>
            <a:spLocks noGrp="1"/>
          </p:cNvSpPr>
          <p:nvPr>
            <p:ph sz="quarter" idx="14" hasCustomPrompt="1"/>
          </p:nvPr>
        </p:nvSpPr>
        <p:spPr>
          <a:xfrm>
            <a:off x="6166799"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Left"/>
          <p:cNvSpPr>
            <a:spLocks noGrp="1"/>
          </p:cNvSpPr>
          <p:nvPr>
            <p:ph sz="quarter" idx="15"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Content Bottom Right"/>
          <p:cNvSpPr>
            <a:spLocks noGrp="1"/>
          </p:cNvSpPr>
          <p:nvPr>
            <p:ph sz="quarter" idx="16" hasCustomPrompt="1"/>
          </p:nvPr>
        </p:nvSpPr>
        <p:spPr>
          <a:xfrm>
            <a:off x="6166799"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4034893-5E9F-45A3-8C16-98C9F6C02B8F}"/>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4ED1F400-5A94-4F05-84F8-53C80E7C434C}"/>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C8E721-6FC1-4A4E-9559-945024071571}"/>
              </a:ext>
            </a:extLst>
          </p:cNvPr>
          <p:cNvSpPr>
            <a:spLocks noGrp="1"/>
          </p:cNvSpPr>
          <p:nvPr>
            <p:ph type="dt" sz="half" idx="17"/>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89885E48-72F6-4042-BF62-A49ACDF10504}"/>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242B527-F278-4C5E-9E24-C19CDFEB73B1}"/>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4E976BE-C7DE-4FCF-9535-07568046A13E}"/>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2070169493"/>
      </p:ext>
    </p:extLst>
  </p:cSld>
  <p:clrMapOvr>
    <a:masterClrMapping/>
  </p:clrMapOvr>
  <p:hf sldNum="0" hdr="0"/>
  <p:extLst>
    <p:ext uri="{DCECCB84-F9BA-43D5-87BE-67443E8EF086}">
      <p15:sldGuideLst xmlns:p15="http://schemas.microsoft.com/office/powerpoint/2012/main">
        <p15:guide id="1" pos="3795">
          <p15:clr>
            <a:srgbClr val="FBAE40"/>
          </p15:clr>
        </p15:guide>
        <p15:guide id="2" pos="211">
          <p15:clr>
            <a:srgbClr val="FBAE40"/>
          </p15:clr>
        </p15:guide>
        <p15:guide id="3" pos="3885">
          <p15:clr>
            <a:srgbClr val="FBAE40"/>
          </p15:clr>
        </p15:guide>
        <p15:guide id="4" pos="7469">
          <p15:clr>
            <a:srgbClr val="FBAE40"/>
          </p15:clr>
        </p15:guide>
        <p15:guide id="5" orient="horz" pos="799">
          <p15:clr>
            <a:srgbClr val="FBAE40"/>
          </p15:clr>
        </p15:guide>
        <p15:guide id="6" orient="horz" pos="4020">
          <p15:clr>
            <a:srgbClr val="FBAE40"/>
          </p15:clr>
        </p15:guide>
        <p15:guide id="7" orient="horz" pos="2273">
          <p15:clr>
            <a:srgbClr val="FBAE40"/>
          </p15:clr>
        </p15:guide>
        <p15:guide id="8" orient="horz" pos="243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Row | 2 column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ECAA0892-68E2-4E2E-9B18-4A8DC40F0E11}"/>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D16A0514-897C-427C-A5CD-34FCB4F6BF1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A6FCF5E5-2935-4FDA-903C-EA43A699BD8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115A00C6-A501-466D-A34B-23C1071DA39E}"/>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0C8DD3BC-73D2-4101-B037-359F1B42B434}"/>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1" name="empower_classification_attention_placeholder" hidden="1">
            <a:extLst>
              <a:ext uri="{FF2B5EF4-FFF2-40B4-BE49-F238E27FC236}">
                <a16:creationId xmlns:a16="http://schemas.microsoft.com/office/drawing/2014/main" id="{D39CEC28-75A6-43F3-9DE9-2436F3F4D9C6}"/>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3" name="empower_classification_placeholder">
            <a:extLst>
              <a:ext uri="{FF2B5EF4-FFF2-40B4-BE49-F238E27FC236}">
                <a16:creationId xmlns:a16="http://schemas.microsoft.com/office/drawing/2014/main" id="{FC21F178-EFAA-49DE-A35E-72E2C0CA3B0B}"/>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5" name="empower_date_placeholder">
            <a:extLst>
              <a:ext uri="{FF2B5EF4-FFF2-40B4-BE49-F238E27FC236}">
                <a16:creationId xmlns:a16="http://schemas.microsoft.com/office/drawing/2014/main" id="{43B2B732-8EC3-4F44-986D-B5DAC6EA77C1}"/>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endParaRPr lang="en-US" sz="800" kern="0" noProof="0" dirty="0">
              <a:solidFill>
                <a:schemeClr val="tx1"/>
              </a:solidFill>
              <a:latin typeface="+mn-lt"/>
              <a:ea typeface="+mn-ea"/>
              <a:cs typeface="+mn-cs"/>
            </a:endParaRPr>
          </a:p>
        </p:txBody>
      </p:sp>
      <p:sp>
        <p:nvSpPr>
          <p:cNvPr id="7" name="Content Top"/>
          <p:cNvSpPr>
            <a:spLocks noGrp="1"/>
          </p:cNvSpPr>
          <p:nvPr>
            <p:ph sz="quarter" idx="13" hasCustomPrompt="1"/>
          </p:nvPr>
        </p:nvSpPr>
        <p:spPr>
          <a:xfrm>
            <a:off x="334800" y="1268412"/>
            <a:ext cx="11520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Bottom Left"/>
          <p:cNvSpPr>
            <a:spLocks noGrp="1"/>
          </p:cNvSpPr>
          <p:nvPr>
            <p:ph sz="quarter" idx="14"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Right"/>
          <p:cNvSpPr>
            <a:spLocks noGrp="1"/>
          </p:cNvSpPr>
          <p:nvPr>
            <p:ph sz="quarter" idx="15" hasCustomPrompt="1"/>
          </p:nvPr>
        </p:nvSpPr>
        <p:spPr>
          <a:xfrm>
            <a:off x="6166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3ADACDEE-D42E-4EEF-8504-614B0FC9EF75}"/>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F595BB6-F050-434C-AF4B-533D75C5E5D3}"/>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3ABBB783-BFC3-406F-9AE2-14E6D55F43A3}"/>
              </a:ext>
            </a:extLst>
          </p:cNvPr>
          <p:cNvSpPr>
            <a:spLocks noGrp="1"/>
          </p:cNvSpPr>
          <p:nvPr>
            <p:ph type="dt" sz="half" idx="16"/>
            <p:custDataLst>
              <p:tags r:id="rId10"/>
            </p:custDataLst>
          </p:nvPr>
        </p:nvSpPr>
        <p:spPr/>
        <p:txBody>
          <a:bodyPr/>
          <a:lstStyle/>
          <a:p>
            <a:r>
              <a:rPr lang="en-US" b="1"/>
              <a:t> </a:t>
            </a:r>
            <a:endParaRPr lang="en-US" b="1" dirty="0"/>
          </a:p>
        </p:txBody>
      </p:sp>
      <p:sp>
        <p:nvSpPr>
          <p:cNvPr id="12" name="Footer Placeholder 11" hidden="1">
            <a:extLst>
              <a:ext uri="{FF2B5EF4-FFF2-40B4-BE49-F238E27FC236}">
                <a16:creationId xmlns:a16="http://schemas.microsoft.com/office/drawing/2014/main" id="{7DAA9CDC-CAD4-4554-97D9-7059E95FE638}"/>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07C82FBB-C728-405A-8E31-DE02DA8D9177}"/>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03708507-303A-4696-8A49-D64DA70EAF1B}"/>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2598027942"/>
      </p:ext>
    </p:extLst>
  </p:cSld>
  <p:clrMapOvr>
    <a:masterClrMapping/>
  </p:clrMapOvr>
  <p:hf sldNum="0" hdr="0"/>
  <p:extLst>
    <p:ext uri="{DCECCB84-F9BA-43D5-87BE-67443E8EF086}">
      <p15:sldGuideLst xmlns:p15="http://schemas.microsoft.com/office/powerpoint/2012/main">
        <p15:guide id="1" orient="horz" pos="2273">
          <p15:clr>
            <a:srgbClr val="FBAE40"/>
          </p15:clr>
        </p15:guide>
        <p15:guide id="2" orient="horz" pos="799">
          <p15:clr>
            <a:srgbClr val="FBAE40"/>
          </p15:clr>
        </p15:guide>
        <p15:guide id="3" orient="horz" pos="4020">
          <p15:clr>
            <a:srgbClr val="FBAE40"/>
          </p15:clr>
        </p15:guide>
        <p15:guide id="4" pos="7469">
          <p15:clr>
            <a:srgbClr val="FBAE40"/>
          </p15:clr>
        </p15:guide>
        <p15:guide id="5" pos="3885">
          <p15:clr>
            <a:srgbClr val="FBAE40"/>
          </p15:clr>
        </p15:guide>
        <p15:guide id="6" pos="3795">
          <p15:clr>
            <a:srgbClr val="FBAE40"/>
          </p15:clr>
        </p15:guide>
        <p15:guide id="7" pos="211">
          <p15:clr>
            <a:srgbClr val="FBAE40"/>
          </p15:clr>
        </p15:guide>
        <p15:guide id="8" orient="horz" pos="243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Row | 2 columns | row">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C812AE9A-81D7-4AE8-BC9F-85686450823C}"/>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A8D3527-E357-41F9-99D1-BCEAEC88D7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3A1A2EC5-F603-4F90-ADD8-B8933F3B810B}"/>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FA03A6F0-5545-409D-93A9-5E09698484A1}"/>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97E57A33-CDFD-4C72-B657-882682DACB1E}"/>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2" name="empower_classification_attention_placeholder" hidden="1">
            <a:extLst>
              <a:ext uri="{FF2B5EF4-FFF2-40B4-BE49-F238E27FC236}">
                <a16:creationId xmlns:a16="http://schemas.microsoft.com/office/drawing/2014/main" id="{5A896D99-24DF-4F81-9EC3-37F5EF05FFED}"/>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4" name="empower_classification_placeholder">
            <a:extLst>
              <a:ext uri="{FF2B5EF4-FFF2-40B4-BE49-F238E27FC236}">
                <a16:creationId xmlns:a16="http://schemas.microsoft.com/office/drawing/2014/main" id="{F09BE8EF-EBD2-4B7A-9878-8440DC26C91A}"/>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99207B66-AFA5-4510-BF1D-29423C34CEF2}"/>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p>
        </p:txBody>
      </p:sp>
      <p:sp>
        <p:nvSpPr>
          <p:cNvPr id="7" name="Content Top"/>
          <p:cNvSpPr>
            <a:spLocks noGrp="1"/>
          </p:cNvSpPr>
          <p:nvPr>
            <p:ph sz="quarter" idx="13" hasCustomPrompt="1"/>
          </p:nvPr>
        </p:nvSpPr>
        <p:spPr>
          <a:xfrm>
            <a:off x="334433" y="1268412"/>
            <a:ext cx="11521280" cy="126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Center Left"/>
          <p:cNvSpPr>
            <a:spLocks noGrp="1"/>
          </p:cNvSpPr>
          <p:nvPr>
            <p:ph sz="quarter" idx="14" hasCustomPrompt="1"/>
          </p:nvPr>
        </p:nvSpPr>
        <p:spPr>
          <a:xfrm>
            <a:off x="334800"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Right"/>
          <p:cNvSpPr>
            <a:spLocks noGrp="1"/>
          </p:cNvSpPr>
          <p:nvPr>
            <p:ph sz="quarter" idx="15" hasCustomPrompt="1"/>
          </p:nvPr>
        </p:nvSpPr>
        <p:spPr>
          <a:xfrm>
            <a:off x="6167437"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Bottom"/>
          <p:cNvSpPr>
            <a:spLocks noGrp="1"/>
          </p:cNvSpPr>
          <p:nvPr>
            <p:ph sz="quarter" idx="16" hasCustomPrompt="1"/>
          </p:nvPr>
        </p:nvSpPr>
        <p:spPr>
          <a:xfrm>
            <a:off x="334433" y="5085186"/>
            <a:ext cx="11521280" cy="1296567"/>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6" name="Title">
            <a:extLst>
              <a:ext uri="{FF2B5EF4-FFF2-40B4-BE49-F238E27FC236}">
                <a16:creationId xmlns:a16="http://schemas.microsoft.com/office/drawing/2014/main" id="{42CB6C61-472A-4F78-8808-601D74D8D1A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878DF235-2AD8-4C82-A0BD-D1BDFC87370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A9104FB9-0912-4A0F-BBB7-DF055F829451}"/>
              </a:ext>
            </a:extLst>
          </p:cNvPr>
          <p:cNvSpPr>
            <a:spLocks noGrp="1"/>
          </p:cNvSpPr>
          <p:nvPr>
            <p:ph type="dt" sz="half" idx="17"/>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E424A36D-7777-4A82-B12F-96CE1F877678}"/>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E1CCD2B2-40D2-43D5-80C4-5322AD4033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1235F132-B0A2-4CF3-A146-5DF950DFB464}"/>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961849090"/>
      </p:ext>
    </p:extLst>
  </p:cSld>
  <p:clrMapOvr>
    <a:masterClrMapping/>
  </p:clrMapOvr>
  <p:hf sldNum="0" hdr="0"/>
  <p:extLst>
    <p:ext uri="{DCECCB84-F9BA-43D5-87BE-67443E8EF086}">
      <p15:sldGuideLst xmlns:p15="http://schemas.microsoft.com/office/powerpoint/2012/main">
        <p15:guide id="1" pos="3885">
          <p15:clr>
            <a:srgbClr val="FBAE40"/>
          </p15:clr>
        </p15:guide>
        <p15:guide id="2" pos="3795">
          <p15:clr>
            <a:srgbClr val="FBAE40"/>
          </p15:clr>
        </p15:guide>
        <p15:guide id="3" pos="211">
          <p15:clr>
            <a:srgbClr val="FBAE40"/>
          </p15:clr>
        </p15:guide>
        <p15:guide id="4" pos="7469">
          <p15:clr>
            <a:srgbClr val="FBAE40"/>
          </p15:clr>
        </p15:guide>
        <p15:guide id="5" orient="horz" pos="799">
          <p15:clr>
            <a:srgbClr val="FBAE40"/>
          </p15:clr>
        </p15:guide>
        <p15:guide id="6" orient="horz" pos="1593">
          <p15:clr>
            <a:srgbClr val="FBAE40"/>
          </p15:clr>
        </p15:guide>
        <p15:guide id="7" orient="horz" pos="1752">
          <p15:clr>
            <a:srgbClr val="FBAE40"/>
          </p15:clr>
        </p15:guide>
        <p15:guide id="8" orient="horz" pos="2999">
          <p15:clr>
            <a:srgbClr val="FBAE40"/>
          </p15:clr>
        </p15:guide>
        <p15:guide id="9" orient="horz" pos="3203">
          <p15:clr>
            <a:srgbClr val="FBAE40"/>
          </p15:clr>
        </p15:guide>
        <p15:guide id="10" orient="horz" pos="40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AndTx" preserve="1">
  <p:cSld name="3 column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7FB993A8-52D6-439E-9FD7-796FB1371096}"/>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112013B0-A00B-4A1F-90FB-E2E8B2F86D5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FC3769D5-91E6-43B0-BC4B-C0040A71CFD6}"/>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B0E0CB85-0435-4FEC-B2B6-D19200B62923}"/>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557CA6BF-F2F9-417F-A2FD-035F1FC8569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1" name="empower_classification_attention_placeholder" hidden="1">
            <a:extLst>
              <a:ext uri="{FF2B5EF4-FFF2-40B4-BE49-F238E27FC236}">
                <a16:creationId xmlns:a16="http://schemas.microsoft.com/office/drawing/2014/main" id="{8C605CA2-9EAD-450F-BC1B-8D9AF92E5875}"/>
              </a:ext>
            </a:extLst>
          </p:cNvPr>
          <p:cNvSpPr txBox="1">
            <a:spLocks/>
          </p:cNvSpPr>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3" name="empower_classification_placeholder">
            <a:extLst>
              <a:ext uri="{FF2B5EF4-FFF2-40B4-BE49-F238E27FC236}">
                <a16:creationId xmlns:a16="http://schemas.microsoft.com/office/drawing/2014/main" id="{4E82CE8C-8E20-4C1A-B65C-F8A30CF5A153}"/>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5" name="empower_date_placeholder">
            <a:extLst>
              <a:ext uri="{FF2B5EF4-FFF2-40B4-BE49-F238E27FC236}">
                <a16:creationId xmlns:a16="http://schemas.microsoft.com/office/drawing/2014/main" id="{D96F0A90-37BC-4B0D-A29D-8711C51DD447}"/>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p>
        </p:txBody>
      </p:sp>
      <p:sp>
        <p:nvSpPr>
          <p:cNvPr id="7" name="Content Left"/>
          <p:cNvSpPr>
            <a:spLocks noGrp="1"/>
          </p:cNvSpPr>
          <p:nvPr>
            <p:ph sz="quarter" idx="13" hasCustomPrompt="1"/>
          </p:nvPr>
        </p:nvSpPr>
        <p:spPr>
          <a:xfrm>
            <a:off x="334800" y="1268414"/>
            <a:ext cx="3744384"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Center"/>
          <p:cNvSpPr>
            <a:spLocks noGrp="1"/>
          </p:cNvSpPr>
          <p:nvPr>
            <p:ph sz="quarter" idx="14" hasCustomPrompt="1"/>
          </p:nvPr>
        </p:nvSpPr>
        <p:spPr>
          <a:xfrm>
            <a:off x="4262399" y="1268414"/>
            <a:ext cx="3672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Content Right"/>
          <p:cNvSpPr>
            <a:spLocks noGrp="1"/>
          </p:cNvSpPr>
          <p:nvPr>
            <p:ph sz="quarter" idx="15" hasCustomPrompt="1"/>
          </p:nvPr>
        </p:nvSpPr>
        <p:spPr>
          <a:xfrm>
            <a:off x="8113184" y="1268414"/>
            <a:ext cx="3744416"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A635AE4-FE20-4282-BFFD-96EBDCED60D9}"/>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6E14A5B-9E91-4287-8D3D-9F9C469D8ECA}"/>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210BD89C-2BAC-459E-A79D-05B6C0B33362}"/>
              </a:ext>
            </a:extLst>
          </p:cNvPr>
          <p:cNvSpPr>
            <a:spLocks noGrp="1"/>
          </p:cNvSpPr>
          <p:nvPr>
            <p:ph type="dt" sz="half" idx="16"/>
            <p:custDataLst>
              <p:tags r:id="rId10"/>
            </p:custDataLst>
          </p:nvPr>
        </p:nvSpPr>
        <p:spPr/>
        <p:txBody>
          <a:bodyPr/>
          <a:lstStyle/>
          <a:p>
            <a:r>
              <a:rPr lang="en-US" b="1"/>
              <a:t> </a:t>
            </a:r>
            <a:endParaRPr lang="en-US" b="1" dirty="0"/>
          </a:p>
        </p:txBody>
      </p:sp>
      <p:sp>
        <p:nvSpPr>
          <p:cNvPr id="12" name="Footer Placeholder 11" hidden="1">
            <a:extLst>
              <a:ext uri="{FF2B5EF4-FFF2-40B4-BE49-F238E27FC236}">
                <a16:creationId xmlns:a16="http://schemas.microsoft.com/office/drawing/2014/main" id="{13A018B2-30A4-435D-A599-2BE57EAB5CBC}"/>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B6CA23A5-CFDD-4B39-B853-6A18A878BFBF}"/>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226441E8-60EA-42A3-B978-BA612ACACF40}"/>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1022460848"/>
      </p:ext>
    </p:extLst>
  </p:cSld>
  <p:clrMapOvr>
    <a:masterClrMapping/>
  </p:clrMapOvr>
  <p:hf sldNum="0" hdr="0"/>
  <p:extLst>
    <p:ext uri="{DCECCB84-F9BA-43D5-87BE-67443E8EF086}">
      <p15:sldGuideLst xmlns:p15="http://schemas.microsoft.com/office/powerpoint/2012/main">
        <p15:guide id="1" orient="horz" pos="4020">
          <p15:clr>
            <a:srgbClr val="FBAE40"/>
          </p15:clr>
        </p15:guide>
        <p15:guide id="2" orient="horz" pos="799">
          <p15:clr>
            <a:srgbClr val="FBAE40"/>
          </p15:clr>
        </p15:guide>
        <p15:guide id="3" pos="4997">
          <p15:clr>
            <a:srgbClr val="FBAE40"/>
          </p15:clr>
        </p15:guide>
        <p15:guide id="4" pos="2683">
          <p15:clr>
            <a:srgbClr val="FBAE40"/>
          </p15:clr>
        </p15:guide>
        <p15:guide id="5" pos="2570">
          <p15:clr>
            <a:srgbClr val="FBAE40"/>
          </p15:clr>
        </p15:guide>
        <p15:guide id="6" pos="5110">
          <p15:clr>
            <a:srgbClr val="FBAE40"/>
          </p15:clr>
        </p15:guide>
        <p15:guide id="7" pos="211">
          <p15:clr>
            <a:srgbClr val="FBAE40"/>
          </p15:clr>
        </p15:guide>
        <p15:guide id="8" pos="746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reserve="1">
  <p:cSld name="Row | 3 columns">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488416C1-009C-4276-862C-859A39D89869}"/>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192327F-A51B-41E2-B3F1-79934B2829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EE529511-279F-4E8D-B98F-7745CB480D7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7712C297-5B52-4E05-AEC3-8C81F2A74EE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492E0D9-97C5-4A27-B585-4460769C4D6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2" name="empower_classification_attention_placeholder" hidden="1">
            <a:extLst>
              <a:ext uri="{FF2B5EF4-FFF2-40B4-BE49-F238E27FC236}">
                <a16:creationId xmlns:a16="http://schemas.microsoft.com/office/drawing/2014/main" id="{EB4DD739-504C-48CA-BA98-DEE0B3A91EAB}"/>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4" name="empower_classification_placeholder">
            <a:extLst>
              <a:ext uri="{FF2B5EF4-FFF2-40B4-BE49-F238E27FC236}">
                <a16:creationId xmlns:a16="http://schemas.microsoft.com/office/drawing/2014/main" id="{D547197E-1EC3-47AA-B644-4B7771421A2B}"/>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5B4084F1-8114-4C22-84F5-3D14817A7904}"/>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p>
        </p:txBody>
      </p:sp>
      <p:sp>
        <p:nvSpPr>
          <p:cNvPr id="7" name="Content Top"/>
          <p:cNvSpPr>
            <a:spLocks noGrp="1"/>
          </p:cNvSpPr>
          <p:nvPr>
            <p:ph sz="quarter" idx="13" hasCustomPrompt="1"/>
          </p:nvPr>
        </p:nvSpPr>
        <p:spPr>
          <a:xfrm>
            <a:off x="334800" y="1268414"/>
            <a:ext cx="11521280" cy="1368425"/>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Left"/>
          <p:cNvSpPr>
            <a:spLocks noGrp="1"/>
          </p:cNvSpPr>
          <p:nvPr>
            <p:ph sz="quarter" idx="14" hasCustomPrompt="1"/>
          </p:nvPr>
        </p:nvSpPr>
        <p:spPr>
          <a:xfrm>
            <a:off x="334800" y="2781300"/>
            <a:ext cx="3744000"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p:cNvSpPr>
            <a:spLocks noGrp="1"/>
          </p:cNvSpPr>
          <p:nvPr>
            <p:ph sz="quarter" idx="15" hasCustomPrompt="1"/>
          </p:nvPr>
        </p:nvSpPr>
        <p:spPr>
          <a:xfrm>
            <a:off x="4259262" y="2781300"/>
            <a:ext cx="3673475"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Right"/>
          <p:cNvSpPr>
            <a:spLocks noGrp="1"/>
          </p:cNvSpPr>
          <p:nvPr>
            <p:ph sz="quarter" idx="16" hasCustomPrompt="1"/>
          </p:nvPr>
        </p:nvSpPr>
        <p:spPr>
          <a:xfrm>
            <a:off x="8113186" y="2781300"/>
            <a:ext cx="3744383"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6C581746-1B2C-4D98-9755-6221A3ED9E38}"/>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7AAAECD1-71D2-46B6-BF2D-6007823BA888}"/>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EA8AF054-4363-4E54-A605-8A5E7CD05422}"/>
              </a:ext>
            </a:extLst>
          </p:cNvPr>
          <p:cNvSpPr>
            <a:spLocks noGrp="1"/>
          </p:cNvSpPr>
          <p:nvPr>
            <p:ph type="dt" sz="half" idx="17"/>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C839DAF8-6F4C-441B-B45B-348B7EA8B4B3}"/>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CBA086A-526B-43F0-BEDE-EC3219CC78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F76E7CBE-7230-4110-85FB-3718D4B81343}"/>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216808854"/>
      </p:ext>
    </p:extLst>
  </p:cSld>
  <p:clrMapOvr>
    <a:masterClrMapping/>
  </p:clrMapOvr>
  <p:hf sldNum="0" hdr="0"/>
  <p:extLst>
    <p:ext uri="{DCECCB84-F9BA-43D5-87BE-67443E8EF086}">
      <p15:sldGuideLst xmlns:p15="http://schemas.microsoft.com/office/powerpoint/2012/main">
        <p15:guide id="1" pos="4997">
          <p15:clr>
            <a:srgbClr val="FBAE40"/>
          </p15:clr>
        </p15:guide>
        <p15:guide id="2" pos="5110">
          <p15:clr>
            <a:srgbClr val="FBAE40"/>
          </p15:clr>
        </p15:guide>
        <p15:guide id="3" pos="7469">
          <p15:clr>
            <a:srgbClr val="FBAE40"/>
          </p15:clr>
        </p15:guide>
        <p15:guide id="4" pos="2683">
          <p15:clr>
            <a:srgbClr val="FBAE40"/>
          </p15:clr>
        </p15:guide>
        <p15:guide id="5" pos="2570">
          <p15:clr>
            <a:srgbClr val="FBAE40"/>
          </p15:clr>
        </p15:guide>
        <p15:guide id="6" pos="211">
          <p15:clr>
            <a:srgbClr val="FBAE40"/>
          </p15:clr>
        </p15:guide>
        <p15:guide id="7" orient="horz" pos="799">
          <p15:clr>
            <a:srgbClr val="FBAE40"/>
          </p15:clr>
        </p15:guide>
        <p15:guide id="8" orient="horz" pos="4020">
          <p15:clr>
            <a:srgbClr val="FBAE40"/>
          </p15:clr>
        </p15:guide>
        <p15:guide id="9" orient="horz" pos="1661">
          <p15:clr>
            <a:srgbClr val="FBAE40"/>
          </p15:clr>
        </p15:guide>
        <p15:guide id="10" orient="horz" pos="17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xAndMedia" preserve="1">
  <p:cSld name="4 columns">
    <p:spTree>
      <p:nvGrpSpPr>
        <p:cNvPr id="1" name=""/>
        <p:cNvGrpSpPr/>
        <p:nvPr/>
      </p:nvGrpSpPr>
      <p:grpSpPr>
        <a:xfrm>
          <a:off x="0" y="0"/>
          <a:ext cx="0" cy="0"/>
          <a:chOff x="0" y="0"/>
          <a:chExt cx="0" cy="0"/>
        </a:xfrm>
      </p:grpSpPr>
      <p:sp>
        <p:nvSpPr>
          <p:cNvPr id="11" name="empower_additionalText_placeholder" hidden="1">
            <a:extLst>
              <a:ext uri="{FF2B5EF4-FFF2-40B4-BE49-F238E27FC236}">
                <a16:creationId xmlns:a16="http://schemas.microsoft.com/office/drawing/2014/main" id="{5BFFD0DD-DDFD-422B-86D9-F164E68C0538}"/>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DF070F93-7F88-456A-894C-885F8AC591A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9A5FF993-F527-4569-A066-E8D346767DE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09C3987-21ED-4B60-B90F-837FB1F2A7A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C33D0117-4C9D-47FC-BBAF-7D90814DB7C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10" name="empower_classification_attention_placeholder" hidden="1">
            <a:extLst>
              <a:ext uri="{FF2B5EF4-FFF2-40B4-BE49-F238E27FC236}">
                <a16:creationId xmlns:a16="http://schemas.microsoft.com/office/drawing/2014/main" id="{40F47B66-9156-4480-85AF-99EB0563F553}"/>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14" name="empower_classification_placeholder">
            <a:extLst>
              <a:ext uri="{FF2B5EF4-FFF2-40B4-BE49-F238E27FC236}">
                <a16:creationId xmlns:a16="http://schemas.microsoft.com/office/drawing/2014/main" id="{B1D76006-023D-437E-80D1-B8FC83CA1329}"/>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71DC81B7-1CCA-48F9-8AB9-34BBC16340CF}"/>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p>
        </p:txBody>
      </p:sp>
      <p:sp>
        <p:nvSpPr>
          <p:cNvPr id="8" name="Content Left">
            <a:extLst>
              <a:ext uri="{FF2B5EF4-FFF2-40B4-BE49-F238E27FC236}">
                <a16:creationId xmlns:a16="http://schemas.microsoft.com/office/drawing/2014/main" id="{371B7856-37AA-4EBD-9A28-1045DC90A92A}"/>
              </a:ext>
            </a:extLst>
          </p:cNvPr>
          <p:cNvSpPr>
            <a:spLocks noGrp="1"/>
          </p:cNvSpPr>
          <p:nvPr>
            <p:ph sz="quarter" idx="20" hasCustomPrompt="1"/>
          </p:nvPr>
        </p:nvSpPr>
        <p:spPr>
          <a:xfrm>
            <a:off x="334799" y="1268414"/>
            <a:ext cx="2808000"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Center Left">
            <a:extLst>
              <a:ext uri="{FF2B5EF4-FFF2-40B4-BE49-F238E27FC236}">
                <a16:creationId xmlns:a16="http://schemas.microsoft.com/office/drawing/2014/main" id="{AB4408A9-DF90-4D32-8AE8-9278539718C0}"/>
              </a:ext>
            </a:extLst>
          </p:cNvPr>
          <p:cNvSpPr>
            <a:spLocks noGrp="1"/>
          </p:cNvSpPr>
          <p:nvPr>
            <p:ph sz="quarter" idx="21" hasCustomPrompt="1"/>
          </p:nvPr>
        </p:nvSpPr>
        <p:spPr>
          <a:xfrm>
            <a:off x="3324225"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Center Right">
            <a:extLst>
              <a:ext uri="{FF2B5EF4-FFF2-40B4-BE49-F238E27FC236}">
                <a16:creationId xmlns:a16="http://schemas.microsoft.com/office/drawing/2014/main" id="{FFF96914-9970-46DB-82A4-AB1B80110378}"/>
              </a:ext>
            </a:extLst>
          </p:cNvPr>
          <p:cNvSpPr>
            <a:spLocks noGrp="1"/>
          </p:cNvSpPr>
          <p:nvPr>
            <p:ph sz="quarter" idx="22" hasCustomPrompt="1"/>
          </p:nvPr>
        </p:nvSpPr>
        <p:spPr>
          <a:xfrm>
            <a:off x="6203950"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Right">
            <a:extLst>
              <a:ext uri="{FF2B5EF4-FFF2-40B4-BE49-F238E27FC236}">
                <a16:creationId xmlns:a16="http://schemas.microsoft.com/office/drawing/2014/main" id="{6803C6B1-D864-4BE6-AE1F-CA280F4DABD8}"/>
              </a:ext>
            </a:extLst>
          </p:cNvPr>
          <p:cNvSpPr>
            <a:spLocks noGrp="1"/>
          </p:cNvSpPr>
          <p:nvPr>
            <p:ph sz="quarter" idx="23" hasCustomPrompt="1"/>
          </p:nvPr>
        </p:nvSpPr>
        <p:spPr>
          <a:xfrm>
            <a:off x="9048750" y="1268414"/>
            <a:ext cx="2807593"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CDD773CC-FCEC-46C8-A75B-E70A26A7BF5B}"/>
              </a:ext>
            </a:extLst>
          </p:cNvPr>
          <p:cNvSpPr>
            <a:spLocks noGrp="1"/>
          </p:cNvSpPr>
          <p:nvPr>
            <p:ph type="title" hasCustomPrompt="1"/>
          </p:nvPr>
        </p:nvSpPr>
        <p:spPr/>
        <p:txBody>
          <a:bodyPr/>
          <a:lstStyle>
            <a:lvl1pPr>
              <a:defRPr baseline="0">
                <a:latin typeface="+mj-lt"/>
                <a:ea typeface="+mj-ea"/>
                <a:cs typeface="+mj-cs"/>
              </a:defRPr>
            </a:lvl1pPr>
          </a:lstStyle>
          <a:p>
            <a:r>
              <a:rPr lang="en-US" noProof="0" dirty="0"/>
              <a:t>Click to edit title</a:t>
            </a:r>
          </a:p>
        </p:txBody>
      </p:sp>
      <p:sp>
        <p:nvSpPr>
          <p:cNvPr id="4" name="LOGO PROTECTION" hidden="1">
            <a:extLst>
              <a:ext uri="{FF2B5EF4-FFF2-40B4-BE49-F238E27FC236}">
                <a16:creationId xmlns:a16="http://schemas.microsoft.com/office/drawing/2014/main" id="{FC67C23C-8514-4FAA-ABF5-040B63DA67C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735BE885-8732-4220-942B-E6D8F286274D}"/>
              </a:ext>
            </a:extLst>
          </p:cNvPr>
          <p:cNvSpPr>
            <a:spLocks noGrp="1"/>
          </p:cNvSpPr>
          <p:nvPr>
            <p:ph type="dt" sz="half" idx="24"/>
            <p:custDataLst>
              <p:tags r:id="rId10"/>
            </p:custDataLst>
          </p:nvPr>
        </p:nvSpPr>
        <p:spPr/>
        <p:txBody>
          <a:bodyPr/>
          <a:lstStyle/>
          <a:p>
            <a:r>
              <a:rPr lang="en-US" b="1"/>
              <a:t> </a:t>
            </a:r>
            <a:endParaRPr lang="en-US" b="1" dirty="0"/>
          </a:p>
        </p:txBody>
      </p:sp>
      <p:sp>
        <p:nvSpPr>
          <p:cNvPr id="13" name="Footer Placeholder 12" hidden="1">
            <a:extLst>
              <a:ext uri="{FF2B5EF4-FFF2-40B4-BE49-F238E27FC236}">
                <a16:creationId xmlns:a16="http://schemas.microsoft.com/office/drawing/2014/main" id="{30570D12-AEFF-4406-B206-CB0D80D8FF49}"/>
              </a:ext>
            </a:extLst>
          </p:cNvPr>
          <p:cNvSpPr>
            <a:spLocks noGrp="1"/>
          </p:cNvSpPr>
          <p:nvPr>
            <p:ph type="ftr" sz="quarter" idx="25"/>
            <p:custDataLst>
              <p:tags r:id="rId11"/>
            </p:custDataLst>
          </p:nvPr>
        </p:nvSpPr>
        <p:spPr/>
        <p:txBody>
          <a:bodyPr/>
          <a:lstStyle/>
          <a:p>
            <a:endParaRPr lang="en-US" dirty="0"/>
          </a:p>
        </p:txBody>
      </p:sp>
      <p:sp>
        <p:nvSpPr>
          <p:cNvPr id="16" name="Slide Number Placeholder 15" hidden="1">
            <a:extLst>
              <a:ext uri="{FF2B5EF4-FFF2-40B4-BE49-F238E27FC236}">
                <a16:creationId xmlns:a16="http://schemas.microsoft.com/office/drawing/2014/main" id="{C49E2653-C8D1-4594-B3A4-0606A88CBB62}"/>
              </a:ext>
            </a:extLst>
          </p:cNvPr>
          <p:cNvSpPr>
            <a:spLocks noGrp="1"/>
          </p:cNvSpPr>
          <p:nvPr>
            <p:ph type="sldNum" sz="quarter" idx="26"/>
            <p:custDataLst>
              <p:tags r:id="rId12"/>
            </p:custDataLst>
          </p:nvPr>
        </p:nvSpPr>
        <p:spPr/>
        <p:txBody>
          <a:bodyPr/>
          <a:lstStyle/>
          <a:p>
            <a:r>
              <a:rPr lang="en-US"/>
              <a:t> </a:t>
            </a:r>
            <a:endParaRPr lang="en-US" dirty="0"/>
          </a:p>
        </p:txBody>
      </p:sp>
      <p:sp>
        <p:nvSpPr>
          <p:cNvPr id="18" name="MIO_Placeholder_Mapping" hidden="1">
            <a:extLst>
              <a:ext uri="{FF2B5EF4-FFF2-40B4-BE49-F238E27FC236}">
                <a16:creationId xmlns:a16="http://schemas.microsoft.com/office/drawing/2014/main" id="{12ADA7AE-DD1C-409A-B0A5-6D14FF7BF270}"/>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2013339047"/>
      </p:ext>
    </p:extLst>
  </p:cSld>
  <p:clrMapOvr>
    <a:masterClrMapping/>
  </p:clrMapOvr>
  <p:hf sldNum="0" hdr="0"/>
  <p:extLst>
    <p:ext uri="{DCECCB84-F9BA-43D5-87BE-67443E8EF086}">
      <p15:sldGuideLst xmlns:p15="http://schemas.microsoft.com/office/powerpoint/2012/main">
        <p15:guide id="1" orient="horz" pos="799">
          <p15:clr>
            <a:srgbClr val="FBAE40"/>
          </p15:clr>
        </p15:guide>
        <p15:guide id="2" orient="horz" pos="4020">
          <p15:clr>
            <a:srgbClr val="FBAE40"/>
          </p15:clr>
        </p15:guide>
        <p15:guide id="3" pos="7469">
          <p15:clr>
            <a:srgbClr val="FBAE40"/>
          </p15:clr>
        </p15:guide>
        <p15:guide id="4" pos="211">
          <p15:clr>
            <a:srgbClr val="FBAE40"/>
          </p15:clr>
        </p15:guide>
        <p15:guide id="5" pos="3908">
          <p15:clr>
            <a:srgbClr val="FBAE40"/>
          </p15:clr>
        </p15:guide>
        <p15:guide id="6" pos="3772">
          <p15:clr>
            <a:srgbClr val="FBAE40"/>
          </p15:clr>
        </p15:guide>
        <p15:guide id="7" pos="5586">
          <p15:clr>
            <a:srgbClr val="FBAE40"/>
          </p15:clr>
        </p15:guide>
        <p15:guide id="8" pos="5700">
          <p15:clr>
            <a:srgbClr val="FBAE40"/>
          </p15:clr>
        </p15:guide>
        <p15:guide id="9" pos="1980">
          <p15:clr>
            <a:srgbClr val="FBAE40"/>
          </p15:clr>
        </p15:guide>
        <p15:guide id="10" pos="209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OverTx" preserve="1">
  <p:cSld name="Row | 4 columns">
    <p:spTree>
      <p:nvGrpSpPr>
        <p:cNvPr id="1" name=""/>
        <p:cNvGrpSpPr/>
        <p:nvPr/>
      </p:nvGrpSpPr>
      <p:grpSpPr>
        <a:xfrm>
          <a:off x="0" y="0"/>
          <a:ext cx="0" cy="0"/>
          <a:chOff x="0" y="0"/>
          <a:chExt cx="0" cy="0"/>
        </a:xfrm>
      </p:grpSpPr>
      <p:sp>
        <p:nvSpPr>
          <p:cNvPr id="13" name="empower_additionalText_placeholder" hidden="1">
            <a:extLst>
              <a:ext uri="{FF2B5EF4-FFF2-40B4-BE49-F238E27FC236}">
                <a16:creationId xmlns:a16="http://schemas.microsoft.com/office/drawing/2014/main" id="{598DE9EE-A198-41B5-9814-41C66F96D3B0}"/>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0AFB1D71-5FD7-446C-90B5-1DE68C513BD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57168C6C-B95E-4260-9301-8D1D5988F67B}"/>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29E2230-F28C-4139-A2F7-536C0BDB8E99}"/>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2A98BB16-D9CD-4785-A71C-21C57A55488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10" name="empower_classification_attention_placeholder" hidden="1">
            <a:extLst>
              <a:ext uri="{FF2B5EF4-FFF2-40B4-BE49-F238E27FC236}">
                <a16:creationId xmlns:a16="http://schemas.microsoft.com/office/drawing/2014/main" id="{333A1F8F-A990-434A-92C1-D59A014E7AFF}"/>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11" name="empower_classification_placeholder">
            <a:extLst>
              <a:ext uri="{FF2B5EF4-FFF2-40B4-BE49-F238E27FC236}">
                <a16:creationId xmlns:a16="http://schemas.microsoft.com/office/drawing/2014/main" id="{DBAA7875-DC7B-4CB1-AFAA-A99AEDD01BF7}"/>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15" name="empower_date_placeholder">
            <a:extLst>
              <a:ext uri="{FF2B5EF4-FFF2-40B4-BE49-F238E27FC236}">
                <a16:creationId xmlns:a16="http://schemas.microsoft.com/office/drawing/2014/main" id="{5743D8EF-9336-4669-BBD9-501D062A3DB4}"/>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endParaRPr lang="en-US" sz="800" kern="0" noProof="0" dirty="0">
              <a:solidFill>
                <a:schemeClr val="tx1"/>
              </a:solidFill>
              <a:latin typeface="+mn-lt"/>
              <a:ea typeface="+mn-ea"/>
              <a:cs typeface="+mn-cs"/>
            </a:endParaRPr>
          </a:p>
        </p:txBody>
      </p:sp>
      <p:sp>
        <p:nvSpPr>
          <p:cNvPr id="8" name="Content Top">
            <a:extLst>
              <a:ext uri="{FF2B5EF4-FFF2-40B4-BE49-F238E27FC236}">
                <a16:creationId xmlns:a16="http://schemas.microsoft.com/office/drawing/2014/main" id="{B528FDA5-64C4-4079-B7B7-97722BA30039}"/>
              </a:ext>
            </a:extLst>
          </p:cNvPr>
          <p:cNvSpPr>
            <a:spLocks noGrp="1"/>
          </p:cNvSpPr>
          <p:nvPr>
            <p:ph sz="quarter" idx="21" hasCustomPrompt="1"/>
          </p:nvPr>
        </p:nvSpPr>
        <p:spPr>
          <a:xfrm>
            <a:off x="334800" y="1268414"/>
            <a:ext cx="11521280" cy="1368425"/>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12" name="Content Left">
            <a:extLst>
              <a:ext uri="{FF2B5EF4-FFF2-40B4-BE49-F238E27FC236}">
                <a16:creationId xmlns:a16="http://schemas.microsoft.com/office/drawing/2014/main" id="{11455573-DB68-4634-9EB0-10FDA72EB09C}"/>
              </a:ext>
            </a:extLst>
          </p:cNvPr>
          <p:cNvSpPr>
            <a:spLocks noGrp="1"/>
          </p:cNvSpPr>
          <p:nvPr>
            <p:ph sz="quarter" idx="22" hasCustomPrompt="1"/>
          </p:nvPr>
        </p:nvSpPr>
        <p:spPr>
          <a:xfrm>
            <a:off x="334800" y="2781300"/>
            <a:ext cx="2808000"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Content Center Left">
            <a:extLst>
              <a:ext uri="{FF2B5EF4-FFF2-40B4-BE49-F238E27FC236}">
                <a16:creationId xmlns:a16="http://schemas.microsoft.com/office/drawing/2014/main" id="{DF6A34C2-8D0D-4C18-BD01-86B1344A92DF}"/>
              </a:ext>
            </a:extLst>
          </p:cNvPr>
          <p:cNvSpPr>
            <a:spLocks noGrp="1"/>
          </p:cNvSpPr>
          <p:nvPr>
            <p:ph sz="quarter" idx="23" hasCustomPrompt="1"/>
          </p:nvPr>
        </p:nvSpPr>
        <p:spPr>
          <a:xfrm>
            <a:off x="3324225"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Content Center Right">
            <a:extLst>
              <a:ext uri="{FF2B5EF4-FFF2-40B4-BE49-F238E27FC236}">
                <a16:creationId xmlns:a16="http://schemas.microsoft.com/office/drawing/2014/main" id="{A331F240-D4BB-4096-BFB7-002D583A4FC9}"/>
              </a:ext>
            </a:extLst>
          </p:cNvPr>
          <p:cNvSpPr>
            <a:spLocks noGrp="1"/>
          </p:cNvSpPr>
          <p:nvPr>
            <p:ph sz="quarter" idx="24" hasCustomPrompt="1"/>
          </p:nvPr>
        </p:nvSpPr>
        <p:spPr>
          <a:xfrm>
            <a:off x="6203950"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Content Right">
            <a:extLst>
              <a:ext uri="{FF2B5EF4-FFF2-40B4-BE49-F238E27FC236}">
                <a16:creationId xmlns:a16="http://schemas.microsoft.com/office/drawing/2014/main" id="{2BEB3BE2-22F6-4B6B-AB28-F38AB449DED5}"/>
              </a:ext>
            </a:extLst>
          </p:cNvPr>
          <p:cNvSpPr>
            <a:spLocks noGrp="1"/>
          </p:cNvSpPr>
          <p:nvPr>
            <p:ph sz="quarter" idx="25" hasCustomPrompt="1"/>
          </p:nvPr>
        </p:nvSpPr>
        <p:spPr>
          <a:xfrm>
            <a:off x="9048750" y="2781300"/>
            <a:ext cx="2807593"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B9A27F18-A46A-4C29-AB62-7BEB5215CA6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4" name="LOGO PROTECTION" hidden="1">
            <a:extLst>
              <a:ext uri="{FF2B5EF4-FFF2-40B4-BE49-F238E27FC236}">
                <a16:creationId xmlns:a16="http://schemas.microsoft.com/office/drawing/2014/main" id="{DDE018F7-7CB9-4F69-872D-4609CBE453C0}"/>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580E7AAC-C545-4F05-8939-1B218CC948D8}"/>
              </a:ext>
            </a:extLst>
          </p:cNvPr>
          <p:cNvSpPr>
            <a:spLocks noGrp="1"/>
          </p:cNvSpPr>
          <p:nvPr>
            <p:ph type="dt" sz="half" idx="26"/>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86E86CFC-21FB-497B-BD25-729619D70F13}"/>
              </a:ext>
            </a:extLst>
          </p:cNvPr>
          <p:cNvSpPr>
            <a:spLocks noGrp="1"/>
          </p:cNvSpPr>
          <p:nvPr>
            <p:ph type="ftr" sz="quarter" idx="27"/>
            <p:custDataLst>
              <p:tags r:id="rId11"/>
            </p:custDataLst>
          </p:nvPr>
        </p:nvSpPr>
        <p:spPr/>
        <p:txBody>
          <a:bodyPr/>
          <a:lstStyle/>
          <a:p>
            <a:endParaRPr lang="en-US" dirty="0"/>
          </a:p>
        </p:txBody>
      </p:sp>
      <p:sp>
        <p:nvSpPr>
          <p:cNvPr id="17" name="Slide Number Placeholder 16" hidden="1">
            <a:extLst>
              <a:ext uri="{FF2B5EF4-FFF2-40B4-BE49-F238E27FC236}">
                <a16:creationId xmlns:a16="http://schemas.microsoft.com/office/drawing/2014/main" id="{C7A23CE7-AF5A-4245-A417-6A94DA58E485}"/>
              </a:ext>
            </a:extLst>
          </p:cNvPr>
          <p:cNvSpPr>
            <a:spLocks noGrp="1"/>
          </p:cNvSpPr>
          <p:nvPr>
            <p:ph type="sldNum" sz="quarter" idx="28"/>
            <p:custDataLst>
              <p:tags r:id="rId12"/>
            </p:custDataLst>
          </p:nvPr>
        </p:nvSpPr>
        <p:spPr/>
        <p:txBody>
          <a:bodyPr/>
          <a:lstStyle/>
          <a:p>
            <a:r>
              <a:rPr lang="en-US"/>
              <a:t> </a:t>
            </a:r>
            <a:endParaRPr lang="en-US" dirty="0"/>
          </a:p>
        </p:txBody>
      </p:sp>
      <p:sp>
        <p:nvSpPr>
          <p:cNvPr id="19" name="MIO_Placeholder_Mapping" hidden="1">
            <a:extLst>
              <a:ext uri="{FF2B5EF4-FFF2-40B4-BE49-F238E27FC236}">
                <a16:creationId xmlns:a16="http://schemas.microsoft.com/office/drawing/2014/main" id="{E3241B79-27A8-4873-89EC-D6F0564709E7}"/>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154077500"/>
      </p:ext>
    </p:extLst>
  </p:cSld>
  <p:clrMapOvr>
    <a:masterClrMapping/>
  </p:clrMapOvr>
  <p:hf sldNum="0" hdr="0"/>
  <p:extLst>
    <p:ext uri="{DCECCB84-F9BA-43D5-87BE-67443E8EF086}">
      <p15:sldGuideLst xmlns:p15="http://schemas.microsoft.com/office/powerpoint/2012/main">
        <p15:guide id="1" orient="horz" pos="799">
          <p15:clr>
            <a:srgbClr val="FBAE40"/>
          </p15:clr>
        </p15:guide>
        <p15:guide id="2" orient="horz" pos="1661">
          <p15:clr>
            <a:srgbClr val="FBAE40"/>
          </p15:clr>
        </p15:guide>
        <p15:guide id="3" orient="horz" pos="1752">
          <p15:clr>
            <a:srgbClr val="FBAE40"/>
          </p15:clr>
        </p15:guide>
        <p15:guide id="4" orient="horz" pos="4020">
          <p15:clr>
            <a:srgbClr val="FBAE40"/>
          </p15:clr>
        </p15:guide>
        <p15:guide id="5" pos="1980">
          <p15:clr>
            <a:srgbClr val="FBAE40"/>
          </p15:clr>
        </p15:guide>
        <p15:guide id="6" pos="211">
          <p15:clr>
            <a:srgbClr val="FBAE40"/>
          </p15:clr>
        </p15:guide>
        <p15:guide id="7" pos="2094">
          <p15:clr>
            <a:srgbClr val="FBAE40"/>
          </p15:clr>
        </p15:guide>
        <p15:guide id="8" pos="3772">
          <p15:clr>
            <a:srgbClr val="FBAE40"/>
          </p15:clr>
        </p15:guide>
        <p15:guide id="9" pos="3908">
          <p15:clr>
            <a:srgbClr val="FBAE40"/>
          </p15:clr>
        </p15:guide>
        <p15:guide id="10" pos="5586">
          <p15:clr>
            <a:srgbClr val="FBAE40"/>
          </p15:clr>
        </p15:guide>
        <p15:guide id="11" pos="5700">
          <p15:clr>
            <a:srgbClr val="FBAE40"/>
          </p15:clr>
        </p15:guide>
        <p15:guide id="12" pos="746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5" name="empower_additionalText_placeholder" hidden="1">
            <a:extLst>
              <a:ext uri="{FF2B5EF4-FFF2-40B4-BE49-F238E27FC236}">
                <a16:creationId xmlns:a16="http://schemas.microsoft.com/office/drawing/2014/main" id="{8B492BE2-D2A2-481A-B24A-CDE1C12A85F8}"/>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C269EC22-FB11-4D33-A5AD-970FF7AE0E7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B1BF6CA-DC2D-48CD-962D-066217BE39A2}"/>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884DECEF-9719-4244-AEE1-2AEA4754457D}"/>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4E03D739-7852-4964-A407-6FD3B0FC1EEE}"/>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2025. All rights reserved.</a:t>
            </a:r>
            <a:endParaRPr lang="en-US" sz="800" kern="0" baseline="0" noProof="0" dirty="0">
              <a:solidFill>
                <a:schemeClr val="tx1"/>
              </a:solidFill>
              <a:latin typeface="+mn-lt"/>
              <a:ea typeface="+mn-ea"/>
              <a:cs typeface="+mn-cs"/>
            </a:endParaRPr>
          </a:p>
        </p:txBody>
      </p:sp>
      <p:sp>
        <p:nvSpPr>
          <p:cNvPr id="18" name="empower_classification_attention_placeholder" hidden="1">
            <a:extLst>
              <a:ext uri="{FF2B5EF4-FFF2-40B4-BE49-F238E27FC236}">
                <a16:creationId xmlns:a16="http://schemas.microsoft.com/office/drawing/2014/main" id="{8BB80B65-0382-459F-AC7F-F3D707F65045}"/>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20" name="empower_classification_placeholder">
            <a:extLst>
              <a:ext uri="{FF2B5EF4-FFF2-40B4-BE49-F238E27FC236}">
                <a16:creationId xmlns:a16="http://schemas.microsoft.com/office/drawing/2014/main" id="{35CA1B3C-86AD-43CD-94E9-5A2E81B7D24E}"/>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restricted</a:t>
            </a:r>
          </a:p>
        </p:txBody>
      </p:sp>
      <p:sp>
        <p:nvSpPr>
          <p:cNvPr id="22" name="empower_date_placeholder">
            <a:extLst>
              <a:ext uri="{FF2B5EF4-FFF2-40B4-BE49-F238E27FC236}">
                <a16:creationId xmlns:a16="http://schemas.microsoft.com/office/drawing/2014/main" id="{8E11CE1F-6424-469C-8957-85A359561FBF}"/>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2025-01-09</a:t>
            </a:r>
          </a:p>
        </p:txBody>
      </p:sp>
      <p:sp>
        <p:nvSpPr>
          <p:cNvPr id="7" name="Date Placeholder 6" hidden="1">
            <a:extLst>
              <a:ext uri="{FF2B5EF4-FFF2-40B4-BE49-F238E27FC236}">
                <a16:creationId xmlns:a16="http://schemas.microsoft.com/office/drawing/2014/main" id="{106A8C73-A6AF-4DF0-8894-BF2EC7AA230E}"/>
              </a:ext>
            </a:extLst>
          </p:cNvPr>
          <p:cNvSpPr>
            <a:spLocks noGrp="1"/>
          </p:cNvSpPr>
          <p:nvPr>
            <p:ph type="dt" sz="half" idx="10"/>
            <p:custDataLst>
              <p:tags r:id="rId9"/>
            </p:custDataLst>
          </p:nvPr>
        </p:nvSpPr>
        <p:spPr/>
        <p:txBody>
          <a:bodyPr/>
          <a:lstStyle/>
          <a:p>
            <a:r>
              <a:rPr lang="en-US" b="1"/>
              <a:t> </a:t>
            </a:r>
            <a:endParaRPr lang="en-US" b="1" dirty="0"/>
          </a:p>
        </p:txBody>
      </p:sp>
      <p:sp>
        <p:nvSpPr>
          <p:cNvPr id="8" name="Footer Placeholder 7" hidden="1">
            <a:extLst>
              <a:ext uri="{FF2B5EF4-FFF2-40B4-BE49-F238E27FC236}">
                <a16:creationId xmlns:a16="http://schemas.microsoft.com/office/drawing/2014/main" id="{AB7F0ADB-6E9B-485D-93FC-12BF83F0A674}"/>
              </a:ext>
            </a:extLst>
          </p:cNvPr>
          <p:cNvSpPr>
            <a:spLocks noGrp="1"/>
          </p:cNvSpPr>
          <p:nvPr>
            <p:ph type="ftr" sz="quarter" idx="11"/>
            <p:custDataLst>
              <p:tags r:id="rId10"/>
            </p:custDataLst>
          </p:nvPr>
        </p:nvSpPr>
        <p:spPr/>
        <p:txBody>
          <a:bodyPr/>
          <a:lstStyle/>
          <a:p>
            <a:endParaRPr lang="en-US" dirty="0"/>
          </a:p>
        </p:txBody>
      </p:sp>
      <p:sp>
        <p:nvSpPr>
          <p:cNvPr id="9" name="Slide Number Placeholder 8" hidden="1">
            <a:extLst>
              <a:ext uri="{FF2B5EF4-FFF2-40B4-BE49-F238E27FC236}">
                <a16:creationId xmlns:a16="http://schemas.microsoft.com/office/drawing/2014/main" id="{688F703F-EAD1-4063-8445-95277BEEE9A3}"/>
              </a:ext>
            </a:extLst>
          </p:cNvPr>
          <p:cNvSpPr>
            <a:spLocks noGrp="1"/>
          </p:cNvSpPr>
          <p:nvPr>
            <p:ph type="sldNum" sz="quarter" idx="12"/>
            <p:custDataLst>
              <p:tags r:id="rId11"/>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1AE06898-E172-4A77-BE61-DAD235E107B9}"/>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471479017"/>
      </p:ext>
    </p:extLst>
  </p:cSld>
  <p:clrMapOvr>
    <a:masterClrMapping/>
  </p:clrMapOvr>
  <p:hf sldNum="0" hdr="0"/>
  <p:extLst>
    <p:ext uri="{DCECCB84-F9BA-43D5-87BE-67443E8EF086}">
      <p15:sldGuideLst xmlns:p15="http://schemas.microsoft.com/office/powerpoint/2012/main">
        <p15:guide id="1" pos="7469">
          <p15:clr>
            <a:srgbClr val="FBAE40"/>
          </p15:clr>
        </p15:guide>
        <p15:guide id="2" pos="211">
          <p15:clr>
            <a:srgbClr val="FBAE40"/>
          </p15:clr>
        </p15:guide>
        <p15:guide id="3" orient="horz" pos="4020">
          <p15:clr>
            <a:srgbClr val="FBAE40"/>
          </p15:clr>
        </p15:guide>
        <p15:guide id="4" orient="horz" pos="79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Fullpic">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8C9A3C9F-7C21-45B3-9124-006DC5D0E647}"/>
              </a:ext>
            </a:extLst>
          </p:cNvPr>
          <p:cNvSpPr>
            <a:spLocks noGrp="1"/>
          </p:cNvSpPr>
          <p:nvPr>
            <p:ph type="pic" sz="quarter" idx="12"/>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12281 h 6858000"/>
              <a:gd name="connsiteX3" fmla="*/ 12192000 w 12192000"/>
              <a:gd name="connsiteY3" fmla="*/ 6823094 h 6858000"/>
              <a:gd name="connsiteX4" fmla="*/ 12192000 w 12192000"/>
              <a:gd name="connsiteY4" fmla="*/ 6858000 h 6858000"/>
              <a:gd name="connsiteX5" fmla="*/ 0 w 12192000"/>
              <a:gd name="connsiteY5" fmla="*/ 6858000 h 6858000"/>
              <a:gd name="connsiteX6" fmla="*/ 0 w 12192000"/>
              <a:gd name="connsiteY6" fmla="*/ 6823094 h 6858000"/>
              <a:gd name="connsiteX7" fmla="*/ 0 w 12192000"/>
              <a:gd name="connsiteY7" fmla="*/ 681228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6812281"/>
                </a:lnTo>
                <a:lnTo>
                  <a:pt x="12192000" y="6823094"/>
                </a:lnTo>
                <a:lnTo>
                  <a:pt x="12192000" y="6858000"/>
                </a:lnTo>
                <a:lnTo>
                  <a:pt x="0" y="6858000"/>
                </a:lnTo>
                <a:lnTo>
                  <a:pt x="0" y="6823094"/>
                </a:lnTo>
                <a:lnTo>
                  <a:pt x="0" y="6812281"/>
                </a:lnTo>
                <a:close/>
              </a:path>
            </a:pathLst>
          </a:custGeom>
          <a:solidFill>
            <a:srgbClr val="DCD5D7"/>
          </a:solidFill>
        </p:spPr>
        <p:txBody>
          <a:bodyPr wrap="square" tIns="2880000">
            <a:noAutofit/>
          </a:bodyPr>
          <a:lstStyle>
            <a:lvl1pPr algn="ctr">
              <a:buNone/>
              <a:defRPr baseline="0">
                <a:solidFill>
                  <a:schemeClr val="tx1"/>
                </a:solidFill>
                <a:latin typeface="+mn-lt"/>
                <a:ea typeface="+mn-ea"/>
                <a:cs typeface="+mn-cs"/>
              </a:defRPr>
            </a:lvl1pPr>
          </a:lstStyle>
          <a:p>
            <a:r>
              <a:rPr lang="en-US" noProof="0"/>
              <a:t>Click icon to add picture</a:t>
            </a:r>
            <a:endParaRPr lang="en-US" noProof="0" dirty="0"/>
          </a:p>
        </p:txBody>
      </p:sp>
      <p:sp>
        <p:nvSpPr>
          <p:cNvPr id="3" name="MIO_AGENDA_IGNORE_NAVIGATION" hidden="1">
            <a:extLst>
              <a:ext uri="{FF2B5EF4-FFF2-40B4-BE49-F238E27FC236}">
                <a16:creationId xmlns:a16="http://schemas.microsoft.com/office/drawing/2014/main" id="{298E6853-722D-4D8C-A4A5-A6FCEB4A06C0}"/>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MIO_AGENDA_IGNORE_CHAPTER_REFERENCE" hidden="1">
            <a:extLst>
              <a:ext uri="{FF2B5EF4-FFF2-40B4-BE49-F238E27FC236}">
                <a16:creationId xmlns:a16="http://schemas.microsoft.com/office/drawing/2014/main" id="{4C952A04-6CCB-455C-887C-1B9A3B0ACD0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2" name="Date Placeholder 1" hidden="1">
            <a:extLst>
              <a:ext uri="{FF2B5EF4-FFF2-40B4-BE49-F238E27FC236}">
                <a16:creationId xmlns:a16="http://schemas.microsoft.com/office/drawing/2014/main" id="{E7D6FAC8-11F4-4964-9B25-EE9D1E189D30}"/>
              </a:ext>
            </a:extLst>
          </p:cNvPr>
          <p:cNvSpPr>
            <a:spLocks noGrp="1"/>
          </p:cNvSpPr>
          <p:nvPr>
            <p:ph type="dt" sz="half" idx="13"/>
            <p:custDataLst>
              <p:tags r:id="rId1"/>
            </p:custDataLst>
          </p:nvPr>
        </p:nvSpPr>
        <p:spPr/>
        <p:txBody>
          <a:bodyPr/>
          <a:lstStyle/>
          <a:p>
            <a:r>
              <a:rPr lang="en-US" b="1"/>
              <a:t> </a:t>
            </a:r>
            <a:endParaRPr lang="en-US" b="1" dirty="0"/>
          </a:p>
        </p:txBody>
      </p:sp>
      <p:sp>
        <p:nvSpPr>
          <p:cNvPr id="5" name="Footer Placeholder 4" hidden="1">
            <a:extLst>
              <a:ext uri="{FF2B5EF4-FFF2-40B4-BE49-F238E27FC236}">
                <a16:creationId xmlns:a16="http://schemas.microsoft.com/office/drawing/2014/main" id="{B6B82CD2-EA5C-4D03-98C1-175706CF32FC}"/>
              </a:ext>
            </a:extLst>
          </p:cNvPr>
          <p:cNvSpPr>
            <a:spLocks noGrp="1"/>
          </p:cNvSpPr>
          <p:nvPr>
            <p:ph type="ftr" sz="quarter" idx="14"/>
            <p:custDataLst>
              <p:tags r:id="rId2"/>
            </p:custDataLst>
          </p:nvPr>
        </p:nvSpPr>
        <p:spPr/>
        <p:txBody>
          <a:bodyPr/>
          <a:lstStyle/>
          <a:p>
            <a:endParaRPr lang="en-US" dirty="0"/>
          </a:p>
        </p:txBody>
      </p:sp>
      <p:sp>
        <p:nvSpPr>
          <p:cNvPr id="6" name="Slide Number Placeholder 5" hidden="1">
            <a:extLst>
              <a:ext uri="{FF2B5EF4-FFF2-40B4-BE49-F238E27FC236}">
                <a16:creationId xmlns:a16="http://schemas.microsoft.com/office/drawing/2014/main" id="{6C4E2716-EC8F-40FC-B4F8-3418FB160B39}"/>
              </a:ext>
            </a:extLst>
          </p:cNvPr>
          <p:cNvSpPr>
            <a:spLocks noGrp="1"/>
          </p:cNvSpPr>
          <p:nvPr>
            <p:ph type="sldNum" sz="quarter" idx="15"/>
            <p:custDataLst>
              <p:tags r:id="rId3"/>
            </p:custDataLst>
          </p:nvPr>
        </p:nvSpPr>
        <p:spPr/>
        <p:txBody>
          <a:bodyPr/>
          <a:lstStyle/>
          <a:p>
            <a:r>
              <a:rPr lang="en-US"/>
              <a:t> </a:t>
            </a:r>
            <a:endParaRPr lang="en-US" dirty="0"/>
          </a:p>
        </p:txBody>
      </p:sp>
      <p:sp>
        <p:nvSpPr>
          <p:cNvPr id="7" name="MIO_Placeholder_Mapping" hidden="1">
            <a:extLst>
              <a:ext uri="{FF2B5EF4-FFF2-40B4-BE49-F238E27FC236}">
                <a16:creationId xmlns:a16="http://schemas.microsoft.com/office/drawing/2014/main" id="{162DC542-CA6E-49F2-AE52-133D584ED71B}"/>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170400927"/>
      </p:ext>
    </p:extLst>
  </p:cSld>
  <p:clrMapOvr>
    <a:masterClrMapping/>
  </p:clrMapOvr>
  <p:hf sldNum="0" hdr="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Final">
    <p:spTree>
      <p:nvGrpSpPr>
        <p:cNvPr id="1" name=""/>
        <p:cNvGrpSpPr/>
        <p:nvPr/>
      </p:nvGrpSpPr>
      <p:grpSpPr>
        <a:xfrm>
          <a:off x="0" y="0"/>
          <a:ext cx="0" cy="0"/>
          <a:chOff x="0" y="0"/>
          <a:chExt cx="0" cy="0"/>
        </a:xfrm>
      </p:grpSpPr>
      <p:sp>
        <p:nvSpPr>
          <p:cNvPr id="10" name="Background White">
            <a:extLst>
              <a:ext uri="{FF2B5EF4-FFF2-40B4-BE49-F238E27FC236}">
                <a16:creationId xmlns:a16="http://schemas.microsoft.com/office/drawing/2014/main" id="{8739B1C3-A1A6-48E1-B2C4-F4CE3C824436}"/>
              </a:ext>
            </a:extLst>
          </p:cNvPr>
          <p:cNvSpPr/>
          <p:nvPr/>
        </p:nvSpPr>
        <p:spPr bwMode="auto">
          <a:xfrm>
            <a:off x="0" y="0"/>
            <a:ext cx="12192000" cy="6858000"/>
          </a:xfrm>
          <a:prstGeom prst="rect">
            <a:avLst/>
          </a:prstGeom>
          <a:solidFill>
            <a:schemeClr val="bg1"/>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LOGO PROTECTION" hidden="1">
            <a:extLst>
              <a:ext uri="{FF2B5EF4-FFF2-40B4-BE49-F238E27FC236}">
                <a16:creationId xmlns:a16="http://schemas.microsoft.com/office/drawing/2014/main" id="{8182E335-5A52-4E3C-BCEC-9507D81BA511}"/>
              </a:ext>
            </a:extLst>
          </p:cNvPr>
          <p:cNvSpPr/>
          <p:nvPr>
            <p:custDataLst>
              <p:tags r:id="rId1"/>
            </p:custDataLst>
          </p:nvPr>
        </p:nvSpPr>
        <p:spPr bwMode="auto">
          <a:xfrm>
            <a:off x="2927650" y="1920766"/>
            <a:ext cx="6336702" cy="3088476"/>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6" name="MIO_AGENDA_LAST_SLIDE" hidden="1">
            <a:extLst>
              <a:ext uri="{FF2B5EF4-FFF2-40B4-BE49-F238E27FC236}">
                <a16:creationId xmlns:a16="http://schemas.microsoft.com/office/drawing/2014/main" id="{45591D6F-6D52-44E5-B3AA-2575CCD4520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2" name="MIO_AGENDA_IGNORE_NAVIGATION" hidden="1">
            <a:extLst>
              <a:ext uri="{FF2B5EF4-FFF2-40B4-BE49-F238E27FC236}">
                <a16:creationId xmlns:a16="http://schemas.microsoft.com/office/drawing/2014/main" id="{C7038F66-C11F-4566-ADAF-A099AF95755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3" name="MIO_AGENDA_IGNORE_CHAPTER_REFERENCE" hidden="1">
            <a:extLst>
              <a:ext uri="{FF2B5EF4-FFF2-40B4-BE49-F238E27FC236}">
                <a16:creationId xmlns:a16="http://schemas.microsoft.com/office/drawing/2014/main" id="{E0318986-8EA2-446A-AFF2-E8441C3AF8A6}"/>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8" name="Date Placeholder 7" hidden="1">
            <a:extLst>
              <a:ext uri="{FF2B5EF4-FFF2-40B4-BE49-F238E27FC236}">
                <a16:creationId xmlns:a16="http://schemas.microsoft.com/office/drawing/2014/main" id="{087EFA22-3F6E-4210-A8FC-0864CD1DE4EF}"/>
              </a:ext>
            </a:extLst>
          </p:cNvPr>
          <p:cNvSpPr>
            <a:spLocks noGrp="1"/>
          </p:cNvSpPr>
          <p:nvPr>
            <p:ph type="dt" sz="half" idx="10"/>
            <p:custDataLst>
              <p:tags r:id="rId2"/>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BDF262C8-30D5-474A-BD81-CA14ACCE51B5}"/>
              </a:ext>
            </a:extLst>
          </p:cNvPr>
          <p:cNvSpPr>
            <a:spLocks noGrp="1"/>
          </p:cNvSpPr>
          <p:nvPr>
            <p:ph type="ftr" sz="quarter" idx="11"/>
            <p:custDataLst>
              <p:tags r:id="rId3"/>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3F1C5DF9-A781-4661-8C3B-816A398ADFDD}"/>
              </a:ext>
            </a:extLst>
          </p:cNvPr>
          <p:cNvSpPr>
            <a:spLocks noGrp="1"/>
          </p:cNvSpPr>
          <p:nvPr>
            <p:ph type="sldNum" sz="quarter" idx="12"/>
            <p:custDataLst>
              <p:tags r:id="rId4"/>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77B07280-C452-41A8-A8A7-B816EB9C3C9E}"/>
              </a:ext>
            </a:extLst>
          </p:cNvPr>
          <p:cNvSpPr/>
          <p:nvPr userDrawn="1">
            <p:custDataLst>
              <p:tags r:id="rId5"/>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4" name="LOGO">
            <a:extLst>
              <a:ext uri="{FF2B5EF4-FFF2-40B4-BE49-F238E27FC236}">
                <a16:creationId xmlns:a16="http://schemas.microsoft.com/office/drawing/2014/main" id="{1D664F82-C381-42D9-B168-31F6D4282D2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566446" y="2755984"/>
            <a:ext cx="3077814" cy="1346031"/>
          </a:xfrm>
          <a:prstGeom prst="rect">
            <a:avLst/>
          </a:prstGeom>
        </p:spPr>
      </p:pic>
    </p:spTree>
    <p:extLst>
      <p:ext uri="{BB962C8B-B14F-4D97-AF65-F5344CB8AC3E}">
        <p14:creationId xmlns:p14="http://schemas.microsoft.com/office/powerpoint/2010/main" val="1660886092"/>
      </p:ext>
    </p:extLst>
  </p:cSld>
  <p:clrMapOvr>
    <a:masterClrMapping/>
  </p:clrMapOvr>
  <p:hf sldNum="0" hdr="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sp>
        <p:nvSpPr>
          <p:cNvPr id="5" name="Slide Number Placeholder" hidden="1">
            <a:extLst>
              <a:ext uri="{FF2B5EF4-FFF2-40B4-BE49-F238E27FC236}">
                <a16:creationId xmlns:a16="http://schemas.microsoft.com/office/drawing/2014/main" id="{372AE43B-8F10-43C8-8785-1E1CB85CFADE}"/>
              </a:ext>
            </a:extLst>
          </p:cNvPr>
          <p:cNvSpPr>
            <a:spLocks noGrp="1"/>
          </p:cNvSpPr>
          <p:nvPr>
            <p:ph type="sldNum" sz="quarter" idx="4"/>
            <p:custDataLst>
              <p:tags r:id="rId22"/>
            </p:custDataLst>
          </p:nvPr>
        </p:nvSpPr>
        <p:spPr>
          <a:xfrm>
            <a:off x="12192000" y="6858000"/>
            <a:ext cx="0" cy="0"/>
          </a:xfrm>
          <a:prstGeom prst="rect">
            <a:avLst/>
          </a:prstGeom>
        </p:spPr>
        <p:txBody>
          <a:bodyPr vert="horz" wrap="none" lIns="0" tIns="0" rIns="0" bIns="0" rtlCol="0" anchor="b">
            <a:noAutofit/>
          </a:bodyPr>
          <a:lstStyle>
            <a:lvl1pPr algn="r" fontAlgn="t">
              <a:buClr>
                <a:srgbClr val="928285"/>
              </a:buClr>
              <a:defRPr sz="100" b="0">
                <a:noFill/>
                <a:latin typeface="+mn-lt"/>
                <a:ea typeface="+mn-ea"/>
                <a:cs typeface="+mn-cs"/>
              </a:defRPr>
            </a:lvl1pPr>
          </a:lstStyle>
          <a:p>
            <a:r>
              <a:rPr lang="en-US"/>
              <a:t> </a:t>
            </a:r>
            <a:endParaRPr lang="en-US" dirty="0"/>
          </a:p>
        </p:txBody>
      </p:sp>
      <p:sp>
        <p:nvSpPr>
          <p:cNvPr id="7" name="Footer Placeholder" hidden="1">
            <a:extLst>
              <a:ext uri="{FF2B5EF4-FFF2-40B4-BE49-F238E27FC236}">
                <a16:creationId xmlns:a16="http://schemas.microsoft.com/office/drawing/2014/main" id="{4D268FD3-4056-49DC-8C79-D4C201EED65B}"/>
              </a:ext>
            </a:extLst>
          </p:cNvPr>
          <p:cNvSpPr>
            <a:spLocks noGrp="1"/>
          </p:cNvSpPr>
          <p:nvPr>
            <p:ph type="ftr" sz="quarter" idx="3"/>
            <p:custDataLst>
              <p:tags r:id="rId23"/>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endParaRPr lang="en-US" dirty="0"/>
          </a:p>
        </p:txBody>
      </p:sp>
      <p:sp>
        <p:nvSpPr>
          <p:cNvPr id="6" name="Date Placeholder" hidden="1">
            <a:extLst>
              <a:ext uri="{FF2B5EF4-FFF2-40B4-BE49-F238E27FC236}">
                <a16:creationId xmlns:a16="http://schemas.microsoft.com/office/drawing/2014/main" id="{59032602-9911-40B1-9BF6-AFD731868C06}"/>
              </a:ext>
            </a:extLst>
          </p:cNvPr>
          <p:cNvSpPr>
            <a:spLocks noGrp="1"/>
          </p:cNvSpPr>
          <p:nvPr>
            <p:ph type="dt" sz="half" idx="2"/>
            <p:custDataLst>
              <p:tags r:id="rId24"/>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r>
              <a:rPr lang="en-US" b="1"/>
              <a:t> </a:t>
            </a:r>
            <a:endParaRPr lang="en-US" b="1" dirty="0"/>
          </a:p>
        </p:txBody>
      </p:sp>
      <p:sp>
        <p:nvSpPr>
          <p:cNvPr id="15" name="Title"/>
          <p:cNvSpPr>
            <a:spLocks noGrp="1"/>
          </p:cNvSpPr>
          <p:nvPr>
            <p:ph type="title"/>
          </p:nvPr>
        </p:nvSpPr>
        <p:spPr>
          <a:xfrm>
            <a:off x="335360" y="188720"/>
            <a:ext cx="9613068" cy="720000"/>
          </a:xfrm>
          <a:prstGeom prst="rect">
            <a:avLst/>
          </a:prstGeom>
        </p:spPr>
        <p:txBody>
          <a:bodyPr vert="horz" lIns="0" tIns="0" rIns="0" bIns="10800" rtlCol="0" anchor="b" anchorCtr="0">
            <a:noAutofit/>
          </a:bodyPr>
          <a:lstStyle/>
          <a:p>
            <a:r>
              <a:rPr lang="en-US" noProof="0" dirty="0"/>
              <a:t>Click to edit title</a:t>
            </a:r>
          </a:p>
        </p:txBody>
      </p:sp>
      <p:sp>
        <p:nvSpPr>
          <p:cNvPr id="16" name="Content"/>
          <p:cNvSpPr>
            <a:spLocks noGrp="1"/>
          </p:cNvSpPr>
          <p:nvPr>
            <p:ph type="body" idx="1"/>
          </p:nvPr>
        </p:nvSpPr>
        <p:spPr>
          <a:xfrm>
            <a:off x="334434" y="1268414"/>
            <a:ext cx="11521017" cy="5113337"/>
          </a:xfrm>
          <a:prstGeom prst="rect">
            <a:avLst/>
          </a:prstGeom>
        </p:spPr>
        <p:txBody>
          <a:bodyPr vert="horz" lIns="0" tIns="0" rIns="0" bIns="0" rtlCol="0">
            <a:noAutofit/>
          </a:body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3" name="empower - DO NOT DELETE!!!" hidden="1"/>
          <p:cNvSpPr/>
          <p:nvPr>
            <p:custDataLst>
              <p:tags r:id="rId25"/>
            </p:custDataLst>
          </p:nvPr>
        </p:nvSpPr>
        <p:spPr bwMode="auto">
          <a:xfrm>
            <a:off x="0" y="0"/>
            <a:ext cx="0" cy="0"/>
          </a:xfrm>
          <a:prstGeom prst="ellipse">
            <a:avLst/>
          </a:prstGeom>
          <a:solidFill>
            <a:schemeClr val="accent4"/>
          </a:solidFill>
          <a:ln w="9525">
            <a:noFill/>
            <a:miter lim="800000"/>
            <a:headEnd/>
            <a:tailEnd/>
          </a:ln>
        </p:spPr>
        <p:txBody>
          <a:bodyPr wrap="square" lIns="72000" tIns="72000" rIns="72000" bIns="72000" rtlCol="0" anchor="ctr"/>
          <a:lstStyle/>
          <a:p>
            <a:pPr lvl="0" algn="ctr" eaLnBrk="0" hangingPunct="0"/>
            <a:endParaRPr lang="en-US" sz="1600" baseline="0" noProof="0" dirty="0">
              <a:latin typeface="+mn-lt"/>
              <a:ea typeface="+mn-ea"/>
              <a:cs typeface="+mn-cs"/>
            </a:endParaRPr>
          </a:p>
        </p:txBody>
      </p:sp>
      <p:sp>
        <p:nvSpPr>
          <p:cNvPr id="4" name="Fixed Page Placeholder">
            <a:extLst>
              <a:ext uri="{FF2B5EF4-FFF2-40B4-BE49-F238E27FC236}">
                <a16:creationId xmlns:a16="http://schemas.microsoft.com/office/drawing/2014/main" id="{E361B9A9-2219-4F44-982D-701D7F2A6185}"/>
              </a:ext>
            </a:extLst>
          </p:cNvPr>
          <p:cNvSpPr txBox="1"/>
          <p:nvPr/>
        </p:nvSpPr>
        <p:spPr bwMode="auto">
          <a:xfrm>
            <a:off x="11471403" y="6489341"/>
            <a:ext cx="384048" cy="361460"/>
          </a:xfrm>
          <a:prstGeom prst="rect">
            <a:avLst/>
          </a:prstGeom>
          <a:noFill/>
          <a:ln w="9525">
            <a:noFill/>
            <a:miter lim="800000"/>
            <a:headEnd/>
            <a:tailEnd/>
          </a:ln>
          <a:effectLst/>
        </p:spPr>
        <p:txBody>
          <a:bodyPr wrap="square" lIns="0" tIns="0" rIns="0" bIns="0" rtlCol="0" anchor="ctr" anchorCtr="0">
            <a:noAutofit/>
          </a:bodyPr>
          <a:lstStyle/>
          <a:p>
            <a:pPr marL="0" marR="0" indent="0" algn="r" defTabSz="576000" eaLnBrk="0" fontAlgn="auto" latinLnBrk="0" hangingPunct="0">
              <a:spcBef>
                <a:spcPts val="0"/>
              </a:spcBef>
              <a:spcAft>
                <a:spcPts val="0"/>
              </a:spcAft>
              <a:buClr>
                <a:schemeClr val="accent1"/>
              </a:buClr>
              <a:buSzTx/>
              <a:buFontTx/>
              <a:buNone/>
              <a:tabLst/>
            </a:pPr>
            <a:fld id="{AE05A9AF-4D70-4052-9354-7E4D957B036D}" type="slidenum">
              <a:rPr lang="en-US" sz="800" b="1" kern="0" baseline="0">
                <a:solidFill>
                  <a:schemeClr val="tx1"/>
                </a:solidFill>
                <a:latin typeface="+mn-lt"/>
                <a:ea typeface="+mn-ea"/>
                <a:cs typeface="+mn-cs"/>
              </a:rPr>
              <a:pPr marL="0" marR="0" indent="0" algn="r" defTabSz="576000" eaLnBrk="0" fontAlgn="auto" latinLnBrk="0" hangingPunct="0">
                <a:spcBef>
                  <a:spcPts val="0"/>
                </a:spcBef>
                <a:spcAft>
                  <a:spcPts val="0"/>
                </a:spcAft>
                <a:buClr>
                  <a:schemeClr val="accent1"/>
                </a:buClr>
                <a:buSzTx/>
                <a:buFontTx/>
                <a:buNone/>
                <a:tabLst/>
              </a:pPr>
              <a:t>‹#›</a:t>
            </a:fld>
            <a:endParaRPr lang="en-US" sz="800" b="1" kern="0" baseline="0" dirty="0">
              <a:solidFill>
                <a:schemeClr val="tx1"/>
              </a:solidFill>
              <a:latin typeface="+mn-lt"/>
              <a:ea typeface="+mn-ea"/>
              <a:cs typeface="+mn-cs"/>
            </a:endParaRPr>
          </a:p>
        </p:txBody>
      </p:sp>
      <p:pic>
        <p:nvPicPr>
          <p:cNvPr id="10" name="LOGO">
            <a:extLst>
              <a:ext uri="{FF2B5EF4-FFF2-40B4-BE49-F238E27FC236}">
                <a16:creationId xmlns:a16="http://schemas.microsoft.com/office/drawing/2014/main" id="{F0C8D1F1-BA28-4973-A394-021D3C969BE1}"/>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extLst>
      <p:ext uri="{BB962C8B-B14F-4D97-AF65-F5344CB8AC3E}">
        <p14:creationId xmlns:p14="http://schemas.microsoft.com/office/powerpoint/2010/main" val="3751391963"/>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Lst>
  <p:hf sldNum="0" hdr="0"/>
  <p:txStyles>
    <p:titleStyle>
      <a:lvl1pPr algn="l" defTabSz="576000" rtl="0" eaLnBrk="1" fontAlgn="base" hangingPunct="1">
        <a:spcBef>
          <a:spcPct val="0"/>
        </a:spcBef>
        <a:spcAft>
          <a:spcPct val="0"/>
        </a:spcAft>
        <a:buClr>
          <a:schemeClr val="tx1"/>
        </a:buClr>
        <a:buFontTx/>
        <a:buNone/>
        <a:defRPr sz="2400" b="1" baseline="0">
          <a:solidFill>
            <a:schemeClr val="tx2"/>
          </a:solidFill>
          <a:latin typeface="+mj-lt"/>
          <a:ea typeface="+mj-ea"/>
          <a:cs typeface="+mj-cs"/>
        </a:defRPr>
      </a:lvl1pPr>
      <a:lvl2pPr algn="l" rtl="0" eaLnBrk="1" fontAlgn="base" hangingPunct="1">
        <a:spcBef>
          <a:spcPct val="0"/>
        </a:spcBef>
        <a:spcAft>
          <a:spcPct val="0"/>
        </a:spcAft>
        <a:defRPr sz="3467" b="1">
          <a:solidFill>
            <a:schemeClr val="tx2"/>
          </a:solidFill>
          <a:latin typeface="Arial" charset="0"/>
        </a:defRPr>
      </a:lvl2pPr>
      <a:lvl3pPr algn="l" rtl="0" eaLnBrk="1" fontAlgn="base" hangingPunct="1">
        <a:spcBef>
          <a:spcPct val="0"/>
        </a:spcBef>
        <a:spcAft>
          <a:spcPct val="0"/>
        </a:spcAft>
        <a:defRPr sz="3467" b="1">
          <a:solidFill>
            <a:schemeClr val="tx2"/>
          </a:solidFill>
          <a:latin typeface="Arial" charset="0"/>
        </a:defRPr>
      </a:lvl3pPr>
      <a:lvl4pPr algn="l" rtl="0" eaLnBrk="1" fontAlgn="base" hangingPunct="1">
        <a:spcBef>
          <a:spcPct val="0"/>
        </a:spcBef>
        <a:spcAft>
          <a:spcPct val="0"/>
        </a:spcAft>
        <a:defRPr sz="3467" b="1">
          <a:solidFill>
            <a:schemeClr val="tx2"/>
          </a:solidFill>
          <a:latin typeface="Arial" charset="0"/>
        </a:defRPr>
      </a:lvl4pPr>
      <a:lvl5pPr algn="l" rtl="0" eaLnBrk="1" fontAlgn="base" hangingPunct="1">
        <a:spcBef>
          <a:spcPct val="0"/>
        </a:spcBef>
        <a:spcAft>
          <a:spcPct val="0"/>
        </a:spcAft>
        <a:defRPr sz="3467" b="1">
          <a:solidFill>
            <a:schemeClr val="tx2"/>
          </a:solidFill>
          <a:latin typeface="Arial" charset="0"/>
        </a:defRPr>
      </a:lvl5pPr>
      <a:lvl6pPr marL="609585" algn="l" rtl="0" eaLnBrk="1" fontAlgn="base" hangingPunct="1">
        <a:spcBef>
          <a:spcPct val="0"/>
        </a:spcBef>
        <a:spcAft>
          <a:spcPct val="0"/>
        </a:spcAft>
        <a:defRPr sz="3467" b="1">
          <a:solidFill>
            <a:schemeClr val="tx2"/>
          </a:solidFill>
          <a:latin typeface="Arial" charset="0"/>
        </a:defRPr>
      </a:lvl6pPr>
      <a:lvl7pPr marL="1219170" algn="l" rtl="0" eaLnBrk="1" fontAlgn="base" hangingPunct="1">
        <a:spcBef>
          <a:spcPct val="0"/>
        </a:spcBef>
        <a:spcAft>
          <a:spcPct val="0"/>
        </a:spcAft>
        <a:defRPr sz="3467" b="1">
          <a:solidFill>
            <a:schemeClr val="tx2"/>
          </a:solidFill>
          <a:latin typeface="Arial" charset="0"/>
        </a:defRPr>
      </a:lvl7pPr>
      <a:lvl8pPr marL="1828754" algn="l" rtl="0" eaLnBrk="1" fontAlgn="base" hangingPunct="1">
        <a:spcBef>
          <a:spcPct val="0"/>
        </a:spcBef>
        <a:spcAft>
          <a:spcPct val="0"/>
        </a:spcAft>
        <a:defRPr sz="3467" b="1">
          <a:solidFill>
            <a:schemeClr val="tx2"/>
          </a:solidFill>
          <a:latin typeface="Arial" charset="0"/>
        </a:defRPr>
      </a:lvl8pPr>
      <a:lvl9pPr marL="2438339" algn="l" rtl="0" eaLnBrk="1" fontAlgn="base" hangingPunct="1">
        <a:spcBef>
          <a:spcPct val="0"/>
        </a:spcBef>
        <a:spcAft>
          <a:spcPct val="0"/>
        </a:spcAft>
        <a:defRPr sz="3467" b="1">
          <a:solidFill>
            <a:schemeClr val="tx2"/>
          </a:solidFill>
          <a:latin typeface="Arial" charset="0"/>
        </a:defRPr>
      </a:lvl9pPr>
    </p:titleStyle>
    <p:body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p:bodyStyle>
    <p:otherStyle>
      <a:defPPr>
        <a:defRPr lang="de-DE"/>
      </a:defPPr>
      <a:lvl1pPr marL="0" algn="l" defTabSz="1219170" rtl="0" eaLnBrk="1" latinLnBrk="0" hangingPunct="1">
        <a:defRPr sz="1800" kern="1200">
          <a:solidFill>
            <a:schemeClr val="tx1"/>
          </a:solidFill>
          <a:latin typeface="+mn-lt"/>
          <a:ea typeface="+mn-ea"/>
          <a:cs typeface="+mn-cs"/>
        </a:defRPr>
      </a:lvl1pPr>
      <a:lvl2pPr marL="609585" algn="l" defTabSz="1219170" rtl="0" eaLnBrk="1" latinLnBrk="0" hangingPunct="1">
        <a:defRPr sz="1800" kern="1200">
          <a:solidFill>
            <a:schemeClr val="tx1"/>
          </a:solidFill>
          <a:latin typeface="+mn-lt"/>
          <a:ea typeface="+mn-ea"/>
          <a:cs typeface="+mn-cs"/>
        </a:defRPr>
      </a:lvl2pPr>
      <a:lvl3pPr marL="1219170" algn="l" defTabSz="1219170" rtl="0" eaLnBrk="1" latinLnBrk="0" hangingPunct="1">
        <a:defRPr sz="1800" kern="1200">
          <a:solidFill>
            <a:schemeClr val="tx1"/>
          </a:solidFill>
          <a:latin typeface="+mn-lt"/>
          <a:ea typeface="+mn-ea"/>
          <a:cs typeface="+mn-cs"/>
        </a:defRPr>
      </a:lvl3pPr>
      <a:lvl4pPr marL="1828754" algn="l" defTabSz="1219170" rtl="0" eaLnBrk="1" latinLnBrk="0" hangingPunct="1">
        <a:defRPr sz="1800" kern="1200">
          <a:solidFill>
            <a:schemeClr val="tx1"/>
          </a:solidFill>
          <a:latin typeface="+mn-lt"/>
          <a:ea typeface="+mn-ea"/>
          <a:cs typeface="+mn-cs"/>
        </a:defRPr>
      </a:lvl4pPr>
      <a:lvl5pPr marL="2438339" algn="l" defTabSz="1219170" rtl="0" eaLnBrk="1" latinLnBrk="0" hangingPunct="1">
        <a:defRPr sz="1800" kern="1200">
          <a:solidFill>
            <a:schemeClr val="tx1"/>
          </a:solidFill>
          <a:latin typeface="+mn-lt"/>
          <a:ea typeface="+mn-ea"/>
          <a:cs typeface="+mn-cs"/>
        </a:defRPr>
      </a:lvl5pPr>
      <a:lvl6pPr marL="3047924" algn="l" defTabSz="1219170" rtl="0" eaLnBrk="1" latinLnBrk="0" hangingPunct="1">
        <a:defRPr sz="1800" kern="1200">
          <a:solidFill>
            <a:schemeClr val="tx1"/>
          </a:solidFill>
          <a:latin typeface="+mn-lt"/>
          <a:ea typeface="+mn-ea"/>
          <a:cs typeface="+mn-cs"/>
        </a:defRPr>
      </a:lvl6pPr>
      <a:lvl7pPr marL="3657509" algn="l" defTabSz="1219170" rtl="0" eaLnBrk="1" latinLnBrk="0" hangingPunct="1">
        <a:defRPr sz="1800" kern="1200">
          <a:solidFill>
            <a:schemeClr val="tx1"/>
          </a:solidFill>
          <a:latin typeface="+mn-lt"/>
          <a:ea typeface="+mn-ea"/>
          <a:cs typeface="+mn-cs"/>
        </a:defRPr>
      </a:lvl7pPr>
      <a:lvl8pPr marL="4267093" algn="l" defTabSz="1219170" rtl="0" eaLnBrk="1" latinLnBrk="0" hangingPunct="1">
        <a:defRPr sz="1800" kern="1200">
          <a:solidFill>
            <a:schemeClr val="tx1"/>
          </a:solidFill>
          <a:latin typeface="+mn-lt"/>
          <a:ea typeface="+mn-ea"/>
          <a:cs typeface="+mn-cs"/>
        </a:defRPr>
      </a:lvl8pPr>
      <a:lvl9pPr marL="4876678" algn="l" defTabSz="121917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infineon.com/ModusToolboxInstallguide"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hyperlink" Target="https://doc.cypress.com/dms3/memodetails?memoNum=watsondaniel-21&amp;empId=143340"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emf"/><Relationship Id="rId4" Type="http://schemas.openxmlformats.org/officeDocument/2006/relationships/image" Target="../media/image36.emf"/></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hyperlink" Target="https://infineon.github.io/mtb-pdl-cat1/pdl_api_reference_manual/html/index.html"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hyperlink" Target="https://infineon.github.io/mtb-hal-cat1/html/index.html" TargetMode="External"/><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1.tif"/><Relationship Id="rId2" Type="http://schemas.openxmlformats.org/officeDocument/2006/relationships/notesSlide" Target="../notesSlides/notesSlide46.xml"/><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3" Type="http://schemas.openxmlformats.org/officeDocument/2006/relationships/image" Target="../media/image54.tif"/><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notesSlide" Target="../notesSlides/notesSlide52.xml"/><Relationship Id="rId1" Type="http://schemas.openxmlformats.org/officeDocument/2006/relationships/slideLayout" Target="../slideLayouts/slideLayout8.xml"/><Relationship Id="rId4" Type="http://schemas.openxmlformats.org/officeDocument/2006/relationships/image" Target="../media/image59.e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1589B28-D26E-44F4-8C62-FEE4AAED4A70}"/>
              </a:ext>
            </a:extLst>
          </p:cNvPr>
          <p:cNvSpPr>
            <a:spLocks noGrp="1"/>
          </p:cNvSpPr>
          <p:nvPr>
            <p:ph type="pic" sz="quarter" idx="15"/>
          </p:nvPr>
        </p:nvSpPr>
        <p:spPr/>
        <p:txBody>
          <a:bodyPr/>
          <a:lstStyle/>
          <a:p>
            <a:endParaRPr lang="en-US"/>
          </a:p>
        </p:txBody>
      </p:sp>
      <p:sp>
        <p:nvSpPr>
          <p:cNvPr id="8" name="Subtitle 7">
            <a:extLst>
              <a:ext uri="{FF2B5EF4-FFF2-40B4-BE49-F238E27FC236}">
                <a16:creationId xmlns:a16="http://schemas.microsoft.com/office/drawing/2014/main" id="{0FB27639-D1FE-4EB7-81D0-019FC186FBB5}"/>
              </a:ext>
            </a:extLst>
          </p:cNvPr>
          <p:cNvSpPr>
            <a:spLocks noGrp="1"/>
          </p:cNvSpPr>
          <p:nvPr>
            <p:ph type="subTitle" idx="1" hasCustomPrompt="1"/>
          </p:nvPr>
        </p:nvSpPr>
        <p:spPr/>
        <p:txBody>
          <a:bodyPr/>
          <a:lstStyle/>
          <a:p>
            <a:r>
              <a:t>Presenter: TBD | Content by: Mohan Kumar </a:t>
            </a:r>
          </a:p>
          <a:p>
            <a:r>
              <a:t>October 2025</a:t>
            </a:r>
          </a:p>
        </p:txBody>
      </p:sp>
      <p:sp>
        <p:nvSpPr>
          <p:cNvPr id="7" name="Title 6">
            <a:extLst>
              <a:ext uri="{FF2B5EF4-FFF2-40B4-BE49-F238E27FC236}">
                <a16:creationId xmlns:a16="http://schemas.microsoft.com/office/drawing/2014/main" id="{3FB1C68C-D054-4F8D-AA7A-F778CCFFFD34}"/>
              </a:ext>
            </a:extLst>
          </p:cNvPr>
          <p:cNvSpPr>
            <a:spLocks noGrp="1"/>
          </p:cNvSpPr>
          <p:nvPr>
            <p:ph type="ctrTitle" hasCustomPrompt="1"/>
          </p:nvPr>
        </p:nvSpPr>
        <p:spPr/>
        <p:txBody>
          <a:bodyPr>
            <a:normAutofit fontScale="90000"/>
          </a:bodyPr>
          <a:lstStyle/>
          <a:p>
            <a:r>
              <a:t>PSOC™ Edge E84 Introductory Training</a:t>
            </a:r>
            <a:br>
              <a:rPr/>
            </a:br>
            <a:r>
              <a:t>(Level E2)</a:t>
            </a:r>
          </a:p>
        </p:txBody>
      </p:sp>
    </p:spTree>
    <p:extLst>
      <p:ext uri="{BB962C8B-B14F-4D97-AF65-F5344CB8AC3E}">
        <p14:creationId xmlns:p14="http://schemas.microsoft.com/office/powerpoint/2010/main" val="1661214271"/>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560B38-ED9A-4688-A544-CA41460ADE15}"/>
              </a:ext>
            </a:extLst>
          </p:cNvPr>
          <p:cNvSpPr>
            <a:spLocks noGrp="1"/>
          </p:cNvSpPr>
          <p:nvPr>
            <p:ph sz="quarter" idx="13" hasCustomPrompt="1"/>
          </p:nvPr>
        </p:nvSpPr>
        <p:spPr/>
        <p:txBody>
          <a:bodyPr/>
          <a:lstStyle/>
          <a:p>
            <a:pPr>
              <a:lnSpc>
                <a:spcPct val="200000"/>
              </a:lnSpc>
              <a:buClr>
                <a:srgbClr val="5EA290"/>
              </a:buClr>
              <a:buFont typeface="Wingdings" panose="05000000000000000000" pitchFamily="2" charset="2"/>
              <a:buChar char="q"/>
            </a:pPr>
            <a:r>
              <a:t> Development ecosystem for PSOC™ Edge E84 </a:t>
            </a:r>
          </a:p>
          <a:p>
            <a:pPr lvl="2">
              <a:lnSpc>
                <a:spcPct val="200000"/>
              </a:lnSpc>
              <a:buClr>
                <a:srgbClr val="5EA290"/>
              </a:buClr>
              <a:buFont typeface="Wingdings" panose="05000000000000000000" pitchFamily="2" charset="2"/>
              <a:buChar char="q"/>
            </a:pPr>
            <a:r>
              <a:t> Resources ( Documentation / Application Notes )</a:t>
            </a:r>
          </a:p>
          <a:p>
            <a:pPr lvl="2">
              <a:lnSpc>
                <a:spcPct val="200000"/>
              </a:lnSpc>
              <a:buClr>
                <a:srgbClr val="5EA290"/>
              </a:buClr>
              <a:buFont typeface="Wingdings" panose="05000000000000000000" pitchFamily="2" charset="2"/>
              <a:buChar char="q"/>
            </a:pPr>
            <a:r>
              <a:t> Firmware / Application Development ( ModusToolbox™ )</a:t>
            </a:r>
          </a:p>
          <a:p>
            <a:pPr>
              <a:lnSpc>
                <a:spcPct val="200000"/>
              </a:lnSpc>
              <a:buClr>
                <a:srgbClr val="5EA290"/>
              </a:buClr>
              <a:buFont typeface="Wingdings" panose="05000000000000000000" pitchFamily="2" charset="2"/>
              <a:buChar char="q"/>
            </a:pPr>
            <a:r>
              <a:t> Code Example #1: Hello World</a:t>
            </a:r>
          </a:p>
          <a:p>
            <a:pPr>
              <a:lnSpc>
                <a:spcPct val="200000"/>
              </a:lnSpc>
              <a:buClr>
                <a:srgbClr val="5EA290"/>
              </a:buClr>
              <a:buFont typeface="Wingdings" panose="05000000000000000000" pitchFamily="2" charset="2"/>
              <a:buChar char="q"/>
            </a:pPr>
            <a:r>
              <a:t> Code Example #2: IPC queues using HAL</a:t>
            </a:r>
          </a:p>
        </p:txBody>
      </p:sp>
      <p:sp>
        <p:nvSpPr>
          <p:cNvPr id="2" name="Title 1">
            <a:extLst>
              <a:ext uri="{FF2B5EF4-FFF2-40B4-BE49-F238E27FC236}">
                <a16:creationId xmlns:a16="http://schemas.microsoft.com/office/drawing/2014/main" id="{96B142A3-3E18-4302-85FC-39EF0216B791}"/>
              </a:ext>
            </a:extLst>
          </p:cNvPr>
          <p:cNvSpPr>
            <a:spLocks noGrp="1"/>
          </p:cNvSpPr>
          <p:nvPr>
            <p:ph type="title" hasCustomPrompt="1"/>
          </p:nvPr>
        </p:nvSpPr>
        <p:spPr/>
        <p:txBody>
          <a:bodyPr/>
          <a:lstStyle/>
          <a:p>
            <a:r>
              <a:rPr>
                <a:latin typeface="+mn-lt"/>
              </a:rPr>
              <a:t>Agenda</a:t>
            </a:r>
          </a:p>
        </p:txBody>
      </p:sp>
    </p:spTree>
    <p:extLst>
      <p:ext uri="{BB962C8B-B14F-4D97-AF65-F5344CB8AC3E}">
        <p14:creationId xmlns:p14="http://schemas.microsoft.com/office/powerpoint/2010/main" val="2224401809"/>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A27F10-987C-4773-9670-C2405C0139DA}"/>
              </a:ext>
            </a:extLst>
          </p:cNvPr>
          <p:cNvSpPr>
            <a:spLocks noGrp="1"/>
          </p:cNvSpPr>
          <p:nvPr>
            <p:ph sz="quarter" idx="13" hasCustomPrompt="1"/>
          </p:nvPr>
        </p:nvSpPr>
        <p:spPr/>
        <p:txBody>
          <a:bodyPr/>
          <a:lstStyle/>
          <a:p>
            <a:pPr>
              <a:lnSpc>
                <a:spcPct val="150000"/>
              </a:lnSpc>
              <a:buClr>
                <a:srgbClr val="5EA290"/>
              </a:buClr>
              <a:buFont typeface="Wingdings" panose="05000000000000000000" pitchFamily="2" charset="2"/>
              <a:buChar char="q"/>
            </a:pPr>
            <a:r>
              <a:t> PSOC™ Edge E84 MCU</a:t>
            </a:r>
          </a:p>
          <a:p>
            <a:pPr>
              <a:lnSpc>
                <a:spcPct val="150000"/>
              </a:lnSpc>
              <a:buClr>
                <a:srgbClr val="5EA290"/>
              </a:buClr>
              <a:buFont typeface="Wingdings" panose="05000000000000000000" pitchFamily="2" charset="2"/>
              <a:buChar char="q"/>
            </a:pPr>
            <a:r>
              <a:t> Datasheets </a:t>
            </a:r>
          </a:p>
          <a:p>
            <a:pPr>
              <a:lnSpc>
                <a:spcPct val="150000"/>
              </a:lnSpc>
              <a:buClr>
                <a:srgbClr val="5EA290"/>
              </a:buClr>
              <a:buFont typeface="Wingdings" panose="05000000000000000000" pitchFamily="2" charset="2"/>
              <a:buChar char="q"/>
            </a:pPr>
            <a:r>
              <a:t> Reference manuals (RM): architecture and registers</a:t>
            </a:r>
          </a:p>
          <a:p>
            <a:pPr>
              <a:lnSpc>
                <a:spcPct val="150000"/>
              </a:lnSpc>
              <a:buClr>
                <a:srgbClr val="5EA290"/>
              </a:buClr>
              <a:buFont typeface="Wingdings" panose="05000000000000000000" pitchFamily="2" charset="2"/>
              <a:buChar char="q"/>
            </a:pPr>
            <a:r>
              <a:t> Application notes </a:t>
            </a:r>
          </a:p>
          <a:p>
            <a:pPr>
              <a:lnSpc>
                <a:spcPct val="150000"/>
              </a:lnSpc>
              <a:buClr>
                <a:srgbClr val="5EA290"/>
              </a:buClr>
              <a:buFont typeface="Wingdings" panose="05000000000000000000" pitchFamily="2" charset="2"/>
              <a:buChar char="q"/>
            </a:pPr>
            <a:r>
              <a:t> Code examples </a:t>
            </a:r>
          </a:p>
          <a:p>
            <a:pPr>
              <a:lnSpc>
                <a:spcPct val="150000"/>
              </a:lnSpc>
              <a:buClr>
                <a:srgbClr val="5EA290"/>
              </a:buClr>
              <a:buFont typeface="Wingdings" panose="05000000000000000000" pitchFamily="2" charset="2"/>
              <a:buChar char="q"/>
            </a:pPr>
            <a:r>
              <a:t> Development kits </a:t>
            </a:r>
          </a:p>
          <a:p>
            <a:pPr>
              <a:lnSpc>
                <a:spcPct val="150000"/>
              </a:lnSpc>
              <a:buClr>
                <a:srgbClr val="5EA290"/>
              </a:buClr>
              <a:buFont typeface="Wingdings" panose="05000000000000000000" pitchFamily="2" charset="2"/>
              <a:buChar char="q"/>
            </a:pPr>
            <a:r>
              <a:t> KBAs and community forum</a:t>
            </a:r>
          </a:p>
          <a:p>
            <a:pPr>
              <a:lnSpc>
                <a:spcPct val="150000"/>
              </a:lnSpc>
              <a:buClr>
                <a:srgbClr val="5EA290"/>
              </a:buClr>
              <a:buNone/>
            </a:pPr>
            <a:endParaRPr lang="en-US" sz="2400" b="1" i="1" dirty="0">
              <a:solidFill>
                <a:srgbClr val="0A8276"/>
              </a:solidFill>
            </a:endParaRPr>
          </a:p>
          <a:p>
            <a:pPr>
              <a:lnSpc>
                <a:spcPct val="150000"/>
              </a:lnSpc>
              <a:buClr>
                <a:srgbClr val="5EA290"/>
              </a:buClr>
              <a:buNone/>
            </a:pPr>
            <a:r>
              <a:rPr>
                <a:solidFill>
                  <a:srgbClr val="0A8276"/>
                </a:solidFill>
              </a:rPr>
              <a:t>Contact internal team for all above documents or use Early Access Pack </a:t>
            </a:r>
          </a:p>
          <a:p>
            <a:pPr>
              <a:lnSpc>
                <a:spcPct val="150000"/>
              </a:lnSpc>
              <a:buClr>
                <a:srgbClr val="5EA290"/>
              </a:buClr>
              <a:buFont typeface="Wingdings" panose="05000000000000000000" pitchFamily="2" charset="2"/>
              <a:buChar char="q"/>
            </a:pPr>
            <a:endParaRPr lang="en-US" sz="2200" b="1" dirty="0"/>
          </a:p>
          <a:p>
            <a:pPr>
              <a:lnSpc>
                <a:spcPct val="150000"/>
              </a:lnSpc>
              <a:buClr>
                <a:srgbClr val="5EA290"/>
              </a:buClr>
              <a:buFont typeface="Wingdings" panose="05000000000000000000" pitchFamily="2" charset="2"/>
              <a:buChar char="q"/>
            </a:pPr>
            <a:endParaRPr lang="en-US" sz="2200" b="1" dirty="0"/>
          </a:p>
        </p:txBody>
      </p:sp>
      <p:sp>
        <p:nvSpPr>
          <p:cNvPr id="3" name="Title 2">
            <a:extLst>
              <a:ext uri="{FF2B5EF4-FFF2-40B4-BE49-F238E27FC236}">
                <a16:creationId xmlns:a16="http://schemas.microsoft.com/office/drawing/2014/main" id="{D14CA30D-9474-49A7-9B49-1A4F8407DEED}"/>
              </a:ext>
            </a:extLst>
          </p:cNvPr>
          <p:cNvSpPr>
            <a:spLocks noGrp="1"/>
          </p:cNvSpPr>
          <p:nvPr>
            <p:ph type="title" hasCustomPrompt="1"/>
          </p:nvPr>
        </p:nvSpPr>
        <p:spPr/>
        <p:txBody>
          <a:bodyPr/>
          <a:lstStyle/>
          <a:p>
            <a:pPr>
              <a:lnSpc>
                <a:spcPct val="200000"/>
              </a:lnSpc>
            </a:pPr>
            <a:r>
              <a:t>PSOC™ Edge E84 Resources </a:t>
            </a:r>
          </a:p>
        </p:txBody>
      </p:sp>
    </p:spTree>
    <p:extLst>
      <p:ext uri="{BB962C8B-B14F-4D97-AF65-F5344CB8AC3E}">
        <p14:creationId xmlns:p14="http://schemas.microsoft.com/office/powerpoint/2010/main" val="74316687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798ED4-470F-4CAA-85BD-5CEDD36AB8BC}"/>
              </a:ext>
            </a:extLst>
          </p:cNvPr>
          <p:cNvSpPr>
            <a:spLocks noGrp="1"/>
          </p:cNvSpPr>
          <p:nvPr>
            <p:ph type="title" hasCustomPrompt="1"/>
          </p:nvPr>
        </p:nvSpPr>
        <p:spPr/>
        <p:txBody>
          <a:bodyPr/>
          <a:lstStyle/>
          <a:p>
            <a:r>
              <a:t>Firmware / Application Development</a:t>
            </a:r>
          </a:p>
        </p:txBody>
      </p:sp>
      <p:sp>
        <p:nvSpPr>
          <p:cNvPr id="5" name="Content Placeholder 1">
            <a:extLst>
              <a:ext uri="{FF2B5EF4-FFF2-40B4-BE49-F238E27FC236}">
                <a16:creationId xmlns:a16="http://schemas.microsoft.com/office/drawing/2014/main" id="{A011D990-3044-4ACB-9577-45308A449B3B}"/>
              </a:ext>
            </a:extLst>
          </p:cNvPr>
          <p:cNvSpPr txBox="1">
            <a:spLocks/>
          </p:cNvSpPr>
          <p:nvPr/>
        </p:nvSpPr>
        <p:spPr>
          <a:xfrm>
            <a:off x="334800" y="1268414"/>
            <a:ext cx="11161800" cy="5113337"/>
          </a:xfrm>
          <a:prstGeom prst="rect">
            <a:avLst/>
          </a:prstGeom>
        </p:spPr>
        <p:txBody>
          <a:bodyPr vert="horz" lIns="0" tIns="0" rIns="0" bIns="0" rtlCol="0">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ea typeface="+mn-ea"/>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a:lnSpc>
                <a:spcPct val="150000"/>
              </a:lnSpc>
              <a:buFont typeface="Wingdings" panose="05000000000000000000" pitchFamily="2" charset="2"/>
              <a:buChar char="q"/>
            </a:pPr>
            <a:r>
              <a:rPr lang="en-US" sz="2400" b="1" kern="0" dirty="0"/>
              <a:t> ModusToolbox™ provides</a:t>
            </a:r>
          </a:p>
          <a:p>
            <a:pPr lvl="1">
              <a:lnSpc>
                <a:spcPct val="150000"/>
              </a:lnSpc>
              <a:buFont typeface="Wingdings" panose="05000000000000000000" pitchFamily="2" charset="2"/>
              <a:buChar char="q"/>
            </a:pPr>
            <a:r>
              <a:rPr lang="en-US" sz="2200" b="1" kern="0" dirty="0"/>
              <a:t> Development environment for Infineon MCUs </a:t>
            </a:r>
          </a:p>
          <a:p>
            <a:pPr lvl="1">
              <a:lnSpc>
                <a:spcPct val="150000"/>
              </a:lnSpc>
              <a:buFont typeface="Wingdings" panose="05000000000000000000" pitchFamily="2" charset="2"/>
              <a:buChar char="q"/>
            </a:pPr>
            <a:r>
              <a:rPr lang="en-US" sz="2200" b="1" kern="0" dirty="0"/>
              <a:t> Flexible set of tools for project and system</a:t>
            </a:r>
          </a:p>
          <a:p>
            <a:pPr marL="252000" lvl="1" indent="0">
              <a:lnSpc>
                <a:spcPct val="150000"/>
              </a:lnSpc>
              <a:buNone/>
            </a:pPr>
            <a:r>
              <a:rPr lang="en-US" sz="2200" b="1" kern="0" dirty="0"/>
              <a:t>     level configuration</a:t>
            </a:r>
          </a:p>
          <a:p>
            <a:pPr lvl="1">
              <a:lnSpc>
                <a:spcPct val="150000"/>
              </a:lnSpc>
              <a:buFont typeface="Wingdings" panose="05000000000000000000" pitchFamily="2" charset="2"/>
              <a:buChar char="q"/>
            </a:pPr>
            <a:r>
              <a:rPr lang="en-US" sz="2200" b="1" kern="0" dirty="0"/>
              <a:t> Low-level drivers</a:t>
            </a:r>
          </a:p>
          <a:p>
            <a:pPr lvl="1">
              <a:lnSpc>
                <a:spcPct val="150000"/>
              </a:lnSpc>
              <a:buFont typeface="Wingdings" panose="05000000000000000000" pitchFamily="2" charset="2"/>
              <a:buChar char="q"/>
            </a:pPr>
            <a:r>
              <a:rPr lang="en-US" sz="2200" b="1" kern="0" dirty="0"/>
              <a:t> Libraries</a:t>
            </a:r>
          </a:p>
          <a:p>
            <a:pPr lvl="1">
              <a:lnSpc>
                <a:spcPct val="150000"/>
              </a:lnSpc>
              <a:buFont typeface="Wingdings" panose="05000000000000000000" pitchFamily="2" charset="2"/>
              <a:buChar char="q"/>
            </a:pPr>
            <a:r>
              <a:rPr lang="en-US" sz="2200" b="1" kern="0" dirty="0"/>
              <a:t> Operating system support (Linux, macOS, </a:t>
            </a:r>
          </a:p>
          <a:p>
            <a:pPr marL="504000" lvl="2" indent="0">
              <a:lnSpc>
                <a:spcPct val="150000"/>
              </a:lnSpc>
              <a:buNone/>
            </a:pPr>
            <a:r>
              <a:rPr lang="en-US" sz="2200" b="1" kern="0" dirty="0"/>
              <a:t>  Windows)</a:t>
            </a:r>
          </a:p>
          <a:p>
            <a:pPr marL="504000" lvl="2" indent="0">
              <a:lnSpc>
                <a:spcPct val="150000"/>
              </a:lnSpc>
              <a:buNone/>
            </a:pPr>
            <a:endParaRPr lang="en-US" sz="2200" b="1" kern="0" dirty="0"/>
          </a:p>
          <a:p>
            <a:pPr marL="504000" lvl="2" indent="0">
              <a:lnSpc>
                <a:spcPct val="150000"/>
              </a:lnSpc>
              <a:buNone/>
            </a:pPr>
            <a:r>
              <a:rPr lang="en-US" sz="2200" b="1" kern="0" dirty="0"/>
              <a:t>Reference link : </a:t>
            </a:r>
            <a:r>
              <a:rPr lang="en-US" u="sng" dirty="0">
                <a:hlinkClick r:id="rId3"/>
              </a:rPr>
              <a:t>https://www.infineon.com/ModusToolboxInstallguide</a:t>
            </a:r>
            <a:endParaRPr lang="en-US" dirty="0"/>
          </a:p>
          <a:p>
            <a:pPr marL="504000" lvl="2" indent="0">
              <a:lnSpc>
                <a:spcPct val="150000"/>
              </a:lnSpc>
              <a:buNone/>
            </a:pPr>
            <a:endParaRPr lang="en-US" sz="2200" b="1" kern="0" dirty="0">
              <a:solidFill>
                <a:srgbClr val="FF0000"/>
              </a:solidFill>
            </a:endParaRPr>
          </a:p>
        </p:txBody>
      </p:sp>
      <p:pic>
        <p:nvPicPr>
          <p:cNvPr id="7" name="Picture 6">
            <a:extLst>
              <a:ext uri="{FF2B5EF4-FFF2-40B4-BE49-F238E27FC236}">
                <a16:creationId xmlns:a16="http://schemas.microsoft.com/office/drawing/2014/main" id="{78644AD9-BC39-4F15-969D-66670C793F8B}"/>
              </a:ext>
            </a:extLst>
          </p:cNvPr>
          <p:cNvPicPr>
            <a:picLocks noChangeAspect="1"/>
          </p:cNvPicPr>
          <p:nvPr/>
        </p:nvPicPr>
        <p:blipFill>
          <a:blip r:embed="rId4"/>
          <a:stretch>
            <a:fillRect/>
          </a:stretch>
        </p:blipFill>
        <p:spPr>
          <a:xfrm>
            <a:off x="7018016" y="1268414"/>
            <a:ext cx="4810125" cy="4657725"/>
          </a:xfrm>
          <a:prstGeom prst="rect">
            <a:avLst/>
          </a:prstGeom>
        </p:spPr>
      </p:pic>
    </p:spTree>
    <p:extLst>
      <p:ext uri="{BB962C8B-B14F-4D97-AF65-F5344CB8AC3E}">
        <p14:creationId xmlns:p14="http://schemas.microsoft.com/office/powerpoint/2010/main" val="2408558584"/>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192774-4AC7-429C-965F-F0EDCB59D815}"/>
              </a:ext>
            </a:extLst>
          </p:cNvPr>
          <p:cNvSpPr>
            <a:spLocks noGrp="1"/>
          </p:cNvSpPr>
          <p:nvPr>
            <p:ph type="title" hasCustomPrompt="1"/>
          </p:nvPr>
        </p:nvSpPr>
        <p:spPr/>
        <p:txBody>
          <a:bodyPr/>
          <a:lstStyle/>
          <a:p>
            <a:r>
              <a:t>Support for other IDEs</a:t>
            </a:r>
          </a:p>
        </p:txBody>
      </p:sp>
      <p:sp>
        <p:nvSpPr>
          <p:cNvPr id="5" name="Rectangle: Rounded Corners 4">
            <a:extLst>
              <a:ext uri="{FF2B5EF4-FFF2-40B4-BE49-F238E27FC236}">
                <a16:creationId xmlns:a16="http://schemas.microsoft.com/office/drawing/2014/main" id="{7F567529-7468-4B84-A088-B334E46CCE48}"/>
              </a:ext>
            </a:extLst>
          </p:cNvPr>
          <p:cNvSpPr/>
          <p:nvPr/>
        </p:nvSpPr>
        <p:spPr bwMode="auto">
          <a:xfrm>
            <a:off x="4907358" y="1553618"/>
            <a:ext cx="2396211" cy="815800"/>
          </a:xfrm>
          <a:prstGeom prst="roundRect">
            <a:avLst/>
          </a:prstGeom>
          <a:solidFill>
            <a:srgbClr val="3B9B91"/>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600" dirty="0">
                <a:solidFill>
                  <a:schemeClr val="bg1"/>
                </a:solidFill>
                <a:latin typeface="+mn-lt"/>
              </a:rPr>
              <a:t>ModusToolbox™ </a:t>
            </a:r>
            <a:br>
              <a:rPr lang="en-US" sz="1600" dirty="0">
                <a:solidFill>
                  <a:schemeClr val="bg1"/>
                </a:solidFill>
                <a:latin typeface="+mn-lt"/>
              </a:rPr>
            </a:br>
            <a:r>
              <a:rPr lang="en-US" sz="1600" dirty="0">
                <a:solidFill>
                  <a:schemeClr val="bg1"/>
                </a:solidFill>
                <a:latin typeface="+mn-lt"/>
              </a:rPr>
              <a:t>IDE Tool Support</a:t>
            </a:r>
            <a:endParaRPr lang="en-US" sz="1600" baseline="0" dirty="0">
              <a:solidFill>
                <a:schemeClr val="bg1"/>
              </a:solidFill>
              <a:latin typeface="+mn-lt"/>
              <a:ea typeface="+mn-ea"/>
              <a:cs typeface="+mn-cs"/>
            </a:endParaRPr>
          </a:p>
        </p:txBody>
      </p:sp>
      <p:sp>
        <p:nvSpPr>
          <p:cNvPr id="6" name="Rectangle: Rounded Corners 5">
            <a:extLst>
              <a:ext uri="{FF2B5EF4-FFF2-40B4-BE49-F238E27FC236}">
                <a16:creationId xmlns:a16="http://schemas.microsoft.com/office/drawing/2014/main" id="{771B1FDA-4540-4254-A4B2-F005BC8751E7}"/>
              </a:ext>
            </a:extLst>
          </p:cNvPr>
          <p:cNvSpPr/>
          <p:nvPr/>
        </p:nvSpPr>
        <p:spPr bwMode="auto">
          <a:xfrm>
            <a:off x="610852" y="381264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dirty="0">
                <a:solidFill>
                  <a:schemeClr val="bg1"/>
                </a:solidFill>
              </a:rPr>
              <a:t>Eclipse IDE </a:t>
            </a:r>
          </a:p>
        </p:txBody>
      </p:sp>
      <p:sp>
        <p:nvSpPr>
          <p:cNvPr id="7" name="Rectangle: Rounded Corners 6">
            <a:extLst>
              <a:ext uri="{FF2B5EF4-FFF2-40B4-BE49-F238E27FC236}">
                <a16:creationId xmlns:a16="http://schemas.microsoft.com/office/drawing/2014/main" id="{34C27D49-4522-4A43-9013-6E299EEF0237}"/>
              </a:ext>
            </a:extLst>
          </p:cNvPr>
          <p:cNvSpPr/>
          <p:nvPr/>
        </p:nvSpPr>
        <p:spPr bwMode="auto">
          <a:xfrm>
            <a:off x="3251374" y="382889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a:solidFill>
                  <a:schemeClr val="bg1"/>
                </a:solidFill>
              </a:rPr>
              <a:t>Visual Studio</a:t>
            </a:r>
          </a:p>
          <a:p>
            <a:pPr algn="ctr" defTabSz="576000" eaLnBrk="0" hangingPunct="0">
              <a:lnSpc>
                <a:spcPct val="120000"/>
              </a:lnSpc>
            </a:pPr>
            <a:r>
              <a:rPr lang="en-US" sz="1600">
                <a:solidFill>
                  <a:schemeClr val="bg1"/>
                </a:solidFill>
              </a:rPr>
              <a:t>Code</a:t>
            </a:r>
            <a:endParaRPr lang="en-US" sz="1600" dirty="0">
              <a:solidFill>
                <a:schemeClr val="bg1"/>
              </a:solidFill>
            </a:endParaRPr>
          </a:p>
        </p:txBody>
      </p:sp>
      <p:sp>
        <p:nvSpPr>
          <p:cNvPr id="8" name="Rectangle: Rounded Corners 7">
            <a:extLst>
              <a:ext uri="{FF2B5EF4-FFF2-40B4-BE49-F238E27FC236}">
                <a16:creationId xmlns:a16="http://schemas.microsoft.com/office/drawing/2014/main" id="{45660B57-ED20-41CE-8DBC-A735B278B8DD}"/>
              </a:ext>
            </a:extLst>
          </p:cNvPr>
          <p:cNvSpPr/>
          <p:nvPr/>
        </p:nvSpPr>
        <p:spPr bwMode="auto">
          <a:xfrm>
            <a:off x="9402869" y="382889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a:solidFill>
                  <a:schemeClr val="bg1"/>
                </a:solidFill>
              </a:rPr>
              <a:t>Arm® MDK</a:t>
            </a:r>
          </a:p>
          <a:p>
            <a:pPr algn="ctr" defTabSz="576000" eaLnBrk="0" hangingPunct="0">
              <a:lnSpc>
                <a:spcPct val="120000"/>
              </a:lnSpc>
            </a:pPr>
            <a:r>
              <a:rPr lang="en-US" sz="1600">
                <a:solidFill>
                  <a:schemeClr val="bg1"/>
                </a:solidFill>
              </a:rPr>
              <a:t>µVision</a:t>
            </a:r>
            <a:endParaRPr lang="en-US" sz="1600" dirty="0">
              <a:solidFill>
                <a:schemeClr val="bg1"/>
              </a:solidFill>
            </a:endParaRPr>
          </a:p>
        </p:txBody>
      </p:sp>
      <p:cxnSp>
        <p:nvCxnSpPr>
          <p:cNvPr id="9" name="Connector: Elbow 8">
            <a:extLst>
              <a:ext uri="{FF2B5EF4-FFF2-40B4-BE49-F238E27FC236}">
                <a16:creationId xmlns:a16="http://schemas.microsoft.com/office/drawing/2014/main" id="{86D81637-61E4-463A-A2CC-04A5BE30424E}"/>
              </a:ext>
            </a:extLst>
          </p:cNvPr>
          <p:cNvCxnSpPr>
            <a:cxnSpLocks/>
            <a:stCxn id="5" idx="2"/>
            <a:endCxn id="6" idx="0"/>
          </p:cNvCxnSpPr>
          <p:nvPr/>
        </p:nvCxnSpPr>
        <p:spPr>
          <a:xfrm rot="5400000">
            <a:off x="3235597" y="942779"/>
            <a:ext cx="1443228" cy="4296506"/>
          </a:xfrm>
          <a:prstGeom prst="bentConnector3">
            <a:avLst>
              <a:gd name="adj1" fmla="val 50000"/>
            </a:avLst>
          </a:prstGeom>
          <a:ln>
            <a:tailEnd type="none"/>
          </a:ln>
        </p:spPr>
        <p:style>
          <a:lnRef idx="3">
            <a:schemeClr val="accent6"/>
          </a:lnRef>
          <a:fillRef idx="0">
            <a:schemeClr val="accent6"/>
          </a:fillRef>
          <a:effectRef idx="2">
            <a:schemeClr val="accent6"/>
          </a:effectRef>
          <a:fontRef idx="minor">
            <a:schemeClr val="tx1"/>
          </a:fontRef>
        </p:style>
      </p:cxnSp>
      <p:cxnSp>
        <p:nvCxnSpPr>
          <p:cNvPr id="10" name="Connector: Elbow 9">
            <a:extLst>
              <a:ext uri="{FF2B5EF4-FFF2-40B4-BE49-F238E27FC236}">
                <a16:creationId xmlns:a16="http://schemas.microsoft.com/office/drawing/2014/main" id="{3207F351-09E6-4DA8-B2C7-BA06AB3E9738}"/>
              </a:ext>
            </a:extLst>
          </p:cNvPr>
          <p:cNvCxnSpPr>
            <a:cxnSpLocks/>
            <a:stCxn id="12" idx="0"/>
          </p:cNvCxnSpPr>
          <p:nvPr/>
        </p:nvCxnSpPr>
        <p:spPr>
          <a:xfrm rot="16200000" flipV="1">
            <a:off x="6603127" y="2590239"/>
            <a:ext cx="749434" cy="1744759"/>
          </a:xfrm>
          <a:prstGeom prst="bentConnector2">
            <a:avLst/>
          </a:prstGeom>
          <a:ln>
            <a:tailEnd type="none"/>
          </a:ln>
        </p:spPr>
        <p:style>
          <a:lnRef idx="3">
            <a:schemeClr val="accent6"/>
          </a:lnRef>
          <a:fillRef idx="0">
            <a:schemeClr val="accent6"/>
          </a:fillRef>
          <a:effectRef idx="2">
            <a:schemeClr val="accent6"/>
          </a:effectRef>
          <a:fontRef idx="minor">
            <a:schemeClr val="tx1"/>
          </a:fontRef>
        </p:style>
      </p:cxnSp>
      <p:cxnSp>
        <p:nvCxnSpPr>
          <p:cNvPr id="11" name="Straight Connector 10">
            <a:extLst>
              <a:ext uri="{FF2B5EF4-FFF2-40B4-BE49-F238E27FC236}">
                <a16:creationId xmlns:a16="http://schemas.microsoft.com/office/drawing/2014/main" id="{0AE524BE-064F-42B6-A1D8-31377D3ED1FE}"/>
              </a:ext>
            </a:extLst>
          </p:cNvPr>
          <p:cNvCxnSpPr>
            <a:cxnSpLocks/>
            <a:stCxn id="7" idx="0"/>
          </p:cNvCxnSpPr>
          <p:nvPr/>
        </p:nvCxnSpPr>
        <p:spPr>
          <a:xfrm flipV="1">
            <a:off x="4449480" y="3089689"/>
            <a:ext cx="0" cy="739207"/>
          </a:xfrm>
          <a:prstGeom prst="line">
            <a:avLst/>
          </a:prstGeom>
          <a:ln>
            <a:tailEnd type="none"/>
          </a:ln>
        </p:spPr>
        <p:style>
          <a:lnRef idx="3">
            <a:schemeClr val="accent6"/>
          </a:lnRef>
          <a:fillRef idx="0">
            <a:schemeClr val="accent6"/>
          </a:fillRef>
          <a:effectRef idx="2">
            <a:schemeClr val="accent6"/>
          </a:effectRef>
          <a:fontRef idx="minor">
            <a:schemeClr val="tx1"/>
          </a:fontRef>
        </p:style>
      </p:cxnSp>
      <p:sp>
        <p:nvSpPr>
          <p:cNvPr id="12" name="Rectangle: Rounded Corners 11">
            <a:extLst>
              <a:ext uri="{FF2B5EF4-FFF2-40B4-BE49-F238E27FC236}">
                <a16:creationId xmlns:a16="http://schemas.microsoft.com/office/drawing/2014/main" id="{DA3E4217-35DC-4D40-83F9-88CDB7EC60B1}"/>
              </a:ext>
            </a:extLst>
          </p:cNvPr>
          <p:cNvSpPr/>
          <p:nvPr/>
        </p:nvSpPr>
        <p:spPr bwMode="auto">
          <a:xfrm>
            <a:off x="6652117" y="383733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a:solidFill>
                  <a:schemeClr val="bg1"/>
                </a:solidFill>
              </a:rPr>
              <a:t>IAR</a:t>
            </a:r>
          </a:p>
          <a:p>
            <a:pPr algn="ctr" defTabSz="576000" eaLnBrk="0" hangingPunct="0">
              <a:lnSpc>
                <a:spcPct val="120000"/>
              </a:lnSpc>
            </a:pPr>
            <a:r>
              <a:rPr lang="en-US" sz="1600">
                <a:solidFill>
                  <a:schemeClr val="bg1"/>
                </a:solidFill>
              </a:rPr>
              <a:t>Embedded</a:t>
            </a:r>
          </a:p>
          <a:p>
            <a:pPr algn="ctr" defTabSz="576000" eaLnBrk="0" hangingPunct="0">
              <a:lnSpc>
                <a:spcPct val="120000"/>
              </a:lnSpc>
            </a:pPr>
            <a:r>
              <a:rPr lang="en-US" sz="1600">
                <a:solidFill>
                  <a:schemeClr val="bg1"/>
                </a:solidFill>
              </a:rPr>
              <a:t>Workbench</a:t>
            </a:r>
            <a:endParaRPr lang="en-US" sz="1600" dirty="0">
              <a:solidFill>
                <a:schemeClr val="bg1"/>
              </a:solidFill>
            </a:endParaRPr>
          </a:p>
        </p:txBody>
      </p:sp>
      <p:cxnSp>
        <p:nvCxnSpPr>
          <p:cNvPr id="13" name="Connector: Elbow 12">
            <a:extLst>
              <a:ext uri="{FF2B5EF4-FFF2-40B4-BE49-F238E27FC236}">
                <a16:creationId xmlns:a16="http://schemas.microsoft.com/office/drawing/2014/main" id="{9E06BEC8-A23E-4012-8C3A-4935D2C50564}"/>
              </a:ext>
            </a:extLst>
          </p:cNvPr>
          <p:cNvCxnSpPr>
            <a:cxnSpLocks/>
            <a:stCxn id="8" idx="0"/>
          </p:cNvCxnSpPr>
          <p:nvPr/>
        </p:nvCxnSpPr>
        <p:spPr>
          <a:xfrm rot="16200000" flipV="1">
            <a:off x="8855997" y="2083917"/>
            <a:ext cx="739207" cy="2750751"/>
          </a:xfrm>
          <a:prstGeom prst="bentConnector2">
            <a:avLst/>
          </a:prstGeom>
          <a:ln>
            <a:tailEnd type="none"/>
          </a:ln>
        </p:spPr>
        <p:style>
          <a:lnRef idx="3">
            <a:schemeClr val="accent6"/>
          </a:lnRef>
          <a:fillRef idx="0">
            <a:schemeClr val="accent6"/>
          </a:fillRef>
          <a:effectRef idx="2">
            <a:schemeClr val="accent6"/>
          </a:effectRef>
          <a:fontRef idx="minor">
            <a:schemeClr val="tx1"/>
          </a:fontRef>
        </p:style>
      </p:cxnSp>
      <p:cxnSp>
        <p:nvCxnSpPr>
          <p:cNvPr id="16" name="Straight Connector 78">
            <a:extLst>
              <a:ext uri="{FF2B5EF4-FFF2-40B4-BE49-F238E27FC236}">
                <a16:creationId xmlns:a16="http://schemas.microsoft.com/office/drawing/2014/main" id="{55381D64-689E-4DF2-90BF-0FB21EE3AAEE}"/>
              </a:ext>
            </a:extLst>
          </p:cNvPr>
          <p:cNvCxnSpPr>
            <a:cxnSpLocks/>
            <a:stCxn id="17" idx="0"/>
          </p:cNvCxnSpPr>
          <p:nvPr/>
        </p:nvCxnSpPr>
        <p:spPr>
          <a:xfrm flipV="1">
            <a:off x="6110574" y="3087901"/>
            <a:ext cx="0" cy="2001260"/>
          </a:xfrm>
          <a:prstGeom prst="straightConnector1">
            <a:avLst/>
          </a:prstGeom>
          <a:ln>
            <a:tailEnd type="none"/>
          </a:ln>
        </p:spPr>
        <p:style>
          <a:lnRef idx="3">
            <a:schemeClr val="accent6"/>
          </a:lnRef>
          <a:fillRef idx="0">
            <a:schemeClr val="accent6"/>
          </a:fillRef>
          <a:effectRef idx="2">
            <a:schemeClr val="accent6"/>
          </a:effectRef>
          <a:fontRef idx="minor">
            <a:schemeClr val="tx1"/>
          </a:fontRef>
        </p:style>
      </p:cxnSp>
      <p:sp>
        <p:nvSpPr>
          <p:cNvPr id="17" name="Rectangle: Rounded Corners 16">
            <a:extLst>
              <a:ext uri="{FF2B5EF4-FFF2-40B4-BE49-F238E27FC236}">
                <a16:creationId xmlns:a16="http://schemas.microsoft.com/office/drawing/2014/main" id="{779F2242-BB68-4E29-8EA7-62688C842B80}"/>
              </a:ext>
            </a:extLst>
          </p:cNvPr>
          <p:cNvSpPr/>
          <p:nvPr/>
        </p:nvSpPr>
        <p:spPr bwMode="auto">
          <a:xfrm>
            <a:off x="4912468" y="5089161"/>
            <a:ext cx="2396211" cy="883569"/>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dirty="0">
                <a:solidFill>
                  <a:schemeClr val="bg1"/>
                </a:solidFill>
                <a:latin typeface="+mn-lt"/>
              </a:rPr>
              <a:t>Command-line Interface</a:t>
            </a:r>
          </a:p>
        </p:txBody>
      </p:sp>
    </p:spTree>
    <p:extLst>
      <p:ext uri="{BB962C8B-B14F-4D97-AF65-F5344CB8AC3E}">
        <p14:creationId xmlns:p14="http://schemas.microsoft.com/office/powerpoint/2010/main" val="273197712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609B38-A50E-9D3D-4AF8-6B314CC28709}"/>
              </a:ext>
            </a:extLst>
          </p:cNvPr>
          <p:cNvSpPr>
            <a:spLocks noGrp="1"/>
          </p:cNvSpPr>
          <p:nvPr>
            <p:ph sz="quarter" idx="13" hasCustomPrompt="1"/>
          </p:nvPr>
        </p:nvSpPr>
        <p:spPr/>
        <p:txBody>
          <a:bodyPr/>
          <a:lstStyle/>
          <a:p>
            <a:r>
              <a:t>ModusToolbox Tools Package v3.3.0 </a:t>
            </a:r>
          </a:p>
          <a:p>
            <a:r>
              <a:t>Eclipse IDE for ModusToolbox™ v3.3.0</a:t>
            </a:r>
          </a:p>
          <a:p>
            <a:endParaRPr lang="en-US" sz="1800" dirty="0"/>
          </a:p>
          <a:p>
            <a:r>
              <a:t>ModusToolbox™ PSOC™ E84 Early Access Pack v0.2.5 </a:t>
            </a:r>
          </a:p>
          <a:p>
            <a:r>
              <a:t>Edge Protect Tools v1.1.0.1333</a:t>
            </a:r>
            <a:br>
              <a:rPr/>
            </a:br>
            <a:endParaRPr lang="en-US" sz="1800" dirty="0"/>
          </a:p>
        </p:txBody>
      </p:sp>
      <p:sp>
        <p:nvSpPr>
          <p:cNvPr id="3" name="Title 2">
            <a:extLst>
              <a:ext uri="{FF2B5EF4-FFF2-40B4-BE49-F238E27FC236}">
                <a16:creationId xmlns:a16="http://schemas.microsoft.com/office/drawing/2014/main" id="{BBC89E29-8AC0-23D1-8AEA-1921C097F8DC}"/>
              </a:ext>
            </a:extLst>
          </p:cNvPr>
          <p:cNvSpPr>
            <a:spLocks noGrp="1"/>
          </p:cNvSpPr>
          <p:nvPr>
            <p:ph type="title" hasCustomPrompt="1"/>
          </p:nvPr>
        </p:nvSpPr>
        <p:spPr/>
        <p:txBody>
          <a:bodyPr/>
          <a:lstStyle/>
          <a:p>
            <a:r>
              <a:t>Tools utilized in this video</a:t>
            </a:r>
          </a:p>
        </p:txBody>
      </p:sp>
      <p:sp>
        <p:nvSpPr>
          <p:cNvPr id="4" name="Content Placeholder 1">
            <a:extLst>
              <a:ext uri="{FF2B5EF4-FFF2-40B4-BE49-F238E27FC236}">
                <a16:creationId xmlns:a16="http://schemas.microsoft.com/office/drawing/2014/main" id="{1ED9E4F0-A63F-7121-3C7D-CDBADC4AACE2}"/>
              </a:ext>
            </a:extLst>
          </p:cNvPr>
          <p:cNvSpPr txBox="1">
            <a:spLocks/>
          </p:cNvSpPr>
          <p:nvPr/>
        </p:nvSpPr>
        <p:spPr>
          <a:xfrm>
            <a:off x="334800" y="4653016"/>
            <a:ext cx="11520000" cy="1944562"/>
          </a:xfrm>
          <a:prstGeom prst="rect">
            <a:avLst/>
          </a:prstGeom>
        </p:spPr>
        <p:txBody>
          <a:bodyPr vert="horz" lIns="0" tIns="0" rIns="0" bIns="0" rtlCol="0">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ea typeface="+mn-ea"/>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r>
              <a:rPr lang="en-US" sz="2000" b="1" kern="0" dirty="0"/>
              <a:t>AN235935</a:t>
            </a:r>
            <a:r>
              <a:rPr lang="en-US" sz="2000" kern="0" dirty="0"/>
              <a:t> – Getting started with PSOC™ Edge E84 on ModusToolbox™ software</a:t>
            </a:r>
          </a:p>
          <a:p>
            <a:r>
              <a:rPr lang="en-US" sz="2000" b="1" kern="0" dirty="0"/>
              <a:t>ModusToolbox™ PSOC™ E84 Early Access Pack Release Notes</a:t>
            </a:r>
            <a:endParaRPr lang="en-US" sz="2000" kern="0" dirty="0"/>
          </a:p>
        </p:txBody>
      </p:sp>
      <p:sp>
        <p:nvSpPr>
          <p:cNvPr id="5" name="Title 2">
            <a:extLst>
              <a:ext uri="{FF2B5EF4-FFF2-40B4-BE49-F238E27FC236}">
                <a16:creationId xmlns:a16="http://schemas.microsoft.com/office/drawing/2014/main" id="{2A6423E0-BAC9-E61B-F566-5BDC7EB6FFA5}"/>
              </a:ext>
            </a:extLst>
          </p:cNvPr>
          <p:cNvSpPr txBox="1">
            <a:spLocks/>
          </p:cNvSpPr>
          <p:nvPr/>
        </p:nvSpPr>
        <p:spPr>
          <a:xfrm>
            <a:off x="335360" y="3789000"/>
            <a:ext cx="9613068" cy="720000"/>
          </a:xfrm>
          <a:prstGeom prst="rect">
            <a:avLst/>
          </a:prstGeom>
        </p:spPr>
        <p:txBody>
          <a:bodyPr vert="horz" lIns="0" tIns="0" rIns="0" bIns="10800" rtlCol="0" anchor="b" anchorCtr="0">
            <a:noAutofit/>
          </a:bodyPr>
          <a:lstStyle>
            <a:lvl1pPr algn="l" defTabSz="576000" rtl="0" eaLnBrk="1" fontAlgn="base" hangingPunct="1">
              <a:spcBef>
                <a:spcPct val="0"/>
              </a:spcBef>
              <a:spcAft>
                <a:spcPct val="0"/>
              </a:spcAft>
              <a:buClr>
                <a:schemeClr val="tx1"/>
              </a:buClr>
              <a:buFontTx/>
              <a:buNone/>
              <a:defRPr sz="2400" b="1" baseline="0">
                <a:solidFill>
                  <a:schemeClr val="tx2"/>
                </a:solidFill>
                <a:latin typeface="+mj-lt"/>
                <a:ea typeface="+mj-ea"/>
                <a:cs typeface="+mj-cs"/>
              </a:defRPr>
            </a:lvl1pPr>
            <a:lvl2pPr algn="l" rtl="0" eaLnBrk="1" fontAlgn="base" hangingPunct="1">
              <a:spcBef>
                <a:spcPct val="0"/>
              </a:spcBef>
              <a:spcAft>
                <a:spcPct val="0"/>
              </a:spcAft>
              <a:defRPr sz="3467" b="1">
                <a:solidFill>
                  <a:schemeClr val="tx2"/>
                </a:solidFill>
                <a:latin typeface="Arial" charset="0"/>
              </a:defRPr>
            </a:lvl2pPr>
            <a:lvl3pPr algn="l" rtl="0" eaLnBrk="1" fontAlgn="base" hangingPunct="1">
              <a:spcBef>
                <a:spcPct val="0"/>
              </a:spcBef>
              <a:spcAft>
                <a:spcPct val="0"/>
              </a:spcAft>
              <a:defRPr sz="3467" b="1">
                <a:solidFill>
                  <a:schemeClr val="tx2"/>
                </a:solidFill>
                <a:latin typeface="Arial" charset="0"/>
              </a:defRPr>
            </a:lvl3pPr>
            <a:lvl4pPr algn="l" rtl="0" eaLnBrk="1" fontAlgn="base" hangingPunct="1">
              <a:spcBef>
                <a:spcPct val="0"/>
              </a:spcBef>
              <a:spcAft>
                <a:spcPct val="0"/>
              </a:spcAft>
              <a:defRPr sz="3467" b="1">
                <a:solidFill>
                  <a:schemeClr val="tx2"/>
                </a:solidFill>
                <a:latin typeface="Arial" charset="0"/>
              </a:defRPr>
            </a:lvl4pPr>
            <a:lvl5pPr algn="l" rtl="0" eaLnBrk="1" fontAlgn="base" hangingPunct="1">
              <a:spcBef>
                <a:spcPct val="0"/>
              </a:spcBef>
              <a:spcAft>
                <a:spcPct val="0"/>
              </a:spcAft>
              <a:defRPr sz="3467" b="1">
                <a:solidFill>
                  <a:schemeClr val="tx2"/>
                </a:solidFill>
                <a:latin typeface="Arial" charset="0"/>
              </a:defRPr>
            </a:lvl5pPr>
            <a:lvl6pPr marL="609585" algn="l" rtl="0" eaLnBrk="1" fontAlgn="base" hangingPunct="1">
              <a:spcBef>
                <a:spcPct val="0"/>
              </a:spcBef>
              <a:spcAft>
                <a:spcPct val="0"/>
              </a:spcAft>
              <a:defRPr sz="3467" b="1">
                <a:solidFill>
                  <a:schemeClr val="tx2"/>
                </a:solidFill>
                <a:latin typeface="Arial" charset="0"/>
              </a:defRPr>
            </a:lvl6pPr>
            <a:lvl7pPr marL="1219170" algn="l" rtl="0" eaLnBrk="1" fontAlgn="base" hangingPunct="1">
              <a:spcBef>
                <a:spcPct val="0"/>
              </a:spcBef>
              <a:spcAft>
                <a:spcPct val="0"/>
              </a:spcAft>
              <a:defRPr sz="3467" b="1">
                <a:solidFill>
                  <a:schemeClr val="tx2"/>
                </a:solidFill>
                <a:latin typeface="Arial" charset="0"/>
              </a:defRPr>
            </a:lvl7pPr>
            <a:lvl8pPr marL="1828754" algn="l" rtl="0" eaLnBrk="1" fontAlgn="base" hangingPunct="1">
              <a:spcBef>
                <a:spcPct val="0"/>
              </a:spcBef>
              <a:spcAft>
                <a:spcPct val="0"/>
              </a:spcAft>
              <a:defRPr sz="3467" b="1">
                <a:solidFill>
                  <a:schemeClr val="tx2"/>
                </a:solidFill>
                <a:latin typeface="Arial" charset="0"/>
              </a:defRPr>
            </a:lvl8pPr>
            <a:lvl9pPr marL="2438339" algn="l" rtl="0" eaLnBrk="1" fontAlgn="base" hangingPunct="1">
              <a:spcBef>
                <a:spcPct val="0"/>
              </a:spcBef>
              <a:spcAft>
                <a:spcPct val="0"/>
              </a:spcAft>
              <a:defRPr sz="3467" b="1">
                <a:solidFill>
                  <a:schemeClr val="tx2"/>
                </a:solidFill>
                <a:latin typeface="Arial" charset="0"/>
              </a:defRPr>
            </a:lvl9pPr>
          </a:lstStyle>
          <a:p>
            <a:r>
              <a:rPr lang="en-US" kern="0" dirty="0"/>
              <a:t>Key documentation leveraged in this video</a:t>
            </a:r>
          </a:p>
        </p:txBody>
      </p:sp>
    </p:spTree>
    <p:extLst>
      <p:ext uri="{BB962C8B-B14F-4D97-AF65-F5344CB8AC3E}">
        <p14:creationId xmlns:p14="http://schemas.microsoft.com/office/powerpoint/2010/main" val="1362175207"/>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D571FC0-57CE-4784-A2B5-562A4C96082E}"/>
              </a:ext>
            </a:extLst>
          </p:cNvPr>
          <p:cNvPicPr>
            <a:picLocks noChangeAspect="1"/>
          </p:cNvPicPr>
          <p:nvPr/>
        </p:nvPicPr>
        <p:blipFill>
          <a:blip r:embed="rId3"/>
          <a:stretch>
            <a:fillRect/>
          </a:stretch>
        </p:blipFill>
        <p:spPr>
          <a:xfrm>
            <a:off x="230849" y="722280"/>
            <a:ext cx="11436665" cy="5805344"/>
          </a:xfrm>
          <a:prstGeom prst="rect">
            <a:avLst/>
          </a:prstGeom>
        </p:spPr>
      </p:pic>
      <p:sp>
        <p:nvSpPr>
          <p:cNvPr id="2" name="Content Placeholder 1">
            <a:extLst>
              <a:ext uri="{FF2B5EF4-FFF2-40B4-BE49-F238E27FC236}">
                <a16:creationId xmlns:a16="http://schemas.microsoft.com/office/drawing/2014/main" id="{E6157E40-1B1E-4A42-945A-FF5D7BC7A682}"/>
              </a:ext>
            </a:extLst>
          </p:cNvPr>
          <p:cNvSpPr>
            <a:spLocks noGrp="1"/>
          </p:cNvSpPr>
          <p:nvPr>
            <p:ph sz="quarter" idx="13" hasCustomPrompt="1"/>
          </p:nvPr>
        </p:nvSpPr>
        <p:spPr/>
        <p:txBody>
          <a:bodyPr/>
          <a:lstStyle/>
          <a:p>
            <a:pPr>
              <a:buNone/>
            </a:pPr>
            <a:endParaRPr lang="en-US" dirty="0"/>
          </a:p>
          <a:p>
            <a:pPr>
              <a:buNone/>
            </a:pPr>
            <a:endParaRPr lang="en-US" dirty="0"/>
          </a:p>
        </p:txBody>
      </p:sp>
      <p:sp>
        <p:nvSpPr>
          <p:cNvPr id="3" name="Title 2">
            <a:extLst>
              <a:ext uri="{FF2B5EF4-FFF2-40B4-BE49-F238E27FC236}">
                <a16:creationId xmlns:a16="http://schemas.microsoft.com/office/drawing/2014/main" id="{3C43D51E-8B5F-4145-8D2C-A4E0D2536C2C}"/>
              </a:ext>
            </a:extLst>
          </p:cNvPr>
          <p:cNvSpPr>
            <a:spLocks noGrp="1"/>
          </p:cNvSpPr>
          <p:nvPr>
            <p:ph type="title" hasCustomPrompt="1"/>
          </p:nvPr>
        </p:nvSpPr>
        <p:spPr/>
        <p:txBody>
          <a:bodyPr/>
          <a:lstStyle/>
          <a:p>
            <a:r>
              <a:t>Project Creator </a:t>
            </a:r>
          </a:p>
        </p:txBody>
      </p:sp>
      <p:sp>
        <p:nvSpPr>
          <p:cNvPr id="5" name="Rectangle 4">
            <a:extLst>
              <a:ext uri="{FF2B5EF4-FFF2-40B4-BE49-F238E27FC236}">
                <a16:creationId xmlns:a16="http://schemas.microsoft.com/office/drawing/2014/main" id="{20F826EA-A7FE-434A-95C7-D0F13E02A4E3}"/>
              </a:ext>
            </a:extLst>
          </p:cNvPr>
          <p:cNvSpPr/>
          <p:nvPr/>
        </p:nvSpPr>
        <p:spPr bwMode="auto">
          <a:xfrm>
            <a:off x="2536016" y="1196829"/>
            <a:ext cx="8888576" cy="5040483"/>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CDE12B64-103A-491B-AAAC-3A8AF8AABAFB}"/>
              </a:ext>
            </a:extLst>
          </p:cNvPr>
          <p:cNvSpPr/>
          <p:nvPr/>
        </p:nvSpPr>
        <p:spPr bwMode="auto">
          <a:xfrm>
            <a:off x="2639616" y="2937926"/>
            <a:ext cx="4392488" cy="347058"/>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E11A06AF-CF8C-49C4-B4FF-2A664F7C4D29}"/>
              </a:ext>
            </a:extLst>
          </p:cNvPr>
          <p:cNvSpPr/>
          <p:nvPr/>
        </p:nvSpPr>
        <p:spPr bwMode="auto">
          <a:xfrm>
            <a:off x="199593" y="2012885"/>
            <a:ext cx="2098509"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3456135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7"/>
                                        </p:tgtEl>
                                        <p:attrNameLst>
                                          <p:attrName>style.visibility</p:attrName>
                                        </p:attrNameLst>
                                      </p:cBhvr>
                                      <p:to>
                                        <p:strVal val="hidden"/>
                                      </p:to>
                                    </p:set>
                                  </p:childTnLst>
                                </p:cTn>
                              </p:par>
                              <p:par>
                                <p:cTn id="12" presetID="6"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5"/>
                                        </p:tgtEl>
                                        <p:attrNameLst>
                                          <p:attrName>style.visibility</p:attrName>
                                        </p:attrNameLst>
                                      </p:cBhvr>
                                      <p:to>
                                        <p:strVal val="hidden"/>
                                      </p:to>
                                    </p:set>
                                  </p:childTnLst>
                                </p:cTn>
                              </p:par>
                              <p:par>
                                <p:cTn id="19" presetID="21" presetClass="entr" presetSubtype="1"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heel(1)">
                                      <p:cBhvr>
                                        <p:cTn id="2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7" grpId="0" animBg="1"/>
      <p:bldP spid="7" grpId="1"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FCEE35-B033-43D4-953D-2F25705C2103}"/>
              </a:ext>
            </a:extLst>
          </p:cNvPr>
          <p:cNvSpPr>
            <a:spLocks noGrp="1"/>
          </p:cNvSpPr>
          <p:nvPr>
            <p:ph type="title" hasCustomPrompt="1"/>
          </p:nvPr>
        </p:nvSpPr>
        <p:spPr/>
        <p:txBody>
          <a:bodyPr/>
          <a:lstStyle/>
          <a:p>
            <a:r>
              <a:t>Understanding the Application Structure </a:t>
            </a:r>
          </a:p>
        </p:txBody>
      </p:sp>
      <p:pic>
        <p:nvPicPr>
          <p:cNvPr id="4" name="Picture 3">
            <a:extLst>
              <a:ext uri="{FF2B5EF4-FFF2-40B4-BE49-F238E27FC236}">
                <a16:creationId xmlns:a16="http://schemas.microsoft.com/office/drawing/2014/main" id="{326D6309-6A80-47DB-A4ED-489CA6985046}"/>
              </a:ext>
            </a:extLst>
          </p:cNvPr>
          <p:cNvPicPr>
            <a:picLocks noChangeAspect="1"/>
          </p:cNvPicPr>
          <p:nvPr/>
        </p:nvPicPr>
        <p:blipFill>
          <a:blip r:embed="rId3"/>
          <a:stretch>
            <a:fillRect/>
          </a:stretch>
        </p:blipFill>
        <p:spPr>
          <a:xfrm>
            <a:off x="3791744" y="620688"/>
            <a:ext cx="4082626" cy="5945939"/>
          </a:xfrm>
          <a:prstGeom prst="rect">
            <a:avLst/>
          </a:prstGeom>
        </p:spPr>
      </p:pic>
      <p:sp>
        <p:nvSpPr>
          <p:cNvPr id="25" name="Rectangle 24">
            <a:extLst>
              <a:ext uri="{FF2B5EF4-FFF2-40B4-BE49-F238E27FC236}">
                <a16:creationId xmlns:a16="http://schemas.microsoft.com/office/drawing/2014/main" id="{FF4F0F84-3C66-4856-B53B-A658C4C8D97C}"/>
              </a:ext>
            </a:extLst>
          </p:cNvPr>
          <p:cNvSpPr/>
          <p:nvPr/>
        </p:nvSpPr>
        <p:spPr bwMode="auto">
          <a:xfrm>
            <a:off x="4427979" y="911918"/>
            <a:ext cx="3312368" cy="572866"/>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6" name="Rectangle 25">
            <a:extLst>
              <a:ext uri="{FF2B5EF4-FFF2-40B4-BE49-F238E27FC236}">
                <a16:creationId xmlns:a16="http://schemas.microsoft.com/office/drawing/2014/main" id="{C3EDCEA0-3FAB-471F-AC78-14BA06E403F0}"/>
              </a:ext>
            </a:extLst>
          </p:cNvPr>
          <p:cNvSpPr/>
          <p:nvPr/>
        </p:nvSpPr>
        <p:spPr bwMode="auto">
          <a:xfrm>
            <a:off x="4438835" y="1556792"/>
            <a:ext cx="3313349" cy="432048"/>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7" name="Rectangle 26">
            <a:extLst>
              <a:ext uri="{FF2B5EF4-FFF2-40B4-BE49-F238E27FC236}">
                <a16:creationId xmlns:a16="http://schemas.microsoft.com/office/drawing/2014/main" id="{34025C79-5752-4FC3-85EB-16B5F30BAF00}"/>
              </a:ext>
            </a:extLst>
          </p:cNvPr>
          <p:cNvSpPr/>
          <p:nvPr/>
        </p:nvSpPr>
        <p:spPr bwMode="auto">
          <a:xfrm>
            <a:off x="4438835" y="2420808"/>
            <a:ext cx="3313349" cy="2088312"/>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8" name="Rectangle 27">
            <a:extLst>
              <a:ext uri="{FF2B5EF4-FFF2-40B4-BE49-F238E27FC236}">
                <a16:creationId xmlns:a16="http://schemas.microsoft.com/office/drawing/2014/main" id="{C3E439F0-7139-41EE-B9B8-5E0A51C5C493}"/>
              </a:ext>
            </a:extLst>
          </p:cNvPr>
          <p:cNvSpPr/>
          <p:nvPr/>
        </p:nvSpPr>
        <p:spPr bwMode="auto">
          <a:xfrm>
            <a:off x="4427979" y="4580968"/>
            <a:ext cx="3313349" cy="360120"/>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9" name="Rectangle 28">
            <a:extLst>
              <a:ext uri="{FF2B5EF4-FFF2-40B4-BE49-F238E27FC236}">
                <a16:creationId xmlns:a16="http://schemas.microsoft.com/office/drawing/2014/main" id="{40AD0F67-5E60-4482-A0A3-8024468F1CFF}"/>
              </a:ext>
            </a:extLst>
          </p:cNvPr>
          <p:cNvSpPr/>
          <p:nvPr/>
        </p:nvSpPr>
        <p:spPr bwMode="auto">
          <a:xfrm>
            <a:off x="4426998" y="5012936"/>
            <a:ext cx="3313349" cy="216264"/>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30" name="Rectangle 29">
            <a:extLst>
              <a:ext uri="{FF2B5EF4-FFF2-40B4-BE49-F238E27FC236}">
                <a16:creationId xmlns:a16="http://schemas.microsoft.com/office/drawing/2014/main" id="{D676CCB3-850E-4B54-B11F-A6F964A5B21F}"/>
              </a:ext>
            </a:extLst>
          </p:cNvPr>
          <p:cNvSpPr/>
          <p:nvPr/>
        </p:nvSpPr>
        <p:spPr bwMode="auto">
          <a:xfrm>
            <a:off x="4422065" y="5321608"/>
            <a:ext cx="3313349" cy="699679"/>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31" name="Rectangle 30">
            <a:extLst>
              <a:ext uri="{FF2B5EF4-FFF2-40B4-BE49-F238E27FC236}">
                <a16:creationId xmlns:a16="http://schemas.microsoft.com/office/drawing/2014/main" id="{DE47A369-3EC3-437C-8F20-D233EF10CAFB}"/>
              </a:ext>
            </a:extLst>
          </p:cNvPr>
          <p:cNvSpPr/>
          <p:nvPr/>
        </p:nvSpPr>
        <p:spPr bwMode="auto">
          <a:xfrm>
            <a:off x="4421083" y="6101304"/>
            <a:ext cx="3313349" cy="465324"/>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83379938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heel(1)">
                                      <p:cBhvr>
                                        <p:cTn id="7" dur="20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25"/>
                                        </p:tgtEl>
                                        <p:attrNameLst>
                                          <p:attrName>style.visibility</p:attrName>
                                        </p:attrNameLst>
                                      </p:cBhvr>
                                      <p:to>
                                        <p:strVal val="hidden"/>
                                      </p:to>
                                    </p:set>
                                  </p:childTnLst>
                                </p:cTn>
                              </p:par>
                              <p:par>
                                <p:cTn id="12" presetID="21" presetClass="entr" presetSubtype="1" fill="hold" grpId="0"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heel(1)">
                                      <p:cBhvr>
                                        <p:cTn id="14" dur="2000"/>
                                        <p:tgtEl>
                                          <p:spTgt spid="2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26"/>
                                        </p:tgtEl>
                                        <p:attrNameLst>
                                          <p:attrName>style.visibility</p:attrName>
                                        </p:attrNameLst>
                                      </p:cBhvr>
                                      <p:to>
                                        <p:strVal val="hidden"/>
                                      </p:to>
                                    </p:set>
                                  </p:childTnLst>
                                </p:cTn>
                              </p:par>
                              <p:par>
                                <p:cTn id="19" presetID="21" presetClass="entr" presetSubtype="1"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heel(1)">
                                      <p:cBhvr>
                                        <p:cTn id="21" dur="2000"/>
                                        <p:tgtEl>
                                          <p:spTgt spid="2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27"/>
                                        </p:tgtEl>
                                        <p:attrNameLst>
                                          <p:attrName>style.visibility</p:attrName>
                                        </p:attrNameLst>
                                      </p:cBhvr>
                                      <p:to>
                                        <p:strVal val="hidden"/>
                                      </p:to>
                                    </p:set>
                                  </p:childTnLst>
                                </p:cTn>
                              </p:par>
                              <p:par>
                                <p:cTn id="26" presetID="21" presetClass="entr" presetSubtype="1"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heel(1)">
                                      <p:cBhvr>
                                        <p:cTn id="28" dur="2000"/>
                                        <p:tgtEl>
                                          <p:spTgt spid="2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28"/>
                                        </p:tgtEl>
                                        <p:attrNameLst>
                                          <p:attrName>style.visibility</p:attrName>
                                        </p:attrNameLst>
                                      </p:cBhvr>
                                      <p:to>
                                        <p:strVal val="hidden"/>
                                      </p:to>
                                    </p:set>
                                  </p:childTnLst>
                                </p:cTn>
                              </p:par>
                              <p:par>
                                <p:cTn id="33" presetID="21" presetClass="entr" presetSubtype="1"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heel(1)">
                                      <p:cBhvr>
                                        <p:cTn id="35" dur="2000"/>
                                        <p:tgtEl>
                                          <p:spTgt spid="29"/>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29"/>
                                        </p:tgtEl>
                                        <p:attrNameLst>
                                          <p:attrName>style.visibility</p:attrName>
                                        </p:attrNameLst>
                                      </p:cBhvr>
                                      <p:to>
                                        <p:strVal val="hidden"/>
                                      </p:to>
                                    </p:set>
                                  </p:childTnLst>
                                </p:cTn>
                              </p:par>
                              <p:par>
                                <p:cTn id="40" presetID="21" presetClass="entr" presetSubtype="1"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wheel(1)">
                                      <p:cBhvr>
                                        <p:cTn id="42" dur="20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30"/>
                                        </p:tgtEl>
                                        <p:attrNameLst>
                                          <p:attrName>style.visibility</p:attrName>
                                        </p:attrNameLst>
                                      </p:cBhvr>
                                      <p:to>
                                        <p:strVal val="hidden"/>
                                      </p:to>
                                    </p:set>
                                  </p:childTnLst>
                                </p:cTn>
                              </p:par>
                              <p:par>
                                <p:cTn id="47" presetID="21" presetClass="entr" presetSubtype="1"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wheel(1)">
                                      <p:cBhvr>
                                        <p:cTn id="49" dur="2000"/>
                                        <p:tgtEl>
                                          <p:spTgt spid="31"/>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E65457-AAB8-414D-8726-2E0A1A0CEFD4}"/>
              </a:ext>
            </a:extLst>
          </p:cNvPr>
          <p:cNvSpPr>
            <a:spLocks noGrp="1"/>
          </p:cNvSpPr>
          <p:nvPr>
            <p:ph type="title" hasCustomPrompt="1"/>
          </p:nvPr>
        </p:nvSpPr>
        <p:spPr/>
        <p:txBody>
          <a:bodyPr/>
          <a:lstStyle/>
          <a:p>
            <a:r>
              <a:t>Library Manager </a:t>
            </a:r>
          </a:p>
        </p:txBody>
      </p:sp>
      <p:pic>
        <p:nvPicPr>
          <p:cNvPr id="4" name="Picture 3">
            <a:extLst>
              <a:ext uri="{FF2B5EF4-FFF2-40B4-BE49-F238E27FC236}">
                <a16:creationId xmlns:a16="http://schemas.microsoft.com/office/drawing/2014/main" id="{F1B16168-9037-424D-A237-0D79A7563EBE}"/>
              </a:ext>
            </a:extLst>
          </p:cNvPr>
          <p:cNvPicPr>
            <a:picLocks noChangeAspect="1"/>
          </p:cNvPicPr>
          <p:nvPr/>
        </p:nvPicPr>
        <p:blipFill>
          <a:blip r:embed="rId3"/>
          <a:stretch>
            <a:fillRect/>
          </a:stretch>
        </p:blipFill>
        <p:spPr>
          <a:xfrm>
            <a:off x="335360" y="980728"/>
            <a:ext cx="11665296" cy="5472608"/>
          </a:xfrm>
          <a:prstGeom prst="rect">
            <a:avLst/>
          </a:prstGeom>
        </p:spPr>
      </p:pic>
      <p:sp>
        <p:nvSpPr>
          <p:cNvPr id="5" name="Rectangle 4">
            <a:extLst>
              <a:ext uri="{FF2B5EF4-FFF2-40B4-BE49-F238E27FC236}">
                <a16:creationId xmlns:a16="http://schemas.microsoft.com/office/drawing/2014/main" id="{1EDFFA47-8BF0-43CC-81E1-CCFA571469AC}"/>
              </a:ext>
            </a:extLst>
          </p:cNvPr>
          <p:cNvSpPr/>
          <p:nvPr/>
        </p:nvSpPr>
        <p:spPr bwMode="auto">
          <a:xfrm>
            <a:off x="479376" y="1916832"/>
            <a:ext cx="5633392" cy="2592287"/>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52811FA9-7BB5-463A-8D06-A3E5D1DAB53B}"/>
              </a:ext>
            </a:extLst>
          </p:cNvPr>
          <p:cNvSpPr/>
          <p:nvPr/>
        </p:nvSpPr>
        <p:spPr bwMode="auto">
          <a:xfrm>
            <a:off x="6248400" y="1700808"/>
            <a:ext cx="5616624" cy="2808311"/>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9923EBD0-356B-4ABD-A556-2770270FF7C2}"/>
              </a:ext>
            </a:extLst>
          </p:cNvPr>
          <p:cNvSpPr/>
          <p:nvPr/>
        </p:nvSpPr>
        <p:spPr bwMode="auto">
          <a:xfrm>
            <a:off x="479376" y="4509119"/>
            <a:ext cx="936104" cy="216025"/>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8" name="Rectangle 7">
            <a:extLst>
              <a:ext uri="{FF2B5EF4-FFF2-40B4-BE49-F238E27FC236}">
                <a16:creationId xmlns:a16="http://schemas.microsoft.com/office/drawing/2014/main" id="{C4E2AB70-C9AD-4842-969C-B6E20CB92C85}"/>
              </a:ext>
            </a:extLst>
          </p:cNvPr>
          <p:cNvSpPr/>
          <p:nvPr/>
        </p:nvSpPr>
        <p:spPr bwMode="auto">
          <a:xfrm>
            <a:off x="1415480" y="4515721"/>
            <a:ext cx="1008112" cy="209423"/>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9" name="Rectangle 8">
            <a:extLst>
              <a:ext uri="{FF2B5EF4-FFF2-40B4-BE49-F238E27FC236}">
                <a16:creationId xmlns:a16="http://schemas.microsoft.com/office/drawing/2014/main" id="{37E60BE8-14E1-427F-ABAD-085F11885FB9}"/>
              </a:ext>
            </a:extLst>
          </p:cNvPr>
          <p:cNvSpPr/>
          <p:nvPr/>
        </p:nvSpPr>
        <p:spPr bwMode="auto">
          <a:xfrm>
            <a:off x="9926669" y="6021289"/>
            <a:ext cx="936104"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406401997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hidden"/>
                                      </p:to>
                                    </p:set>
                                  </p:childTnLst>
                                </p:cTn>
                              </p:par>
                              <p:par>
                                <p:cTn id="12" presetID="21" presetClass="entr" presetSubtype="1"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heel(1)">
                                      <p:cBhvr>
                                        <p:cTn id="14" dur="20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par>
                                <p:cTn id="19" presetID="21" presetClass="entr" presetSubtype="1"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7"/>
                                        </p:tgtEl>
                                        <p:attrNameLst>
                                          <p:attrName>style.visibility</p:attrName>
                                        </p:attrNameLst>
                                      </p:cBhvr>
                                      <p:to>
                                        <p:strVal val="hidden"/>
                                      </p:to>
                                    </p:set>
                                  </p:childTnLst>
                                </p:cTn>
                              </p:par>
                              <p:par>
                                <p:cTn id="26" presetID="21" presetClass="entr" presetSubtype="1"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heel(1)">
                                      <p:cBhvr>
                                        <p:cTn id="28" dur="20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8"/>
                                        </p:tgtEl>
                                        <p:attrNameLst>
                                          <p:attrName>style.visibility</p:attrName>
                                        </p:attrNameLst>
                                      </p:cBhvr>
                                      <p:to>
                                        <p:strVal val="hidden"/>
                                      </p:to>
                                    </p:set>
                                  </p:childTnLst>
                                </p:cTn>
                              </p:par>
                              <p:par>
                                <p:cTn id="33" presetID="21" presetClass="entr" presetSubtype="1"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heel(1)">
                                      <p:cBhvr>
                                        <p:cTn id="35"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6CE2CC-C1D8-4748-AC3D-8025B5102B2F}"/>
              </a:ext>
            </a:extLst>
          </p:cNvPr>
          <p:cNvSpPr>
            <a:spLocks noGrp="1"/>
          </p:cNvSpPr>
          <p:nvPr>
            <p:ph sz="quarter" idx="13" hasCustomPrompt="1"/>
          </p:nvPr>
        </p:nvSpPr>
        <p:spPr/>
        <p:txBody>
          <a:bodyPr/>
          <a:lstStyle/>
          <a:p>
            <a:pPr>
              <a:lnSpc>
                <a:spcPct val="150000"/>
              </a:lnSpc>
              <a:buFont typeface="Wingdings" panose="05000000000000000000" pitchFamily="2" charset="2"/>
              <a:buChar char="q"/>
            </a:pPr>
            <a:r>
              <a:t>Device Configurator</a:t>
            </a:r>
          </a:p>
          <a:p>
            <a:pPr>
              <a:lnSpc>
                <a:spcPct val="150000"/>
              </a:lnSpc>
              <a:buFont typeface="Wingdings" panose="05000000000000000000" pitchFamily="2" charset="2"/>
              <a:buChar char="q"/>
            </a:pPr>
            <a:r>
              <a:t>QSPI Configurator</a:t>
            </a:r>
          </a:p>
          <a:p>
            <a:pPr>
              <a:lnSpc>
                <a:spcPct val="150000"/>
              </a:lnSpc>
              <a:buFont typeface="Wingdings" panose="05000000000000000000" pitchFamily="2" charset="2"/>
              <a:buChar char="q"/>
            </a:pPr>
            <a:r>
              <a:t>Smart I/O Configurator </a:t>
            </a:r>
          </a:p>
          <a:p>
            <a:pPr>
              <a:lnSpc>
                <a:spcPct val="150000"/>
              </a:lnSpc>
              <a:buFont typeface="Wingdings" panose="05000000000000000000" pitchFamily="2" charset="2"/>
              <a:buChar char="q"/>
            </a:pPr>
            <a:r>
              <a:t>USB Configurator </a:t>
            </a:r>
          </a:p>
          <a:p>
            <a:pPr>
              <a:buNone/>
            </a:pPr>
            <a:endParaRPr lang="en-US" b="1" dirty="0"/>
          </a:p>
          <a:p>
            <a:pPr>
              <a:buNone/>
            </a:pPr>
            <a:endParaRPr lang="en-US" b="1" dirty="0"/>
          </a:p>
          <a:p>
            <a:pPr>
              <a:buNone/>
            </a:pPr>
            <a:endParaRPr lang="en-US" b="1" dirty="0"/>
          </a:p>
          <a:p>
            <a:pPr>
              <a:buNone/>
            </a:pPr>
            <a:endParaRPr lang="en-US" b="1" dirty="0"/>
          </a:p>
          <a:p>
            <a:pPr>
              <a:lnSpc>
                <a:spcPct val="100000"/>
              </a:lnSpc>
              <a:spcAft>
                <a:spcPts val="600"/>
              </a:spcAft>
            </a:pPr>
            <a:r>
              <a:t>Configurators</a:t>
            </a:r>
          </a:p>
          <a:p>
            <a:pPr lvl="1">
              <a:lnSpc>
                <a:spcPct val="100000"/>
              </a:lnSpc>
              <a:spcAft>
                <a:spcPts val="1200"/>
              </a:spcAft>
              <a:buFont typeface="Wingdings" panose="05000000000000000000" pitchFamily="2" charset="2"/>
              <a:buChar char="Ø"/>
            </a:pPr>
            <a:r>
              <a:t>Creates structures needed for peripherals</a:t>
            </a:r>
            <a:br>
              <a:rPr/>
            </a:br>
            <a:r>
              <a:t>used by PDL</a:t>
            </a:r>
          </a:p>
          <a:p>
            <a:pPr lvl="1">
              <a:lnSpc>
                <a:spcPct val="100000"/>
              </a:lnSpc>
              <a:buFont typeface="Wingdings" panose="05000000000000000000" pitchFamily="2" charset="2"/>
              <a:buChar char="Ø"/>
            </a:pPr>
            <a:r>
              <a:t>Not needed for applications using HAL</a:t>
            </a:r>
          </a:p>
          <a:p>
            <a:pPr>
              <a:buFont typeface="Wingdings" panose="05000000000000000000" pitchFamily="2" charset="2"/>
              <a:buChar char="q"/>
            </a:pPr>
            <a:endParaRPr lang="en-US" dirty="0"/>
          </a:p>
        </p:txBody>
      </p:sp>
      <p:sp>
        <p:nvSpPr>
          <p:cNvPr id="3" name="Title 2">
            <a:extLst>
              <a:ext uri="{FF2B5EF4-FFF2-40B4-BE49-F238E27FC236}">
                <a16:creationId xmlns:a16="http://schemas.microsoft.com/office/drawing/2014/main" id="{CC46CB3A-7583-4CA8-A178-614E82CCCE1A}"/>
              </a:ext>
            </a:extLst>
          </p:cNvPr>
          <p:cNvSpPr>
            <a:spLocks noGrp="1"/>
          </p:cNvSpPr>
          <p:nvPr>
            <p:ph type="title" hasCustomPrompt="1"/>
          </p:nvPr>
        </p:nvSpPr>
        <p:spPr/>
        <p:txBody>
          <a:bodyPr/>
          <a:lstStyle/>
          <a:p>
            <a:r>
              <a:t>Configurators </a:t>
            </a:r>
          </a:p>
        </p:txBody>
      </p:sp>
      <p:pic>
        <p:nvPicPr>
          <p:cNvPr id="4" name="Picture 3">
            <a:extLst>
              <a:ext uri="{FF2B5EF4-FFF2-40B4-BE49-F238E27FC236}">
                <a16:creationId xmlns:a16="http://schemas.microsoft.com/office/drawing/2014/main" id="{9DF8B435-B32B-44CE-BDAB-38E70BA03908}"/>
              </a:ext>
            </a:extLst>
          </p:cNvPr>
          <p:cNvPicPr>
            <a:picLocks noChangeAspect="1"/>
          </p:cNvPicPr>
          <p:nvPr/>
        </p:nvPicPr>
        <p:blipFill>
          <a:blip r:embed="rId3"/>
          <a:stretch>
            <a:fillRect/>
          </a:stretch>
        </p:blipFill>
        <p:spPr>
          <a:xfrm>
            <a:off x="5879976" y="932401"/>
            <a:ext cx="6065081" cy="5490898"/>
          </a:xfrm>
          <a:prstGeom prst="rect">
            <a:avLst/>
          </a:prstGeom>
        </p:spPr>
      </p:pic>
      <p:sp>
        <p:nvSpPr>
          <p:cNvPr id="5" name="Rectangle 4">
            <a:extLst>
              <a:ext uri="{FF2B5EF4-FFF2-40B4-BE49-F238E27FC236}">
                <a16:creationId xmlns:a16="http://schemas.microsoft.com/office/drawing/2014/main" id="{86D00297-34C0-41F8-844D-D4CB615CEC3A}"/>
              </a:ext>
            </a:extLst>
          </p:cNvPr>
          <p:cNvSpPr/>
          <p:nvPr/>
        </p:nvSpPr>
        <p:spPr bwMode="auto">
          <a:xfrm>
            <a:off x="5901617" y="4869160"/>
            <a:ext cx="3578759" cy="1056440"/>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50769821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F0E670-8FE4-4924-AD04-D3FA15D232F4}"/>
              </a:ext>
            </a:extLst>
          </p:cNvPr>
          <p:cNvSpPr>
            <a:spLocks noGrp="1"/>
          </p:cNvSpPr>
          <p:nvPr>
            <p:ph type="title" hasCustomPrompt="1"/>
          </p:nvPr>
        </p:nvSpPr>
        <p:spPr/>
        <p:txBody>
          <a:bodyPr/>
          <a:lstStyle/>
          <a:p>
            <a:r>
              <a:t>Device Configurator  </a:t>
            </a:r>
          </a:p>
        </p:txBody>
      </p:sp>
      <p:pic>
        <p:nvPicPr>
          <p:cNvPr id="4" name="Picture 3">
            <a:extLst>
              <a:ext uri="{FF2B5EF4-FFF2-40B4-BE49-F238E27FC236}">
                <a16:creationId xmlns:a16="http://schemas.microsoft.com/office/drawing/2014/main" id="{76EC672F-C64B-4937-A0A1-5EEFCE69A5A3}"/>
              </a:ext>
            </a:extLst>
          </p:cNvPr>
          <p:cNvPicPr>
            <a:picLocks noChangeAspect="1"/>
          </p:cNvPicPr>
          <p:nvPr/>
        </p:nvPicPr>
        <p:blipFill>
          <a:blip r:embed="rId3"/>
          <a:stretch>
            <a:fillRect/>
          </a:stretch>
        </p:blipFill>
        <p:spPr>
          <a:xfrm>
            <a:off x="263352" y="1022016"/>
            <a:ext cx="11761269" cy="5059796"/>
          </a:xfrm>
          <a:prstGeom prst="rect">
            <a:avLst/>
          </a:prstGeom>
        </p:spPr>
      </p:pic>
      <p:sp>
        <p:nvSpPr>
          <p:cNvPr id="5" name="Rectangle 4">
            <a:extLst>
              <a:ext uri="{FF2B5EF4-FFF2-40B4-BE49-F238E27FC236}">
                <a16:creationId xmlns:a16="http://schemas.microsoft.com/office/drawing/2014/main" id="{47317ED5-6D8E-4EB7-A3AB-E19FFD1439C7}"/>
              </a:ext>
            </a:extLst>
          </p:cNvPr>
          <p:cNvSpPr/>
          <p:nvPr/>
        </p:nvSpPr>
        <p:spPr bwMode="auto">
          <a:xfrm>
            <a:off x="272487" y="1340769"/>
            <a:ext cx="638937"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F778BA07-B9DF-4088-8E8F-9B69D3646DF9}"/>
              </a:ext>
            </a:extLst>
          </p:cNvPr>
          <p:cNvSpPr/>
          <p:nvPr/>
        </p:nvSpPr>
        <p:spPr bwMode="auto">
          <a:xfrm>
            <a:off x="263352" y="1736730"/>
            <a:ext cx="7200800" cy="4345081"/>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8" name="Rectangle 7">
            <a:extLst>
              <a:ext uri="{FF2B5EF4-FFF2-40B4-BE49-F238E27FC236}">
                <a16:creationId xmlns:a16="http://schemas.microsoft.com/office/drawing/2014/main" id="{2D41C0A9-1C08-420C-B0E3-45F0304AA93C}"/>
              </a:ext>
            </a:extLst>
          </p:cNvPr>
          <p:cNvSpPr/>
          <p:nvPr/>
        </p:nvSpPr>
        <p:spPr bwMode="auto">
          <a:xfrm>
            <a:off x="7499309" y="1556793"/>
            <a:ext cx="4525311" cy="4525019"/>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9" name="Rectangle 8">
            <a:extLst>
              <a:ext uri="{FF2B5EF4-FFF2-40B4-BE49-F238E27FC236}">
                <a16:creationId xmlns:a16="http://schemas.microsoft.com/office/drawing/2014/main" id="{8EB1DCD8-FFFF-4DF9-9C55-0DBDEA7615EE}"/>
              </a:ext>
            </a:extLst>
          </p:cNvPr>
          <p:cNvSpPr/>
          <p:nvPr/>
        </p:nvSpPr>
        <p:spPr bwMode="auto">
          <a:xfrm>
            <a:off x="591955" y="2924944"/>
            <a:ext cx="3528392" cy="17863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16192764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21" presetClass="entr" presetSubtype="1"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heel(1)">
                                      <p:cBhvr>
                                        <p:cTn id="19" dur="2000"/>
                                        <p:tgtEl>
                                          <p:spTgt spid="9"/>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heel(1)">
                                      <p:cBhvr>
                                        <p:cTn id="2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4A99509-7DFB-4E76-B810-A9FDAD88852D}"/>
              </a:ext>
            </a:extLst>
          </p:cNvPr>
          <p:cNvPicPr>
            <a:picLocks noGrp="1" noChangeAspect="1"/>
          </p:cNvPicPr>
          <p:nvPr>
            <p:ph sz="quarter" idx="13" hasCustomPrompt="1"/>
          </p:nvPr>
        </p:nvPicPr>
        <p:blipFill>
          <a:blip r:embed="rId3"/>
          <a:stretch>
            <a:fillRect/>
          </a:stretch>
        </p:blipFill>
        <p:spPr/>
      </p:pic>
      <p:sp>
        <p:nvSpPr>
          <p:cNvPr id="3" name="Title 2">
            <a:extLst>
              <a:ext uri="{FF2B5EF4-FFF2-40B4-BE49-F238E27FC236}">
                <a16:creationId xmlns:a16="http://schemas.microsoft.com/office/drawing/2014/main" id="{D1F7BBDC-EE22-4706-9282-208ED37E9ECC}"/>
              </a:ext>
            </a:extLst>
          </p:cNvPr>
          <p:cNvSpPr>
            <a:spLocks noGrp="1"/>
          </p:cNvSpPr>
          <p:nvPr>
            <p:ph type="title" hasCustomPrompt="1"/>
          </p:nvPr>
        </p:nvSpPr>
        <p:spPr/>
        <p:txBody>
          <a:bodyPr/>
          <a:lstStyle/>
          <a:p>
            <a:r>
              <a:t>Device Configurator contd…</a:t>
            </a:r>
          </a:p>
        </p:txBody>
      </p:sp>
      <p:sp>
        <p:nvSpPr>
          <p:cNvPr id="5" name="Rectangle 4">
            <a:extLst>
              <a:ext uri="{FF2B5EF4-FFF2-40B4-BE49-F238E27FC236}">
                <a16:creationId xmlns:a16="http://schemas.microsoft.com/office/drawing/2014/main" id="{09389240-EA8B-4E4C-B51E-54A57706707C}"/>
              </a:ext>
            </a:extLst>
          </p:cNvPr>
          <p:cNvSpPr/>
          <p:nvPr/>
        </p:nvSpPr>
        <p:spPr bwMode="auto">
          <a:xfrm>
            <a:off x="1199456" y="1628800"/>
            <a:ext cx="504056"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A96BFCF9-9522-4504-83B0-C4C1B391210B}"/>
              </a:ext>
            </a:extLst>
          </p:cNvPr>
          <p:cNvSpPr/>
          <p:nvPr/>
        </p:nvSpPr>
        <p:spPr bwMode="auto">
          <a:xfrm>
            <a:off x="479376" y="1997224"/>
            <a:ext cx="3528392" cy="438452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BD8722CF-5F5F-4DCF-BBDE-9F60CE157DE5}"/>
              </a:ext>
            </a:extLst>
          </p:cNvPr>
          <p:cNvSpPr/>
          <p:nvPr/>
        </p:nvSpPr>
        <p:spPr bwMode="auto">
          <a:xfrm>
            <a:off x="5110136" y="1997224"/>
            <a:ext cx="4838291" cy="438452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19411341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21" presetClass="entr" presetSubtype="1"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heel(1)">
                                      <p:cBhvr>
                                        <p:cTn id="19"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E01571-19FB-40F8-9514-7160FAB478F9}"/>
              </a:ext>
            </a:extLst>
          </p:cNvPr>
          <p:cNvSpPr>
            <a:spLocks noGrp="1"/>
          </p:cNvSpPr>
          <p:nvPr>
            <p:ph type="title" hasCustomPrompt="1"/>
          </p:nvPr>
        </p:nvSpPr>
        <p:spPr/>
        <p:txBody>
          <a:bodyPr/>
          <a:lstStyle/>
          <a:p>
            <a:r>
              <a:t>Device Configurator contd…</a:t>
            </a:r>
          </a:p>
        </p:txBody>
      </p:sp>
      <p:pic>
        <p:nvPicPr>
          <p:cNvPr id="4" name="Picture 3">
            <a:extLst>
              <a:ext uri="{FF2B5EF4-FFF2-40B4-BE49-F238E27FC236}">
                <a16:creationId xmlns:a16="http://schemas.microsoft.com/office/drawing/2014/main" id="{6DBFF6FF-B1C4-4CB2-9E2D-F6AECCE96B10}"/>
              </a:ext>
            </a:extLst>
          </p:cNvPr>
          <p:cNvPicPr>
            <a:picLocks noChangeAspect="1"/>
          </p:cNvPicPr>
          <p:nvPr/>
        </p:nvPicPr>
        <p:blipFill>
          <a:blip r:embed="rId3"/>
          <a:stretch>
            <a:fillRect/>
          </a:stretch>
        </p:blipFill>
        <p:spPr>
          <a:xfrm>
            <a:off x="479376" y="1400377"/>
            <a:ext cx="11017224" cy="4980951"/>
          </a:xfrm>
          <a:prstGeom prst="rect">
            <a:avLst/>
          </a:prstGeom>
        </p:spPr>
      </p:pic>
      <p:sp>
        <p:nvSpPr>
          <p:cNvPr id="8" name="Rectangle 7">
            <a:extLst>
              <a:ext uri="{FF2B5EF4-FFF2-40B4-BE49-F238E27FC236}">
                <a16:creationId xmlns:a16="http://schemas.microsoft.com/office/drawing/2014/main" id="{1A7EEFC2-5F20-4F52-97E6-2E8D101CFD56}"/>
              </a:ext>
            </a:extLst>
          </p:cNvPr>
          <p:cNvSpPr/>
          <p:nvPr/>
        </p:nvSpPr>
        <p:spPr bwMode="auto">
          <a:xfrm>
            <a:off x="1631504" y="1739074"/>
            <a:ext cx="1584176"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9" name="Rectangle 8">
            <a:extLst>
              <a:ext uri="{FF2B5EF4-FFF2-40B4-BE49-F238E27FC236}">
                <a16:creationId xmlns:a16="http://schemas.microsoft.com/office/drawing/2014/main" id="{665D4D10-04DB-4B32-9152-840E225A18DE}"/>
              </a:ext>
            </a:extLst>
          </p:cNvPr>
          <p:cNvSpPr/>
          <p:nvPr/>
        </p:nvSpPr>
        <p:spPr bwMode="auto">
          <a:xfrm>
            <a:off x="479376" y="2060848"/>
            <a:ext cx="8064896" cy="4320480"/>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141620759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heel(1)">
                                      <p:cBhvr>
                                        <p:cTn id="10" dur="20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050CCC-5B51-4A42-A257-FD416DC09464}"/>
              </a:ext>
            </a:extLst>
          </p:cNvPr>
          <p:cNvSpPr>
            <a:spLocks noGrp="1"/>
          </p:cNvSpPr>
          <p:nvPr>
            <p:ph type="title" hasCustomPrompt="1"/>
          </p:nvPr>
        </p:nvSpPr>
        <p:spPr/>
        <p:txBody>
          <a:bodyPr/>
          <a:lstStyle/>
          <a:p>
            <a:r>
              <a:t>Device Configurator contd…</a:t>
            </a:r>
          </a:p>
        </p:txBody>
      </p:sp>
      <p:pic>
        <p:nvPicPr>
          <p:cNvPr id="4" name="Picture 3">
            <a:extLst>
              <a:ext uri="{FF2B5EF4-FFF2-40B4-BE49-F238E27FC236}">
                <a16:creationId xmlns:a16="http://schemas.microsoft.com/office/drawing/2014/main" id="{4DEB8F91-D1D2-491A-9E4F-40EDFB7C61A9}"/>
              </a:ext>
            </a:extLst>
          </p:cNvPr>
          <p:cNvPicPr>
            <a:picLocks noChangeAspect="1"/>
          </p:cNvPicPr>
          <p:nvPr/>
        </p:nvPicPr>
        <p:blipFill>
          <a:blip r:embed="rId3"/>
          <a:stretch>
            <a:fillRect/>
          </a:stretch>
        </p:blipFill>
        <p:spPr>
          <a:xfrm>
            <a:off x="333164" y="920389"/>
            <a:ext cx="11379460" cy="5561391"/>
          </a:xfrm>
          <a:prstGeom prst="rect">
            <a:avLst/>
          </a:prstGeom>
        </p:spPr>
      </p:pic>
      <p:sp>
        <p:nvSpPr>
          <p:cNvPr id="5" name="Rectangle 4">
            <a:extLst>
              <a:ext uri="{FF2B5EF4-FFF2-40B4-BE49-F238E27FC236}">
                <a16:creationId xmlns:a16="http://schemas.microsoft.com/office/drawing/2014/main" id="{62455B5E-58B4-4A8A-9B4E-4418ECB65CA7}"/>
              </a:ext>
            </a:extLst>
          </p:cNvPr>
          <p:cNvSpPr/>
          <p:nvPr/>
        </p:nvSpPr>
        <p:spPr bwMode="auto">
          <a:xfrm>
            <a:off x="3071664" y="1134771"/>
            <a:ext cx="648072"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460C1CE7-1F8C-43E9-B3AF-976CFF662F61}"/>
              </a:ext>
            </a:extLst>
          </p:cNvPr>
          <p:cNvSpPr/>
          <p:nvPr/>
        </p:nvSpPr>
        <p:spPr bwMode="auto">
          <a:xfrm>
            <a:off x="350258" y="1553066"/>
            <a:ext cx="11362365" cy="4828261"/>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88846042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288F952-8D9C-4668-A9F3-8C30416EBCC0}"/>
              </a:ext>
            </a:extLst>
          </p:cNvPr>
          <p:cNvSpPr>
            <a:spLocks noGrp="1"/>
          </p:cNvSpPr>
          <p:nvPr>
            <p:ph type="title" hasCustomPrompt="1"/>
          </p:nvPr>
        </p:nvSpPr>
        <p:spPr/>
        <p:txBody>
          <a:bodyPr/>
          <a:lstStyle/>
          <a:p>
            <a:r>
              <a:t>Device Configurator contd…</a:t>
            </a:r>
          </a:p>
        </p:txBody>
      </p:sp>
      <p:pic>
        <p:nvPicPr>
          <p:cNvPr id="4" name="Picture 3">
            <a:extLst>
              <a:ext uri="{FF2B5EF4-FFF2-40B4-BE49-F238E27FC236}">
                <a16:creationId xmlns:a16="http://schemas.microsoft.com/office/drawing/2014/main" id="{E0EB0B4B-E6B7-4685-832A-657FB6F8FE31}"/>
              </a:ext>
            </a:extLst>
          </p:cNvPr>
          <p:cNvPicPr>
            <a:picLocks noChangeAspect="1"/>
          </p:cNvPicPr>
          <p:nvPr/>
        </p:nvPicPr>
        <p:blipFill>
          <a:blip r:embed="rId3"/>
          <a:stretch>
            <a:fillRect/>
          </a:stretch>
        </p:blipFill>
        <p:spPr>
          <a:xfrm>
            <a:off x="191344" y="1268760"/>
            <a:ext cx="6595816" cy="4824536"/>
          </a:xfrm>
          <a:prstGeom prst="rect">
            <a:avLst/>
          </a:prstGeom>
        </p:spPr>
      </p:pic>
      <p:pic>
        <p:nvPicPr>
          <p:cNvPr id="8" name="Picture 7">
            <a:extLst>
              <a:ext uri="{FF2B5EF4-FFF2-40B4-BE49-F238E27FC236}">
                <a16:creationId xmlns:a16="http://schemas.microsoft.com/office/drawing/2014/main" id="{78721A95-CA5F-4CC6-BA2E-7EB513B15358}"/>
              </a:ext>
            </a:extLst>
          </p:cNvPr>
          <p:cNvPicPr>
            <a:picLocks noChangeAspect="1"/>
          </p:cNvPicPr>
          <p:nvPr/>
        </p:nvPicPr>
        <p:blipFill>
          <a:blip r:embed="rId4"/>
          <a:stretch>
            <a:fillRect/>
          </a:stretch>
        </p:blipFill>
        <p:spPr>
          <a:xfrm>
            <a:off x="5951985" y="1269775"/>
            <a:ext cx="6100502" cy="5039545"/>
          </a:xfrm>
          <a:prstGeom prst="rect">
            <a:avLst/>
          </a:prstGeom>
        </p:spPr>
      </p:pic>
      <p:sp>
        <p:nvSpPr>
          <p:cNvPr id="9" name="Rectangle 8">
            <a:extLst>
              <a:ext uri="{FF2B5EF4-FFF2-40B4-BE49-F238E27FC236}">
                <a16:creationId xmlns:a16="http://schemas.microsoft.com/office/drawing/2014/main" id="{30F3123F-5DC8-4037-B90B-D24DAFBCAA8E}"/>
              </a:ext>
            </a:extLst>
          </p:cNvPr>
          <p:cNvSpPr/>
          <p:nvPr/>
        </p:nvSpPr>
        <p:spPr bwMode="auto">
          <a:xfrm>
            <a:off x="4583831" y="1269775"/>
            <a:ext cx="1368153" cy="249150"/>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0" name="Rectangle 9">
            <a:extLst>
              <a:ext uri="{FF2B5EF4-FFF2-40B4-BE49-F238E27FC236}">
                <a16:creationId xmlns:a16="http://schemas.microsoft.com/office/drawing/2014/main" id="{88DE6F83-1BAA-4E16-ABC2-2C73D9539213}"/>
              </a:ext>
            </a:extLst>
          </p:cNvPr>
          <p:cNvSpPr/>
          <p:nvPr/>
        </p:nvSpPr>
        <p:spPr bwMode="auto">
          <a:xfrm>
            <a:off x="350258" y="1553066"/>
            <a:ext cx="5601727" cy="4828261"/>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1" name="Rectangle 10">
            <a:extLst>
              <a:ext uri="{FF2B5EF4-FFF2-40B4-BE49-F238E27FC236}">
                <a16:creationId xmlns:a16="http://schemas.microsoft.com/office/drawing/2014/main" id="{C95834D0-C509-4558-8153-E7DBC77B7D32}"/>
              </a:ext>
            </a:extLst>
          </p:cNvPr>
          <p:cNvSpPr/>
          <p:nvPr/>
        </p:nvSpPr>
        <p:spPr bwMode="auto">
          <a:xfrm>
            <a:off x="5952075" y="1265035"/>
            <a:ext cx="503966" cy="253890"/>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2" name="Rectangle 11">
            <a:extLst>
              <a:ext uri="{FF2B5EF4-FFF2-40B4-BE49-F238E27FC236}">
                <a16:creationId xmlns:a16="http://schemas.microsoft.com/office/drawing/2014/main" id="{BF686530-8177-465C-A200-12DE26CE1ACD}"/>
              </a:ext>
            </a:extLst>
          </p:cNvPr>
          <p:cNvSpPr/>
          <p:nvPr/>
        </p:nvSpPr>
        <p:spPr bwMode="auto">
          <a:xfrm>
            <a:off x="5952074" y="1553066"/>
            <a:ext cx="6048582" cy="4828261"/>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27003802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heel(1)">
                                      <p:cBhvr>
                                        <p:cTn id="10" dur="20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2000"/>
                                        <p:tgtEl>
                                          <p:spTgt spid="11"/>
                                        </p:tgtEl>
                                      </p:cBhvr>
                                    </p:animEffect>
                                  </p:childTnLst>
                                </p:cTn>
                              </p:par>
                              <p:par>
                                <p:cTn id="22" presetID="21" presetClass="entr" presetSubtype="1"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heel(1)">
                                      <p:cBhvr>
                                        <p:cTn id="24" dur="20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P spid="11" grpId="1" animBg="1"/>
      <p:bldP spid="12" grpId="0" animBg="1"/>
      <p:bldP spid="12"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5961A2-3561-413D-8657-C19CFDF581CC}"/>
              </a:ext>
            </a:extLst>
          </p:cNvPr>
          <p:cNvSpPr>
            <a:spLocks noGrp="1"/>
          </p:cNvSpPr>
          <p:nvPr>
            <p:ph type="title" hasCustomPrompt="1"/>
          </p:nvPr>
        </p:nvSpPr>
        <p:spPr/>
        <p:txBody>
          <a:bodyPr/>
          <a:lstStyle/>
          <a:p>
            <a:r>
              <a:t>TrustZone Primer</a:t>
            </a:r>
          </a:p>
        </p:txBody>
      </p:sp>
      <p:pic>
        <p:nvPicPr>
          <p:cNvPr id="8" name="Picture 7">
            <a:extLst>
              <a:ext uri="{FF2B5EF4-FFF2-40B4-BE49-F238E27FC236}">
                <a16:creationId xmlns:a16="http://schemas.microsoft.com/office/drawing/2014/main" id="{6F4D1876-19FC-4773-A5EC-B8CDD884C5E4}"/>
              </a:ext>
            </a:extLst>
          </p:cNvPr>
          <p:cNvPicPr>
            <a:picLocks noChangeAspect="1"/>
          </p:cNvPicPr>
          <p:nvPr/>
        </p:nvPicPr>
        <p:blipFill>
          <a:blip r:embed="rId3"/>
          <a:stretch>
            <a:fillRect/>
          </a:stretch>
        </p:blipFill>
        <p:spPr>
          <a:xfrm>
            <a:off x="3840480" y="514350"/>
            <a:ext cx="4511040" cy="5829300"/>
          </a:xfrm>
          <a:prstGeom prst="rect">
            <a:avLst/>
          </a:prstGeom>
        </p:spPr>
      </p:pic>
    </p:spTree>
    <p:extLst>
      <p:ext uri="{BB962C8B-B14F-4D97-AF65-F5344CB8AC3E}">
        <p14:creationId xmlns:p14="http://schemas.microsoft.com/office/powerpoint/2010/main" val="3521883769"/>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5961A2-3561-413D-8657-C19CFDF581CC}"/>
              </a:ext>
            </a:extLst>
          </p:cNvPr>
          <p:cNvSpPr>
            <a:spLocks noGrp="1"/>
          </p:cNvSpPr>
          <p:nvPr>
            <p:ph type="title" hasCustomPrompt="1"/>
          </p:nvPr>
        </p:nvSpPr>
        <p:spPr/>
        <p:txBody>
          <a:bodyPr/>
          <a:lstStyle/>
          <a:p>
            <a:r>
              <a:t>TrustZone Primer</a:t>
            </a:r>
          </a:p>
        </p:txBody>
      </p:sp>
      <p:pic>
        <p:nvPicPr>
          <p:cNvPr id="2" name="Picture 1">
            <a:extLst>
              <a:ext uri="{FF2B5EF4-FFF2-40B4-BE49-F238E27FC236}">
                <a16:creationId xmlns:a16="http://schemas.microsoft.com/office/drawing/2014/main" id="{A0D7A5B3-9CB9-48B6-85FD-4A716293FB6C}"/>
              </a:ext>
            </a:extLst>
          </p:cNvPr>
          <p:cNvPicPr>
            <a:picLocks noChangeAspect="1"/>
          </p:cNvPicPr>
          <p:nvPr/>
        </p:nvPicPr>
        <p:blipFill>
          <a:blip r:embed="rId3"/>
          <a:stretch>
            <a:fillRect/>
          </a:stretch>
        </p:blipFill>
        <p:spPr>
          <a:xfrm>
            <a:off x="1631504" y="818503"/>
            <a:ext cx="8598565" cy="5850777"/>
          </a:xfrm>
          <a:prstGeom prst="rect">
            <a:avLst/>
          </a:prstGeom>
        </p:spPr>
      </p:pic>
    </p:spTree>
    <p:extLst>
      <p:ext uri="{BB962C8B-B14F-4D97-AF65-F5344CB8AC3E}">
        <p14:creationId xmlns:p14="http://schemas.microsoft.com/office/powerpoint/2010/main" val="138710314"/>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5961A2-3561-413D-8657-C19CFDF581CC}"/>
              </a:ext>
            </a:extLst>
          </p:cNvPr>
          <p:cNvSpPr>
            <a:spLocks noGrp="1"/>
          </p:cNvSpPr>
          <p:nvPr>
            <p:ph type="title" hasCustomPrompt="1"/>
          </p:nvPr>
        </p:nvSpPr>
        <p:spPr/>
        <p:txBody>
          <a:bodyPr/>
          <a:lstStyle/>
          <a:p>
            <a:r>
              <a:t>TrustZone Primer</a:t>
            </a:r>
          </a:p>
        </p:txBody>
      </p:sp>
      <p:pic>
        <p:nvPicPr>
          <p:cNvPr id="4" name="Picture 3">
            <a:extLst>
              <a:ext uri="{FF2B5EF4-FFF2-40B4-BE49-F238E27FC236}">
                <a16:creationId xmlns:a16="http://schemas.microsoft.com/office/drawing/2014/main" id="{52AD2198-C134-494F-92ED-41DF0FCFE0A9}"/>
              </a:ext>
            </a:extLst>
          </p:cNvPr>
          <p:cNvPicPr>
            <a:picLocks noChangeAspect="1"/>
          </p:cNvPicPr>
          <p:nvPr/>
        </p:nvPicPr>
        <p:blipFill>
          <a:blip r:embed="rId3"/>
          <a:stretch>
            <a:fillRect/>
          </a:stretch>
        </p:blipFill>
        <p:spPr>
          <a:xfrm>
            <a:off x="1879200" y="908720"/>
            <a:ext cx="8285015" cy="5586059"/>
          </a:xfrm>
          <a:prstGeom prst="rect">
            <a:avLst/>
          </a:prstGeom>
        </p:spPr>
      </p:pic>
    </p:spTree>
    <p:extLst>
      <p:ext uri="{BB962C8B-B14F-4D97-AF65-F5344CB8AC3E}">
        <p14:creationId xmlns:p14="http://schemas.microsoft.com/office/powerpoint/2010/main" val="1990439274"/>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5961A2-3561-413D-8657-C19CFDF581CC}"/>
              </a:ext>
            </a:extLst>
          </p:cNvPr>
          <p:cNvSpPr>
            <a:spLocks noGrp="1"/>
          </p:cNvSpPr>
          <p:nvPr>
            <p:ph type="title" hasCustomPrompt="1"/>
          </p:nvPr>
        </p:nvSpPr>
        <p:spPr/>
        <p:txBody>
          <a:bodyPr/>
          <a:lstStyle/>
          <a:p>
            <a:r>
              <a:t>TrustZone Primer</a:t>
            </a:r>
          </a:p>
        </p:txBody>
      </p:sp>
      <p:pic>
        <p:nvPicPr>
          <p:cNvPr id="2" name="Picture 1">
            <a:extLst>
              <a:ext uri="{FF2B5EF4-FFF2-40B4-BE49-F238E27FC236}">
                <a16:creationId xmlns:a16="http://schemas.microsoft.com/office/drawing/2014/main" id="{7B19ABB9-305C-42C9-AAA7-92EB55780D59}"/>
              </a:ext>
            </a:extLst>
          </p:cNvPr>
          <p:cNvPicPr>
            <a:picLocks noChangeAspect="1"/>
          </p:cNvPicPr>
          <p:nvPr/>
        </p:nvPicPr>
        <p:blipFill>
          <a:blip r:embed="rId3"/>
          <a:stretch>
            <a:fillRect/>
          </a:stretch>
        </p:blipFill>
        <p:spPr>
          <a:xfrm>
            <a:off x="1177290" y="764704"/>
            <a:ext cx="9032087" cy="5533990"/>
          </a:xfrm>
          <a:prstGeom prst="rect">
            <a:avLst/>
          </a:prstGeom>
        </p:spPr>
      </p:pic>
    </p:spTree>
    <p:extLst>
      <p:ext uri="{BB962C8B-B14F-4D97-AF65-F5344CB8AC3E}">
        <p14:creationId xmlns:p14="http://schemas.microsoft.com/office/powerpoint/2010/main" val="2430156352"/>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5961A2-3561-413D-8657-C19CFDF581CC}"/>
              </a:ext>
            </a:extLst>
          </p:cNvPr>
          <p:cNvSpPr>
            <a:spLocks noGrp="1"/>
          </p:cNvSpPr>
          <p:nvPr>
            <p:ph type="title" hasCustomPrompt="1"/>
          </p:nvPr>
        </p:nvSpPr>
        <p:spPr/>
        <p:txBody>
          <a:bodyPr/>
          <a:lstStyle/>
          <a:p>
            <a:r>
              <a:t>TrustZone Primer</a:t>
            </a:r>
          </a:p>
        </p:txBody>
      </p:sp>
      <p:pic>
        <p:nvPicPr>
          <p:cNvPr id="4" name="Picture 3">
            <a:extLst>
              <a:ext uri="{FF2B5EF4-FFF2-40B4-BE49-F238E27FC236}">
                <a16:creationId xmlns:a16="http://schemas.microsoft.com/office/drawing/2014/main" id="{8DC1364B-3BF8-4D8C-8329-CC21C1D5E345}"/>
              </a:ext>
            </a:extLst>
          </p:cNvPr>
          <p:cNvPicPr>
            <a:picLocks noChangeAspect="1"/>
          </p:cNvPicPr>
          <p:nvPr/>
        </p:nvPicPr>
        <p:blipFill>
          <a:blip r:embed="rId3"/>
          <a:stretch>
            <a:fillRect/>
          </a:stretch>
        </p:blipFill>
        <p:spPr>
          <a:xfrm>
            <a:off x="2639616" y="188720"/>
            <a:ext cx="7530377" cy="6381328"/>
          </a:xfrm>
          <a:prstGeom prst="rect">
            <a:avLst/>
          </a:prstGeom>
        </p:spPr>
      </p:pic>
    </p:spTree>
    <p:extLst>
      <p:ext uri="{BB962C8B-B14F-4D97-AF65-F5344CB8AC3E}">
        <p14:creationId xmlns:p14="http://schemas.microsoft.com/office/powerpoint/2010/main" val="3667126900"/>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5961A2-3561-413D-8657-C19CFDF581CC}"/>
              </a:ext>
            </a:extLst>
          </p:cNvPr>
          <p:cNvSpPr>
            <a:spLocks noGrp="1"/>
          </p:cNvSpPr>
          <p:nvPr>
            <p:ph type="title" hasCustomPrompt="1"/>
          </p:nvPr>
        </p:nvSpPr>
        <p:spPr/>
        <p:txBody>
          <a:bodyPr/>
          <a:lstStyle/>
          <a:p>
            <a:r>
              <a:t>TrustZone Primer</a:t>
            </a:r>
          </a:p>
        </p:txBody>
      </p:sp>
      <p:pic>
        <p:nvPicPr>
          <p:cNvPr id="4" name="Picture 3">
            <a:extLst>
              <a:ext uri="{FF2B5EF4-FFF2-40B4-BE49-F238E27FC236}">
                <a16:creationId xmlns:a16="http://schemas.microsoft.com/office/drawing/2014/main" id="{B4D1C64C-69D7-4015-B097-DA15D0A5DD53}"/>
              </a:ext>
            </a:extLst>
          </p:cNvPr>
          <p:cNvPicPr>
            <a:picLocks noChangeAspect="1"/>
          </p:cNvPicPr>
          <p:nvPr/>
        </p:nvPicPr>
        <p:blipFill>
          <a:blip r:embed="rId3"/>
          <a:stretch>
            <a:fillRect/>
          </a:stretch>
        </p:blipFill>
        <p:spPr>
          <a:xfrm>
            <a:off x="1127448" y="1124744"/>
            <a:ext cx="9937104" cy="4900380"/>
          </a:xfrm>
          <a:prstGeom prst="rect">
            <a:avLst/>
          </a:prstGeom>
        </p:spPr>
      </p:pic>
    </p:spTree>
    <p:extLst>
      <p:ext uri="{BB962C8B-B14F-4D97-AF65-F5344CB8AC3E}">
        <p14:creationId xmlns:p14="http://schemas.microsoft.com/office/powerpoint/2010/main" val="1620151802"/>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1C59FD64-23B0-73C9-B55C-7EFA63CF0382}"/>
              </a:ext>
            </a:extLst>
          </p:cNvPr>
          <p:cNvGrpSpPr/>
          <p:nvPr/>
        </p:nvGrpSpPr>
        <p:grpSpPr>
          <a:xfrm>
            <a:off x="695400" y="979957"/>
            <a:ext cx="10500828" cy="5578565"/>
            <a:chOff x="695400" y="979957"/>
            <a:chExt cx="10500828" cy="5578565"/>
          </a:xfrm>
        </p:grpSpPr>
        <p:pic>
          <p:nvPicPr>
            <p:cNvPr id="8" name="Picture 7">
              <a:extLst>
                <a:ext uri="{FF2B5EF4-FFF2-40B4-BE49-F238E27FC236}">
                  <a16:creationId xmlns:a16="http://schemas.microsoft.com/office/drawing/2014/main" id="{D2DE1015-9387-132A-07A1-72913DC80129}"/>
                </a:ext>
              </a:extLst>
            </p:cNvPr>
            <p:cNvPicPr>
              <a:picLocks noChangeAspect="1"/>
            </p:cNvPicPr>
            <p:nvPr/>
          </p:nvPicPr>
          <p:blipFill>
            <a:blip r:embed="rId3"/>
            <a:stretch>
              <a:fillRect/>
            </a:stretch>
          </p:blipFill>
          <p:spPr>
            <a:xfrm>
              <a:off x="695400" y="979957"/>
              <a:ext cx="10500828" cy="5578565"/>
            </a:xfrm>
            <a:prstGeom prst="rect">
              <a:avLst/>
            </a:prstGeom>
            <a:ln>
              <a:solidFill>
                <a:schemeClr val="tx1"/>
              </a:solidFill>
            </a:ln>
          </p:spPr>
        </p:pic>
        <p:sp>
          <p:nvSpPr>
            <p:cNvPr id="9" name="Rectangle 8">
              <a:extLst>
                <a:ext uri="{FF2B5EF4-FFF2-40B4-BE49-F238E27FC236}">
                  <a16:creationId xmlns:a16="http://schemas.microsoft.com/office/drawing/2014/main" id="{03329FE3-54CF-0631-A16E-C5EFE946AC53}"/>
                </a:ext>
              </a:extLst>
            </p:cNvPr>
            <p:cNvSpPr/>
            <p:nvPr/>
          </p:nvSpPr>
          <p:spPr bwMode="auto">
            <a:xfrm>
              <a:off x="742950" y="1785938"/>
              <a:ext cx="9486900" cy="3659286"/>
            </a:xfrm>
            <a:prstGeom prst="rect">
              <a:avLst/>
            </a:prstGeom>
            <a:solidFill>
              <a:schemeClr val="bg1"/>
            </a:solidFill>
            <a:ln w="9525">
              <a:solidFill>
                <a:schemeClr val="tx1"/>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0" name="Rectangle 9">
              <a:extLst>
                <a:ext uri="{FF2B5EF4-FFF2-40B4-BE49-F238E27FC236}">
                  <a16:creationId xmlns:a16="http://schemas.microsoft.com/office/drawing/2014/main" id="{703C7133-2093-BAB3-C9C9-ED7DD632079D}"/>
                </a:ext>
              </a:extLst>
            </p:cNvPr>
            <p:cNvSpPr/>
            <p:nvPr/>
          </p:nvSpPr>
          <p:spPr bwMode="auto">
            <a:xfrm>
              <a:off x="4331494" y="1438274"/>
              <a:ext cx="900410" cy="161925"/>
            </a:xfrm>
            <a:prstGeom prst="rect">
              <a:avLst/>
            </a:prstGeom>
            <a:solidFill>
              <a:srgbClr val="F0F0F0"/>
            </a:solidFill>
            <a:ln w="9525">
              <a:solidFill>
                <a:schemeClr val="tx1"/>
              </a:solidFill>
              <a:miter lim="800000"/>
              <a:headEnd/>
              <a:tailEnd/>
            </a:ln>
          </p:spPr>
          <p:txBody>
            <a:bodyPr wrap="square" lIns="72000" tIns="72000" rIns="72000" bIns="72000" rtlCol="0" anchor="ctr"/>
            <a:lstStyle/>
            <a:p>
              <a:pPr algn="ctr" defTabSz="576000" eaLnBrk="0" hangingPunct="0">
                <a:lnSpc>
                  <a:spcPct val="120000"/>
                </a:lnSpc>
              </a:pPr>
              <a:r>
                <a:rPr lang="en-US" sz="700" baseline="0" dirty="0">
                  <a:solidFill>
                    <a:schemeClr val="tx1">
                      <a:lumMod val="90000"/>
                      <a:lumOff val="10000"/>
                    </a:schemeClr>
                  </a:solidFill>
                  <a:latin typeface="+mn-lt"/>
                  <a:ea typeface="+mn-ea"/>
                  <a:cs typeface="+mn-cs"/>
                </a:rPr>
                <a:t>Access Control</a:t>
              </a:r>
            </a:p>
          </p:txBody>
        </p:sp>
      </p:grpSp>
      <p:sp>
        <p:nvSpPr>
          <p:cNvPr id="3" name="Title 2">
            <a:extLst>
              <a:ext uri="{FF2B5EF4-FFF2-40B4-BE49-F238E27FC236}">
                <a16:creationId xmlns:a16="http://schemas.microsoft.com/office/drawing/2014/main" id="{7B89C498-86A8-43F2-9A90-18D4684F7A48}"/>
              </a:ext>
            </a:extLst>
          </p:cNvPr>
          <p:cNvSpPr>
            <a:spLocks noGrp="1"/>
          </p:cNvSpPr>
          <p:nvPr>
            <p:ph type="title" hasCustomPrompt="1"/>
          </p:nvPr>
        </p:nvSpPr>
        <p:spPr/>
        <p:txBody>
          <a:bodyPr/>
          <a:lstStyle/>
          <a:p>
            <a:r>
              <a:t>Access Control tab (New) </a:t>
            </a:r>
          </a:p>
        </p:txBody>
      </p:sp>
      <p:pic>
        <p:nvPicPr>
          <p:cNvPr id="5" name="Picture 4">
            <a:extLst>
              <a:ext uri="{FF2B5EF4-FFF2-40B4-BE49-F238E27FC236}">
                <a16:creationId xmlns:a16="http://schemas.microsoft.com/office/drawing/2014/main" id="{889A1200-F8B7-43D1-9022-57B8A9631254}"/>
              </a:ext>
            </a:extLst>
          </p:cNvPr>
          <p:cNvPicPr/>
          <p:nvPr/>
        </p:nvPicPr>
        <p:blipFill>
          <a:blip r:embed="rId4"/>
          <a:stretch>
            <a:fillRect/>
          </a:stretch>
        </p:blipFill>
        <p:spPr>
          <a:xfrm>
            <a:off x="1967875" y="1817673"/>
            <a:ext cx="6487045" cy="3595815"/>
          </a:xfrm>
          <a:prstGeom prst="rect">
            <a:avLst/>
          </a:prstGeom>
        </p:spPr>
      </p:pic>
      <p:sp>
        <p:nvSpPr>
          <p:cNvPr id="2" name="TextBox 1">
            <a:extLst>
              <a:ext uri="{FF2B5EF4-FFF2-40B4-BE49-F238E27FC236}">
                <a16:creationId xmlns:a16="http://schemas.microsoft.com/office/drawing/2014/main" id="{88B0B59A-5D02-4B38-856E-BB10B8D352D0}"/>
              </a:ext>
            </a:extLst>
          </p:cNvPr>
          <p:cNvSpPr txBox="1"/>
          <p:nvPr/>
        </p:nvSpPr>
        <p:spPr bwMode="auto">
          <a:xfrm>
            <a:off x="4151784" y="6059424"/>
            <a:ext cx="4360168" cy="301878"/>
          </a:xfrm>
          <a:prstGeom prst="rect">
            <a:avLst/>
          </a:prstGeom>
          <a:noFill/>
          <a:ln w="9525">
            <a:noFill/>
            <a:miter lim="800000"/>
            <a:headEnd/>
            <a:tailEnd/>
          </a:ln>
          <a:effectLst/>
        </p:spPr>
        <p:txBody>
          <a:bodyPr wrap="non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800" kern="0" baseline="0" dirty="0">
                <a:latin typeface="+mn-lt"/>
                <a:ea typeface="+mn-ea"/>
                <a:cs typeface="+mn-cs"/>
              </a:rPr>
              <a:t>Note: Not yet available. Subject to change.</a:t>
            </a:r>
          </a:p>
        </p:txBody>
      </p:sp>
    </p:spTree>
    <p:extLst>
      <p:ext uri="{BB962C8B-B14F-4D97-AF65-F5344CB8AC3E}">
        <p14:creationId xmlns:p14="http://schemas.microsoft.com/office/powerpoint/2010/main" val="426017250"/>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7BBCB9-6DA9-4A39-ABFE-F7CFBCCAB6D0}"/>
              </a:ext>
            </a:extLst>
          </p:cNvPr>
          <p:cNvSpPr>
            <a:spLocks noGrp="1"/>
          </p:cNvSpPr>
          <p:nvPr>
            <p:ph type="title" hasCustomPrompt="1"/>
          </p:nvPr>
        </p:nvSpPr>
        <p:spPr/>
        <p:txBody>
          <a:bodyPr/>
          <a:lstStyle/>
          <a:p>
            <a:r>
              <a:t>PSOC Edge 84 Security Software Limitations</a:t>
            </a:r>
          </a:p>
        </p:txBody>
      </p:sp>
      <p:pic>
        <p:nvPicPr>
          <p:cNvPr id="7" name="Picture 6">
            <a:extLst>
              <a:ext uri="{FF2B5EF4-FFF2-40B4-BE49-F238E27FC236}">
                <a16:creationId xmlns:a16="http://schemas.microsoft.com/office/drawing/2014/main" id="{ED3CCAA6-8F2C-4E5E-AEA4-8F86C66A831F}"/>
              </a:ext>
            </a:extLst>
          </p:cNvPr>
          <p:cNvPicPr>
            <a:picLocks noChangeAspect="1"/>
          </p:cNvPicPr>
          <p:nvPr/>
        </p:nvPicPr>
        <p:blipFill>
          <a:blip r:embed="rId3"/>
          <a:stretch>
            <a:fillRect/>
          </a:stretch>
        </p:blipFill>
        <p:spPr>
          <a:xfrm>
            <a:off x="891951" y="1258543"/>
            <a:ext cx="9865096" cy="5211334"/>
          </a:xfrm>
          <a:prstGeom prst="rect">
            <a:avLst/>
          </a:prstGeom>
        </p:spPr>
      </p:pic>
    </p:spTree>
    <p:extLst>
      <p:ext uri="{BB962C8B-B14F-4D97-AF65-F5344CB8AC3E}">
        <p14:creationId xmlns:p14="http://schemas.microsoft.com/office/powerpoint/2010/main" val="3445683285"/>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545F0C7-D018-4A3D-B53E-32836F958816}"/>
              </a:ext>
            </a:extLst>
          </p:cNvPr>
          <p:cNvPicPr>
            <a:picLocks noGrp="1" noChangeAspect="1"/>
          </p:cNvPicPr>
          <p:nvPr>
            <p:ph sz="quarter" idx="13" hasCustomPrompt="1"/>
          </p:nvPr>
        </p:nvPicPr>
        <p:blipFill>
          <a:blip r:embed="rId3"/>
          <a:stretch>
            <a:fillRect/>
          </a:stretch>
        </p:blipFill>
        <p:spPr/>
      </p:pic>
      <p:sp>
        <p:nvSpPr>
          <p:cNvPr id="3" name="Title 2">
            <a:extLst>
              <a:ext uri="{FF2B5EF4-FFF2-40B4-BE49-F238E27FC236}">
                <a16:creationId xmlns:a16="http://schemas.microsoft.com/office/drawing/2014/main" id="{AD087C62-0104-424C-8E3B-5853D2A1D8A7}"/>
              </a:ext>
            </a:extLst>
          </p:cNvPr>
          <p:cNvSpPr>
            <a:spLocks noGrp="1"/>
          </p:cNvSpPr>
          <p:nvPr>
            <p:ph type="title" hasCustomPrompt="1"/>
          </p:nvPr>
        </p:nvSpPr>
        <p:spPr/>
        <p:txBody>
          <a:bodyPr/>
          <a:lstStyle/>
          <a:p>
            <a:r>
              <a:t>PSOC Edge 84 Security Software Limitations</a:t>
            </a:r>
          </a:p>
        </p:txBody>
      </p:sp>
      <p:sp>
        <p:nvSpPr>
          <p:cNvPr id="5" name="Rectangle 4">
            <a:extLst>
              <a:ext uri="{FF2B5EF4-FFF2-40B4-BE49-F238E27FC236}">
                <a16:creationId xmlns:a16="http://schemas.microsoft.com/office/drawing/2014/main" id="{5F3AE605-75B8-4A85-B765-847A8F4AE164}"/>
              </a:ext>
            </a:extLst>
          </p:cNvPr>
          <p:cNvSpPr/>
          <p:nvPr/>
        </p:nvSpPr>
        <p:spPr>
          <a:xfrm>
            <a:off x="502365" y="1265565"/>
            <a:ext cx="10657184" cy="400110"/>
          </a:xfrm>
          <a:prstGeom prst="rect">
            <a:avLst/>
          </a:prstGeom>
        </p:spPr>
        <p:txBody>
          <a:bodyPr wrap="square">
            <a:spAutoFit/>
          </a:bodyPr>
          <a:lstStyle/>
          <a:p>
            <a:r>
              <a:rPr lang="en-US" sz="2000">
                <a:hlinkClick r:id="rId4"/>
              </a:rPr>
              <a:t>https://doc.cypress.com/dms3/memodetails?memoNum=watsondaniel-21&amp;empId=143340</a:t>
            </a:r>
            <a:r>
              <a:rPr lang="en-US" sz="2000"/>
              <a:t> </a:t>
            </a:r>
            <a:endParaRPr lang="en-US" sz="2000" dirty="0"/>
          </a:p>
        </p:txBody>
      </p:sp>
    </p:spTree>
    <p:extLst>
      <p:ext uri="{BB962C8B-B14F-4D97-AF65-F5344CB8AC3E}">
        <p14:creationId xmlns:p14="http://schemas.microsoft.com/office/powerpoint/2010/main" val="3294455936"/>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5961A2-3561-413D-8657-C19CFDF581CC}"/>
              </a:ext>
            </a:extLst>
          </p:cNvPr>
          <p:cNvSpPr>
            <a:spLocks noGrp="1"/>
          </p:cNvSpPr>
          <p:nvPr>
            <p:ph type="title" hasCustomPrompt="1"/>
          </p:nvPr>
        </p:nvSpPr>
        <p:spPr/>
        <p:txBody>
          <a:bodyPr/>
          <a:lstStyle/>
          <a:p>
            <a:r>
              <a:t>Security Domain</a:t>
            </a:r>
          </a:p>
        </p:txBody>
      </p:sp>
      <p:pic>
        <p:nvPicPr>
          <p:cNvPr id="2" name="Picture 1">
            <a:extLst>
              <a:ext uri="{FF2B5EF4-FFF2-40B4-BE49-F238E27FC236}">
                <a16:creationId xmlns:a16="http://schemas.microsoft.com/office/drawing/2014/main" id="{200900E8-1CBC-4B8A-87C9-22DCA5940D62}"/>
              </a:ext>
            </a:extLst>
          </p:cNvPr>
          <p:cNvPicPr>
            <a:picLocks noChangeAspect="1"/>
          </p:cNvPicPr>
          <p:nvPr/>
        </p:nvPicPr>
        <p:blipFill>
          <a:blip r:embed="rId3"/>
          <a:stretch>
            <a:fillRect/>
          </a:stretch>
        </p:blipFill>
        <p:spPr>
          <a:xfrm>
            <a:off x="551383" y="1268760"/>
            <a:ext cx="10921885" cy="4720295"/>
          </a:xfrm>
          <a:prstGeom prst="rect">
            <a:avLst/>
          </a:prstGeom>
        </p:spPr>
      </p:pic>
    </p:spTree>
    <p:extLst>
      <p:ext uri="{BB962C8B-B14F-4D97-AF65-F5344CB8AC3E}">
        <p14:creationId xmlns:p14="http://schemas.microsoft.com/office/powerpoint/2010/main" val="1183657668"/>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02478429-D9F8-7EEF-611A-2568BCF0E253}"/>
              </a:ext>
            </a:extLst>
          </p:cNvPr>
          <p:cNvPicPr>
            <a:picLocks noChangeAspect="1"/>
          </p:cNvPicPr>
          <p:nvPr/>
        </p:nvPicPr>
        <p:blipFill>
          <a:blip r:embed="rId3"/>
          <a:stretch>
            <a:fillRect/>
          </a:stretch>
        </p:blipFill>
        <p:spPr>
          <a:xfrm>
            <a:off x="727956" y="1016757"/>
            <a:ext cx="10729192" cy="5699884"/>
          </a:xfrm>
          <a:prstGeom prst="rect">
            <a:avLst/>
          </a:prstGeom>
          <a:ln>
            <a:solidFill>
              <a:schemeClr val="tx1"/>
            </a:solidFill>
          </a:ln>
        </p:spPr>
      </p:pic>
      <p:sp>
        <p:nvSpPr>
          <p:cNvPr id="3" name="Title 2">
            <a:extLst>
              <a:ext uri="{FF2B5EF4-FFF2-40B4-BE49-F238E27FC236}">
                <a16:creationId xmlns:a16="http://schemas.microsoft.com/office/drawing/2014/main" id="{F6380A46-DA11-4B0D-B3D6-1E18F8172879}"/>
              </a:ext>
            </a:extLst>
          </p:cNvPr>
          <p:cNvSpPr>
            <a:spLocks noGrp="1"/>
          </p:cNvSpPr>
          <p:nvPr>
            <p:ph type="title" hasCustomPrompt="1"/>
          </p:nvPr>
        </p:nvSpPr>
        <p:spPr/>
        <p:txBody>
          <a:bodyPr/>
          <a:lstStyle/>
          <a:p>
            <a:r>
              <a:t>Security Domain Assignment</a:t>
            </a:r>
          </a:p>
        </p:txBody>
      </p:sp>
      <p:grpSp>
        <p:nvGrpSpPr>
          <p:cNvPr id="36" name="Group 35">
            <a:extLst>
              <a:ext uri="{FF2B5EF4-FFF2-40B4-BE49-F238E27FC236}">
                <a16:creationId xmlns:a16="http://schemas.microsoft.com/office/drawing/2014/main" id="{30F30B0A-A575-4EE7-5600-D18A8C9AE82C}"/>
              </a:ext>
            </a:extLst>
          </p:cNvPr>
          <p:cNvGrpSpPr/>
          <p:nvPr/>
        </p:nvGrpSpPr>
        <p:grpSpPr>
          <a:xfrm>
            <a:off x="4204469" y="1778209"/>
            <a:ext cx="1581642" cy="4145811"/>
            <a:chOff x="7464152" y="1947485"/>
            <a:chExt cx="1581642" cy="4145811"/>
          </a:xfrm>
        </p:grpSpPr>
        <p:sp>
          <p:nvSpPr>
            <p:cNvPr id="5" name="Rectangle 4">
              <a:extLst>
                <a:ext uri="{FF2B5EF4-FFF2-40B4-BE49-F238E27FC236}">
                  <a16:creationId xmlns:a16="http://schemas.microsoft.com/office/drawing/2014/main" id="{4F82028A-8AB5-4B83-8EA9-F4E48DA2FB7E}"/>
                </a:ext>
              </a:extLst>
            </p:cNvPr>
            <p:cNvSpPr/>
            <p:nvPr/>
          </p:nvSpPr>
          <p:spPr bwMode="auto">
            <a:xfrm>
              <a:off x="7473483" y="1963488"/>
              <a:ext cx="1530830" cy="186072"/>
            </a:xfrm>
            <a:prstGeom prst="rect">
              <a:avLst/>
            </a:prstGeom>
            <a:noFill/>
            <a:ln w="9525">
              <a:solidFill>
                <a:schemeClr val="bg1">
                  <a:lumMod val="75000"/>
                </a:schemeClr>
              </a:solidFill>
              <a:miter lim="800000"/>
              <a:headEnd/>
              <a:tailEnd/>
            </a:ln>
          </p:spPr>
          <p:txBody>
            <a:bodyPr wrap="square" lIns="72000" tIns="72000" rIns="72000" bIns="72000" rtlCol="0" anchor="ctr"/>
            <a:lstStyle/>
            <a:p>
              <a:pPr algn="ctr" eaLnBrk="0" hangingPunct="0"/>
              <a:r>
                <a:rPr lang="en-US" sz="800" baseline="0" dirty="0">
                  <a:latin typeface="+mn-lt"/>
                  <a:ea typeface="+mn-ea"/>
                  <a:cs typeface="+mn-cs"/>
                </a:rPr>
                <a:t>Security Domain</a:t>
              </a:r>
            </a:p>
          </p:txBody>
        </p:sp>
        <p:cxnSp>
          <p:nvCxnSpPr>
            <p:cNvPr id="6" name="Straight Connector 5">
              <a:extLst>
                <a:ext uri="{FF2B5EF4-FFF2-40B4-BE49-F238E27FC236}">
                  <a16:creationId xmlns:a16="http://schemas.microsoft.com/office/drawing/2014/main" id="{D00C9716-6B61-4802-A986-EBF12AAA79B5}"/>
                </a:ext>
              </a:extLst>
            </p:cNvPr>
            <p:cNvCxnSpPr>
              <a:cxnSpLocks/>
            </p:cNvCxnSpPr>
            <p:nvPr/>
          </p:nvCxnSpPr>
          <p:spPr>
            <a:xfrm>
              <a:off x="7464152" y="1961696"/>
              <a:ext cx="0" cy="4131600"/>
            </a:xfrm>
            <a:prstGeom prst="line">
              <a:avLst/>
            </a:prstGeom>
            <a:ln w="19050">
              <a:solidFill>
                <a:schemeClr val="bg1">
                  <a:lumMod val="85000"/>
                </a:schemeClr>
              </a:solidFill>
              <a:tailEnd type="non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53B880C-6372-4AC0-801D-125CA2759180}"/>
                </a:ext>
              </a:extLst>
            </p:cNvPr>
            <p:cNvSpPr txBox="1"/>
            <p:nvPr/>
          </p:nvSpPr>
          <p:spPr bwMode="auto">
            <a:xfrm>
              <a:off x="7982710" y="4300636"/>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SPE Domain</a:t>
              </a:r>
              <a:endParaRPr lang="en-US" sz="800" kern="0" baseline="0" dirty="0">
                <a:latin typeface="+mn-lt"/>
                <a:ea typeface="+mn-ea"/>
                <a:cs typeface="+mn-cs"/>
              </a:endParaRPr>
            </a:p>
          </p:txBody>
        </p:sp>
        <p:sp>
          <p:nvSpPr>
            <p:cNvPr id="8" name="TextBox 7">
              <a:extLst>
                <a:ext uri="{FF2B5EF4-FFF2-40B4-BE49-F238E27FC236}">
                  <a16:creationId xmlns:a16="http://schemas.microsoft.com/office/drawing/2014/main" id="{D98B4EFF-8A53-4EF0-8E39-3714AD9CB5E2}"/>
                </a:ext>
              </a:extLst>
            </p:cNvPr>
            <p:cNvSpPr txBox="1"/>
            <p:nvPr/>
          </p:nvSpPr>
          <p:spPr bwMode="auto">
            <a:xfrm>
              <a:off x="7982710" y="4486708"/>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9" name="TextBox 8">
              <a:extLst>
                <a:ext uri="{FF2B5EF4-FFF2-40B4-BE49-F238E27FC236}">
                  <a16:creationId xmlns:a16="http://schemas.microsoft.com/office/drawing/2014/main" id="{3CD0D449-5F99-4352-B820-2544798F9BFA}"/>
                </a:ext>
              </a:extLst>
            </p:cNvPr>
            <p:cNvSpPr txBox="1"/>
            <p:nvPr/>
          </p:nvSpPr>
          <p:spPr bwMode="auto">
            <a:xfrm>
              <a:off x="7985618" y="4660330"/>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0" name="TextBox 9">
              <a:extLst>
                <a:ext uri="{FF2B5EF4-FFF2-40B4-BE49-F238E27FC236}">
                  <a16:creationId xmlns:a16="http://schemas.microsoft.com/office/drawing/2014/main" id="{501AF9D6-6EF1-4B4C-800E-853865142D33}"/>
                </a:ext>
              </a:extLst>
            </p:cNvPr>
            <p:cNvSpPr txBox="1"/>
            <p:nvPr/>
          </p:nvSpPr>
          <p:spPr bwMode="auto">
            <a:xfrm>
              <a:off x="7979805" y="4839376"/>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1" name="TextBox 10">
              <a:extLst>
                <a:ext uri="{FF2B5EF4-FFF2-40B4-BE49-F238E27FC236}">
                  <a16:creationId xmlns:a16="http://schemas.microsoft.com/office/drawing/2014/main" id="{157E7271-6AA2-4884-8141-7B336E1A1837}"/>
                </a:ext>
              </a:extLst>
            </p:cNvPr>
            <p:cNvSpPr txBox="1"/>
            <p:nvPr/>
          </p:nvSpPr>
          <p:spPr bwMode="auto">
            <a:xfrm>
              <a:off x="7982713" y="5012998"/>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2" name="TextBox 11">
              <a:extLst>
                <a:ext uri="{FF2B5EF4-FFF2-40B4-BE49-F238E27FC236}">
                  <a16:creationId xmlns:a16="http://schemas.microsoft.com/office/drawing/2014/main" id="{606420DB-B5D5-4FA8-85E7-2178B427EDAE}"/>
                </a:ext>
              </a:extLst>
            </p:cNvPr>
            <p:cNvSpPr txBox="1"/>
            <p:nvPr/>
          </p:nvSpPr>
          <p:spPr bwMode="auto">
            <a:xfrm>
              <a:off x="7988728" y="2315157"/>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3" name="TextBox 12">
              <a:extLst>
                <a:ext uri="{FF2B5EF4-FFF2-40B4-BE49-F238E27FC236}">
                  <a16:creationId xmlns:a16="http://schemas.microsoft.com/office/drawing/2014/main" id="{2F35C28B-AEF1-40A7-9404-0D02ABCB54E1}"/>
                </a:ext>
              </a:extLst>
            </p:cNvPr>
            <p:cNvSpPr txBox="1"/>
            <p:nvPr/>
          </p:nvSpPr>
          <p:spPr bwMode="auto">
            <a:xfrm>
              <a:off x="7982915" y="2494203"/>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4" name="TextBox 13">
              <a:extLst>
                <a:ext uri="{FF2B5EF4-FFF2-40B4-BE49-F238E27FC236}">
                  <a16:creationId xmlns:a16="http://schemas.microsoft.com/office/drawing/2014/main" id="{B48FBF42-2FED-49A3-8165-CCE854A891C1}"/>
                </a:ext>
              </a:extLst>
            </p:cNvPr>
            <p:cNvSpPr txBox="1"/>
            <p:nvPr/>
          </p:nvSpPr>
          <p:spPr bwMode="auto">
            <a:xfrm>
              <a:off x="7992044" y="2834484"/>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5" name="TextBox 14">
              <a:extLst>
                <a:ext uri="{FF2B5EF4-FFF2-40B4-BE49-F238E27FC236}">
                  <a16:creationId xmlns:a16="http://schemas.microsoft.com/office/drawing/2014/main" id="{F528D512-49BA-465A-ACE3-E6BB3AC6C9A9}"/>
                </a:ext>
              </a:extLst>
            </p:cNvPr>
            <p:cNvSpPr txBox="1"/>
            <p:nvPr/>
          </p:nvSpPr>
          <p:spPr bwMode="auto">
            <a:xfrm>
              <a:off x="7996201" y="2986884"/>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6" name="TextBox 15">
              <a:extLst>
                <a:ext uri="{FF2B5EF4-FFF2-40B4-BE49-F238E27FC236}">
                  <a16:creationId xmlns:a16="http://schemas.microsoft.com/office/drawing/2014/main" id="{13CBEA45-4837-4DCB-82B7-49E7F72BC531}"/>
                </a:ext>
              </a:extLst>
            </p:cNvPr>
            <p:cNvSpPr txBox="1"/>
            <p:nvPr/>
          </p:nvSpPr>
          <p:spPr bwMode="auto">
            <a:xfrm>
              <a:off x="7996201" y="3372559"/>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7" name="TextBox 16">
              <a:extLst>
                <a:ext uri="{FF2B5EF4-FFF2-40B4-BE49-F238E27FC236}">
                  <a16:creationId xmlns:a16="http://schemas.microsoft.com/office/drawing/2014/main" id="{C9F6009E-EC39-4CE0-834C-5FA1DD810F39}"/>
                </a:ext>
              </a:extLst>
            </p:cNvPr>
            <p:cNvSpPr txBox="1"/>
            <p:nvPr/>
          </p:nvSpPr>
          <p:spPr bwMode="auto">
            <a:xfrm>
              <a:off x="8005532" y="3524959"/>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8" name="TextBox 17">
              <a:extLst>
                <a:ext uri="{FF2B5EF4-FFF2-40B4-BE49-F238E27FC236}">
                  <a16:creationId xmlns:a16="http://schemas.microsoft.com/office/drawing/2014/main" id="{437F09E0-8BB8-47EE-B837-7C50CC1C0128}"/>
                </a:ext>
              </a:extLst>
            </p:cNvPr>
            <p:cNvSpPr txBox="1"/>
            <p:nvPr/>
          </p:nvSpPr>
          <p:spPr bwMode="auto">
            <a:xfrm>
              <a:off x="8014863" y="3733345"/>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SPE Domain</a:t>
              </a:r>
              <a:endParaRPr lang="en-US" sz="800" kern="0" baseline="0" dirty="0">
                <a:latin typeface="+mn-lt"/>
                <a:ea typeface="+mn-ea"/>
                <a:cs typeface="+mn-cs"/>
              </a:endParaRPr>
            </a:p>
          </p:txBody>
        </p:sp>
        <p:sp>
          <p:nvSpPr>
            <p:cNvPr id="19" name="TextBox 18">
              <a:extLst>
                <a:ext uri="{FF2B5EF4-FFF2-40B4-BE49-F238E27FC236}">
                  <a16:creationId xmlns:a16="http://schemas.microsoft.com/office/drawing/2014/main" id="{8ED6E749-4A6C-4C47-9B3D-72BFD6E1AD4C}"/>
                </a:ext>
              </a:extLst>
            </p:cNvPr>
            <p:cNvSpPr txBox="1"/>
            <p:nvPr/>
          </p:nvSpPr>
          <p:spPr bwMode="auto">
            <a:xfrm>
              <a:off x="8024194" y="3923893"/>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20" name="TextBox 19">
              <a:extLst>
                <a:ext uri="{FF2B5EF4-FFF2-40B4-BE49-F238E27FC236}">
                  <a16:creationId xmlns:a16="http://schemas.microsoft.com/office/drawing/2014/main" id="{5AB52A45-C522-4700-BE67-0CFB2A71E6D0}"/>
                </a:ext>
              </a:extLst>
            </p:cNvPr>
            <p:cNvSpPr txBox="1"/>
            <p:nvPr/>
          </p:nvSpPr>
          <p:spPr bwMode="auto">
            <a:xfrm>
              <a:off x="8024194" y="4076293"/>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21" name="TextBox 20">
              <a:extLst>
                <a:ext uri="{FF2B5EF4-FFF2-40B4-BE49-F238E27FC236}">
                  <a16:creationId xmlns:a16="http://schemas.microsoft.com/office/drawing/2014/main" id="{B8D25842-3827-4D12-8977-4DDFCECF3E27}"/>
                </a:ext>
              </a:extLst>
            </p:cNvPr>
            <p:cNvSpPr txBox="1"/>
            <p:nvPr/>
          </p:nvSpPr>
          <p:spPr bwMode="auto">
            <a:xfrm>
              <a:off x="8014863" y="5199070"/>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22" name="TextBox 21">
              <a:extLst>
                <a:ext uri="{FF2B5EF4-FFF2-40B4-BE49-F238E27FC236}">
                  <a16:creationId xmlns:a16="http://schemas.microsoft.com/office/drawing/2014/main" id="{83A56D38-C2A7-43CA-AB96-D44D31DFE9B0}"/>
                </a:ext>
              </a:extLst>
            </p:cNvPr>
            <p:cNvSpPr txBox="1"/>
            <p:nvPr/>
          </p:nvSpPr>
          <p:spPr bwMode="auto">
            <a:xfrm>
              <a:off x="7991049" y="5570680"/>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25" name="Rectangle: Rounded Corners 24">
              <a:extLst>
                <a:ext uri="{FF2B5EF4-FFF2-40B4-BE49-F238E27FC236}">
                  <a16:creationId xmlns:a16="http://schemas.microsoft.com/office/drawing/2014/main" id="{93BC3870-3F4F-490C-9706-B6F050ED24E0}"/>
                </a:ext>
              </a:extLst>
            </p:cNvPr>
            <p:cNvSpPr/>
            <p:nvPr/>
          </p:nvSpPr>
          <p:spPr bwMode="auto">
            <a:xfrm>
              <a:off x="7597241" y="1947485"/>
              <a:ext cx="1404162" cy="3809267"/>
            </a:xfrm>
            <a:prstGeom prst="roundRect">
              <a:avLst>
                <a:gd name="adj" fmla="val 9205"/>
              </a:avLst>
            </a:prstGeom>
            <a:noFill/>
            <a:ln w="57150">
              <a:solidFill>
                <a:schemeClr val="accent1"/>
              </a:solidFill>
              <a:miter lim="800000"/>
              <a:headEnd/>
              <a:tailEnd/>
            </a:ln>
          </p:spPr>
          <p:txBody>
            <a:bodyPr wrap="square" lIns="96000" tIns="96000" rIns="96000" bIns="96000" rtlCol="0" anchor="ctr"/>
            <a:lstStyle/>
            <a:p>
              <a:pPr algn="ctr" eaLnBrk="0" hangingPunct="0"/>
              <a:endParaRPr lang="en-US" sz="2400" dirty="0">
                <a:latin typeface="+mn-lt"/>
              </a:endParaRPr>
            </a:p>
          </p:txBody>
        </p:sp>
      </p:grpSp>
    </p:spTree>
    <p:extLst>
      <p:ext uri="{BB962C8B-B14F-4D97-AF65-F5344CB8AC3E}">
        <p14:creationId xmlns:p14="http://schemas.microsoft.com/office/powerpoint/2010/main" val="826776749"/>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1D00F3-35E9-46A7-868A-7A3B489F6BCE}"/>
              </a:ext>
            </a:extLst>
          </p:cNvPr>
          <p:cNvSpPr>
            <a:spLocks noGrp="1"/>
          </p:cNvSpPr>
          <p:nvPr>
            <p:ph sz="quarter" idx="13" hasCustomPrompt="1"/>
          </p:nvPr>
        </p:nvSpPr>
        <p:spPr/>
        <p:txBody>
          <a:bodyPr/>
          <a:lstStyle/>
          <a:p>
            <a:pPr>
              <a:buFont typeface="Wingdings" panose="05000000000000000000" pitchFamily="2" charset="2"/>
              <a:buChar char="q"/>
            </a:pPr>
            <a:r>
              <a:t> RRAM (256 KB + 172 KB (A0 silicon) )</a:t>
            </a:r>
          </a:p>
          <a:p>
            <a:endParaRPr lang="en-US" dirty="0"/>
          </a:p>
        </p:txBody>
      </p:sp>
      <p:sp>
        <p:nvSpPr>
          <p:cNvPr id="3" name="Title 2">
            <a:extLst>
              <a:ext uri="{FF2B5EF4-FFF2-40B4-BE49-F238E27FC236}">
                <a16:creationId xmlns:a16="http://schemas.microsoft.com/office/drawing/2014/main" id="{A6DFD0D1-A294-4BB3-9418-A180D457A25A}"/>
              </a:ext>
            </a:extLst>
          </p:cNvPr>
          <p:cNvSpPr>
            <a:spLocks noGrp="1"/>
          </p:cNvSpPr>
          <p:nvPr>
            <p:ph type="title" hasCustomPrompt="1"/>
          </p:nvPr>
        </p:nvSpPr>
        <p:spPr/>
        <p:txBody>
          <a:bodyPr/>
          <a:lstStyle/>
          <a:p>
            <a:r>
              <a:t>Linker Script – Memory Map </a:t>
            </a:r>
          </a:p>
        </p:txBody>
      </p:sp>
      <p:graphicFrame>
        <p:nvGraphicFramePr>
          <p:cNvPr id="15" name="Table 14">
            <a:extLst>
              <a:ext uri="{FF2B5EF4-FFF2-40B4-BE49-F238E27FC236}">
                <a16:creationId xmlns:a16="http://schemas.microsoft.com/office/drawing/2014/main" id="{4A139E1F-C128-46A3-AAD1-00713D217E78}"/>
              </a:ext>
            </a:extLst>
          </p:cNvPr>
          <p:cNvGraphicFramePr>
            <a:graphicFrameLocks noGrp="1"/>
          </p:cNvGraphicFramePr>
          <p:nvPr/>
        </p:nvGraphicFramePr>
        <p:xfrm>
          <a:off x="2238489" y="1949934"/>
          <a:ext cx="2298700" cy="3639652"/>
        </p:xfrm>
        <a:graphic>
          <a:graphicData uri="http://schemas.openxmlformats.org/drawingml/2006/table">
            <a:tbl>
              <a:tblPr firstRow="1" firstCol="1" bandRow="1"/>
              <a:tblGrid>
                <a:gridCol w="2298700">
                  <a:extLst>
                    <a:ext uri="{9D8B030D-6E8A-4147-A177-3AD203B41FA5}">
                      <a16:colId xmlns:a16="http://schemas.microsoft.com/office/drawing/2014/main" val="1406726128"/>
                    </a:ext>
                  </a:extLst>
                </a:gridCol>
              </a:tblGrid>
              <a:tr h="649377">
                <a:tc>
                  <a:txBody>
                    <a:bodyPr/>
                    <a:lstStyle/>
                    <a:p>
                      <a:pPr algn="ctr">
                        <a:lnSpc>
                          <a:spcPct val="107000"/>
                        </a:lnSpc>
                        <a:spcAft>
                          <a:spcPts val="0"/>
                        </a:spcAft>
                      </a:pPr>
                      <a:b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b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L1 Boot</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D5C12"/>
                    </a:solidFill>
                  </a:tcPr>
                </a:tc>
                <a:extLst>
                  <a:ext uri="{0D108BD9-81ED-4DB2-BD59-A6C34878D82A}">
                    <a16:rowId xmlns:a16="http://schemas.microsoft.com/office/drawing/2014/main" val="3415863520"/>
                  </a:ext>
                </a:extLst>
              </a:tr>
              <a:tr h="354270">
                <a:tc>
                  <a:txBody>
                    <a:bodyPr/>
                    <a:lstStyle/>
                    <a:p>
                      <a:pPr algn="ctr">
                        <a:lnSpc>
                          <a:spcPct val="107000"/>
                        </a:lnSpc>
                        <a:spcAft>
                          <a:spcPts val="0"/>
                        </a:spcAft>
                      </a:pPr>
                      <a:r>
                        <a:rPr lang="en-US" sz="110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Header</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285641804"/>
                  </a:ext>
                </a:extLst>
              </a:tr>
              <a:tr h="649377">
                <a:tc>
                  <a:txBody>
                    <a:bodyPr/>
                    <a:lstStyle/>
                    <a:p>
                      <a:pPr algn="ctr">
                        <a:lnSpc>
                          <a:spcPct val="107000"/>
                        </a:lnSpc>
                        <a:spcAft>
                          <a:spcPts val="0"/>
                        </a:spcAft>
                      </a:pPr>
                      <a:b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br>
                      <a:r>
                        <a:rPr lang="en-US" sz="1100" b="1"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CM 33 S</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93E0C"/>
                    </a:solidFill>
                  </a:tcPr>
                </a:tc>
                <a:extLst>
                  <a:ext uri="{0D108BD9-81ED-4DB2-BD59-A6C34878D82A}">
                    <a16:rowId xmlns:a16="http://schemas.microsoft.com/office/drawing/2014/main" val="1041615661"/>
                  </a:ext>
                </a:extLst>
              </a:tr>
              <a:tr h="354270">
                <a:tc>
                  <a:txBody>
                    <a:bodyPr/>
                    <a:lstStyle/>
                    <a:p>
                      <a:pPr algn="ctr">
                        <a:lnSpc>
                          <a:spcPct val="107000"/>
                        </a:lnSpc>
                        <a:spcAft>
                          <a:spcPts val="0"/>
                        </a:spcAft>
                      </a:pPr>
                      <a:r>
                        <a:rPr lang="en-US" sz="110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Header</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1682711499"/>
                  </a:ext>
                </a:extLst>
              </a:tr>
              <a:tr h="315772">
                <a:tc>
                  <a:txBody>
                    <a:bodyPr/>
                    <a:lstStyle/>
                    <a:p>
                      <a:pPr algn="ctr">
                        <a:lnSpc>
                          <a:spcPct val="107000"/>
                        </a:lnSpc>
                        <a:spcAft>
                          <a:spcPts val="0"/>
                        </a:spcAft>
                      </a:pPr>
                      <a:r>
                        <a:rPr lang="en-US" sz="110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User CM33 NS / CM55 App</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9CDB0"/>
                    </a:solidFill>
                  </a:tcPr>
                </a:tc>
                <a:extLst>
                  <a:ext uri="{0D108BD9-81ED-4DB2-BD59-A6C34878D82A}">
                    <a16:rowId xmlns:a16="http://schemas.microsoft.com/office/drawing/2014/main" val="133184606"/>
                  </a:ext>
                </a:extLst>
              </a:tr>
              <a:tr h="1316586">
                <a:tc>
                  <a:txBody>
                    <a:bodyPr/>
                    <a:lstStyle/>
                    <a:p>
                      <a:pPr algn="ctr">
                        <a:lnSpc>
                          <a:spcPct val="107000"/>
                        </a:lnSpc>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Additional Unused space for L2 Part (For A0 silicon can be used for CM33 NS / CM55 APP)</a:t>
                      </a:r>
                      <a:b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b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E7D8"/>
                    </a:solidFill>
                  </a:tcPr>
                </a:tc>
                <a:extLst>
                  <a:ext uri="{0D108BD9-81ED-4DB2-BD59-A6C34878D82A}">
                    <a16:rowId xmlns:a16="http://schemas.microsoft.com/office/drawing/2014/main" val="1946559105"/>
                  </a:ext>
                </a:extLst>
              </a:tr>
            </a:tbl>
          </a:graphicData>
        </a:graphic>
      </p:graphicFrame>
      <p:sp>
        <p:nvSpPr>
          <p:cNvPr id="16" name="Right Brace 15">
            <a:extLst>
              <a:ext uri="{FF2B5EF4-FFF2-40B4-BE49-F238E27FC236}">
                <a16:creationId xmlns:a16="http://schemas.microsoft.com/office/drawing/2014/main" id="{2D9FE95D-636E-4410-8D4D-C6FC1C93B481}"/>
              </a:ext>
            </a:extLst>
          </p:cNvPr>
          <p:cNvSpPr/>
          <p:nvPr/>
        </p:nvSpPr>
        <p:spPr>
          <a:xfrm>
            <a:off x="4601049" y="1969385"/>
            <a:ext cx="163276" cy="595690"/>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17" name="Rectangle 16">
            <a:extLst>
              <a:ext uri="{FF2B5EF4-FFF2-40B4-BE49-F238E27FC236}">
                <a16:creationId xmlns:a16="http://schemas.microsoft.com/office/drawing/2014/main" id="{4B2F8FA1-B559-4923-BB52-5BA527C4F42D}"/>
              </a:ext>
            </a:extLst>
          </p:cNvPr>
          <p:cNvSpPr/>
          <p:nvPr/>
        </p:nvSpPr>
        <p:spPr>
          <a:xfrm>
            <a:off x="4758893" y="2113342"/>
            <a:ext cx="606256" cy="307777"/>
          </a:xfrm>
          <a:prstGeom prst="rect">
            <a:avLst/>
          </a:prstGeom>
        </p:spPr>
        <p:txBody>
          <a:bodyPr wrap="non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60 KB</a:t>
            </a:r>
            <a:endParaRPr lang="en-US" dirty="0"/>
          </a:p>
        </p:txBody>
      </p:sp>
      <p:sp>
        <p:nvSpPr>
          <p:cNvPr id="18" name="Right Brace 17">
            <a:extLst>
              <a:ext uri="{FF2B5EF4-FFF2-40B4-BE49-F238E27FC236}">
                <a16:creationId xmlns:a16="http://schemas.microsoft.com/office/drawing/2014/main" id="{60C2AF46-2B84-4585-B375-BEA97ABE2365}"/>
              </a:ext>
            </a:extLst>
          </p:cNvPr>
          <p:cNvSpPr/>
          <p:nvPr/>
        </p:nvSpPr>
        <p:spPr>
          <a:xfrm>
            <a:off x="4622145" y="2584880"/>
            <a:ext cx="130112" cy="968856"/>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19" name="Rectangle 18">
            <a:extLst>
              <a:ext uri="{FF2B5EF4-FFF2-40B4-BE49-F238E27FC236}">
                <a16:creationId xmlns:a16="http://schemas.microsoft.com/office/drawing/2014/main" id="{68473731-BD7F-4556-BDAD-2E10E91934FC}"/>
              </a:ext>
            </a:extLst>
          </p:cNvPr>
          <p:cNvSpPr/>
          <p:nvPr/>
        </p:nvSpPr>
        <p:spPr>
          <a:xfrm>
            <a:off x="4764325" y="2912155"/>
            <a:ext cx="697627" cy="307777"/>
          </a:xfrm>
          <a:prstGeom prst="rect">
            <a:avLst/>
          </a:prstGeom>
        </p:spPr>
        <p:txBody>
          <a:bodyPr wrap="non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108 KB</a:t>
            </a:r>
            <a:endParaRPr lang="en-US" b="1" dirty="0"/>
          </a:p>
        </p:txBody>
      </p:sp>
      <p:sp>
        <p:nvSpPr>
          <p:cNvPr id="20" name="Right Brace 19">
            <a:extLst>
              <a:ext uri="{FF2B5EF4-FFF2-40B4-BE49-F238E27FC236}">
                <a16:creationId xmlns:a16="http://schemas.microsoft.com/office/drawing/2014/main" id="{36044464-7B2A-4F14-87A8-887FF7265DFC}"/>
              </a:ext>
            </a:extLst>
          </p:cNvPr>
          <p:cNvSpPr/>
          <p:nvPr/>
        </p:nvSpPr>
        <p:spPr>
          <a:xfrm>
            <a:off x="4614753" y="3616349"/>
            <a:ext cx="182860" cy="657467"/>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21" name="Rectangle 20">
            <a:extLst>
              <a:ext uri="{FF2B5EF4-FFF2-40B4-BE49-F238E27FC236}">
                <a16:creationId xmlns:a16="http://schemas.microsoft.com/office/drawing/2014/main" id="{7044CE46-5194-40CA-B9C6-675969699EDD}"/>
              </a:ext>
            </a:extLst>
          </p:cNvPr>
          <p:cNvSpPr/>
          <p:nvPr/>
        </p:nvSpPr>
        <p:spPr>
          <a:xfrm>
            <a:off x="4809681" y="3776056"/>
            <a:ext cx="606256" cy="307777"/>
          </a:xfrm>
          <a:prstGeom prst="rect">
            <a:avLst/>
          </a:prstGeom>
        </p:spPr>
        <p:txBody>
          <a:bodyPr wrap="non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88 KB</a:t>
            </a:r>
            <a:endParaRPr lang="en-US" b="1" dirty="0"/>
          </a:p>
        </p:txBody>
      </p:sp>
      <p:sp>
        <p:nvSpPr>
          <p:cNvPr id="22" name="Right Brace 21">
            <a:extLst>
              <a:ext uri="{FF2B5EF4-FFF2-40B4-BE49-F238E27FC236}">
                <a16:creationId xmlns:a16="http://schemas.microsoft.com/office/drawing/2014/main" id="{723A2432-B14D-481C-9A0E-7D8BFC267465}"/>
              </a:ext>
            </a:extLst>
          </p:cNvPr>
          <p:cNvSpPr/>
          <p:nvPr/>
        </p:nvSpPr>
        <p:spPr>
          <a:xfrm>
            <a:off x="4622145" y="4291343"/>
            <a:ext cx="182860" cy="1278792"/>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23" name="Rectangle 22">
            <a:extLst>
              <a:ext uri="{FF2B5EF4-FFF2-40B4-BE49-F238E27FC236}">
                <a16:creationId xmlns:a16="http://schemas.microsoft.com/office/drawing/2014/main" id="{6CF6BE34-34C1-4895-84B1-4E5B2D3E98CB}"/>
              </a:ext>
            </a:extLst>
          </p:cNvPr>
          <p:cNvSpPr/>
          <p:nvPr/>
        </p:nvSpPr>
        <p:spPr>
          <a:xfrm>
            <a:off x="4763995" y="4776850"/>
            <a:ext cx="697627" cy="307777"/>
          </a:xfrm>
          <a:prstGeom prst="rect">
            <a:avLst/>
          </a:prstGeom>
        </p:spPr>
        <p:txBody>
          <a:bodyPr wrap="non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172 KB</a:t>
            </a:r>
            <a:endParaRPr lang="en-US" b="1" dirty="0"/>
          </a:p>
        </p:txBody>
      </p:sp>
      <p:sp>
        <p:nvSpPr>
          <p:cNvPr id="24" name="Rectangle 23">
            <a:extLst>
              <a:ext uri="{FF2B5EF4-FFF2-40B4-BE49-F238E27FC236}">
                <a16:creationId xmlns:a16="http://schemas.microsoft.com/office/drawing/2014/main" id="{79FD6489-6AA2-4671-88F6-45E5D3C28B75}"/>
              </a:ext>
            </a:extLst>
          </p:cNvPr>
          <p:cNvSpPr/>
          <p:nvPr/>
        </p:nvSpPr>
        <p:spPr>
          <a:xfrm>
            <a:off x="52848" y="1744010"/>
            <a:ext cx="1983641" cy="738664"/>
          </a:xfrm>
          <a:prstGeom prst="rect">
            <a:avLst/>
          </a:prstGeom>
        </p:spPr>
        <p:txBody>
          <a:bodyPr wrap="square">
            <a:spAutoFit/>
          </a:bodyPr>
          <a:lstStyle/>
          <a:p>
            <a:r>
              <a:rPr lang="en-US" b="1" dirty="0">
                <a:solidFill>
                  <a:srgbClr val="000000"/>
                </a:solidFill>
                <a:latin typeface="Calibri" panose="020F0502020204030204" pitchFamily="34" charset="0"/>
              </a:rPr>
              <a:t>Start address </a:t>
            </a:r>
          </a:p>
          <a:p>
            <a:r>
              <a:rPr lang="en-US" b="1" dirty="0">
                <a:solidFill>
                  <a:srgbClr val="000000"/>
                </a:solidFill>
                <a:latin typeface="Calibri" panose="020F0502020204030204" pitchFamily="34" charset="0"/>
              </a:rPr>
              <a:t>CBUS S / CBUS NS </a:t>
            </a:r>
          </a:p>
          <a:p>
            <a:r>
              <a:rPr lang="en-US" b="1" dirty="0">
                <a:solidFill>
                  <a:srgbClr val="000000"/>
                </a:solidFill>
                <a:latin typeface="Calibri" panose="020F0502020204030204" pitchFamily="34" charset="0"/>
              </a:rPr>
              <a:t>SAHB S / SAHB NS</a:t>
            </a:r>
            <a:endParaRPr lang="en-US" dirty="0"/>
          </a:p>
        </p:txBody>
      </p:sp>
      <p:cxnSp>
        <p:nvCxnSpPr>
          <p:cNvPr id="25" name="Straight Arrow Connector 24">
            <a:extLst>
              <a:ext uri="{FF2B5EF4-FFF2-40B4-BE49-F238E27FC236}">
                <a16:creationId xmlns:a16="http://schemas.microsoft.com/office/drawing/2014/main" id="{FBF2A927-E556-446D-96D5-E8913777C94C}"/>
              </a:ext>
            </a:extLst>
          </p:cNvPr>
          <p:cNvCxnSpPr/>
          <p:nvPr/>
        </p:nvCxnSpPr>
        <p:spPr>
          <a:xfrm flipH="1">
            <a:off x="1573520" y="1949934"/>
            <a:ext cx="6649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26142039-B226-41DA-99C6-9209B2D728F5}"/>
              </a:ext>
            </a:extLst>
          </p:cNvPr>
          <p:cNvSpPr/>
          <p:nvPr/>
        </p:nvSpPr>
        <p:spPr>
          <a:xfrm>
            <a:off x="153848" y="4089021"/>
            <a:ext cx="1983641" cy="738664"/>
          </a:xfrm>
          <a:prstGeom prst="rect">
            <a:avLst/>
          </a:prstGeom>
        </p:spPr>
        <p:txBody>
          <a:bodyPr wrap="square">
            <a:spAutoFit/>
          </a:bodyPr>
          <a:lstStyle/>
          <a:p>
            <a:r>
              <a:rPr lang="en-US" b="1" dirty="0">
                <a:solidFill>
                  <a:srgbClr val="000000"/>
                </a:solidFill>
                <a:latin typeface="Calibri" panose="020F0502020204030204" pitchFamily="34" charset="0"/>
              </a:rPr>
              <a:t>END address </a:t>
            </a:r>
          </a:p>
          <a:p>
            <a:r>
              <a:rPr lang="en-US" b="1" dirty="0">
                <a:solidFill>
                  <a:srgbClr val="000000"/>
                </a:solidFill>
                <a:latin typeface="Calibri" panose="020F0502020204030204" pitchFamily="34" charset="0"/>
              </a:rPr>
              <a:t>CBUS S / CBUS NS </a:t>
            </a:r>
          </a:p>
          <a:p>
            <a:r>
              <a:rPr lang="en-US" b="1" dirty="0">
                <a:solidFill>
                  <a:srgbClr val="000000"/>
                </a:solidFill>
                <a:latin typeface="Calibri" panose="020F0502020204030204" pitchFamily="34" charset="0"/>
              </a:rPr>
              <a:t>SAHB S / SAHB NS</a:t>
            </a:r>
            <a:endParaRPr lang="en-US" dirty="0"/>
          </a:p>
        </p:txBody>
      </p:sp>
      <p:cxnSp>
        <p:nvCxnSpPr>
          <p:cNvPr id="27" name="Straight Arrow Connector 26">
            <a:extLst>
              <a:ext uri="{FF2B5EF4-FFF2-40B4-BE49-F238E27FC236}">
                <a16:creationId xmlns:a16="http://schemas.microsoft.com/office/drawing/2014/main" id="{E6DA8DFE-0734-4DA2-A882-50AB6E3871B3}"/>
              </a:ext>
            </a:extLst>
          </p:cNvPr>
          <p:cNvCxnSpPr/>
          <p:nvPr/>
        </p:nvCxnSpPr>
        <p:spPr>
          <a:xfrm flipH="1">
            <a:off x="1569145" y="4279449"/>
            <a:ext cx="6649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9EEE3F0-5740-490D-999A-634DCDCCBCA8}"/>
              </a:ext>
            </a:extLst>
          </p:cNvPr>
          <p:cNvSpPr/>
          <p:nvPr/>
        </p:nvSpPr>
        <p:spPr bwMode="auto">
          <a:xfrm>
            <a:off x="9316837" y="3284984"/>
            <a:ext cx="897516" cy="988832"/>
          </a:xfrm>
          <a:prstGeom prst="rect">
            <a:avLst/>
          </a:prstGeom>
          <a:noFill/>
          <a:ln w="38100">
            <a:solidFill>
              <a:srgbClr val="0A8276"/>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cxnSp>
        <p:nvCxnSpPr>
          <p:cNvPr id="30" name="Straight Arrow Connector 29">
            <a:extLst>
              <a:ext uri="{FF2B5EF4-FFF2-40B4-BE49-F238E27FC236}">
                <a16:creationId xmlns:a16="http://schemas.microsoft.com/office/drawing/2014/main" id="{A678BDDF-4133-4FBA-954A-844B08BCA243}"/>
              </a:ext>
            </a:extLst>
          </p:cNvPr>
          <p:cNvCxnSpPr>
            <a:cxnSpLocks/>
          </p:cNvCxnSpPr>
          <p:nvPr/>
        </p:nvCxnSpPr>
        <p:spPr>
          <a:xfrm>
            <a:off x="9880389" y="4279495"/>
            <a:ext cx="0" cy="64177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9D02270F-61A3-451E-BB55-84A303B07CF0}"/>
              </a:ext>
            </a:extLst>
          </p:cNvPr>
          <p:cNvSpPr/>
          <p:nvPr/>
        </p:nvSpPr>
        <p:spPr>
          <a:xfrm>
            <a:off x="8956607" y="4930738"/>
            <a:ext cx="1983641" cy="400110"/>
          </a:xfrm>
          <a:prstGeom prst="rect">
            <a:avLst/>
          </a:prstGeom>
        </p:spPr>
        <p:txBody>
          <a:bodyPr wrap="square">
            <a:spAutoFit/>
          </a:bodyPr>
          <a:lstStyle/>
          <a:p>
            <a:r>
              <a:rPr lang="en-US" sz="2000" b="1">
                <a:solidFill>
                  <a:srgbClr val="0A8276"/>
                </a:solidFill>
                <a:latin typeface="Calibri" panose="020F0502020204030204" pitchFamily="34" charset="0"/>
              </a:rPr>
              <a:t>CM55 : CBUS NS </a:t>
            </a:r>
            <a:endParaRPr lang="en-US" sz="2000" b="1" dirty="0">
              <a:solidFill>
                <a:srgbClr val="0A8276"/>
              </a:solidFill>
              <a:latin typeface="Calibri" panose="020F0502020204030204" pitchFamily="34" charset="0"/>
            </a:endParaRPr>
          </a:p>
        </p:txBody>
      </p:sp>
      <p:sp>
        <p:nvSpPr>
          <p:cNvPr id="40" name="Rectangle 39">
            <a:extLst>
              <a:ext uri="{FF2B5EF4-FFF2-40B4-BE49-F238E27FC236}">
                <a16:creationId xmlns:a16="http://schemas.microsoft.com/office/drawing/2014/main" id="{420AB125-6C36-44EB-99AC-71AF1B4E052F}"/>
              </a:ext>
            </a:extLst>
          </p:cNvPr>
          <p:cNvSpPr/>
          <p:nvPr/>
        </p:nvSpPr>
        <p:spPr>
          <a:xfrm>
            <a:off x="991074" y="6045325"/>
            <a:ext cx="8243467" cy="523220"/>
          </a:xfrm>
          <a:prstGeom prst="rect">
            <a:avLst/>
          </a:prstGeom>
        </p:spPr>
        <p:txBody>
          <a:bodyPr wrap="square">
            <a:spAutoFit/>
          </a:bodyPr>
          <a:lstStyle/>
          <a:p>
            <a:r>
              <a:rPr lang="en-US" b="1" dirty="0">
                <a:solidFill>
                  <a:srgbClr val="000000"/>
                </a:solidFill>
                <a:latin typeface="Calibri" panose="020F0502020204030204" pitchFamily="34" charset="0"/>
              </a:rPr>
              <a:t>Note : 1. Default configuration , can be changed by customer as per their requirement except L1 boot</a:t>
            </a:r>
          </a:p>
          <a:p>
            <a:r>
              <a:rPr lang="en-US" b="1" dirty="0">
                <a:solidFill>
                  <a:srgbClr val="000000"/>
                </a:solidFill>
                <a:latin typeface="Calibri" panose="020F0502020204030204" pitchFamily="34" charset="0"/>
              </a:rPr>
              <a:t>             2. These memory  configurations are proposed ; Work in Progress. </a:t>
            </a:r>
            <a:endParaRPr lang="en-US" dirty="0"/>
          </a:p>
        </p:txBody>
      </p:sp>
      <p:graphicFrame>
        <p:nvGraphicFramePr>
          <p:cNvPr id="43" name="Table 42">
            <a:extLst>
              <a:ext uri="{FF2B5EF4-FFF2-40B4-BE49-F238E27FC236}">
                <a16:creationId xmlns:a16="http://schemas.microsoft.com/office/drawing/2014/main" id="{7D478A3E-AA43-4260-ACC5-C0A7974613DC}"/>
              </a:ext>
            </a:extLst>
          </p:cNvPr>
          <p:cNvGraphicFramePr>
            <a:graphicFrameLocks noGrp="1"/>
          </p:cNvGraphicFramePr>
          <p:nvPr/>
        </p:nvGraphicFramePr>
        <p:xfrm>
          <a:off x="6139389" y="2663371"/>
          <a:ext cx="4976862" cy="1611390"/>
        </p:xfrm>
        <a:graphic>
          <a:graphicData uri="http://schemas.openxmlformats.org/drawingml/2006/table">
            <a:tbl>
              <a:tblPr/>
              <a:tblGrid>
                <a:gridCol w="1330024">
                  <a:extLst>
                    <a:ext uri="{9D8B030D-6E8A-4147-A177-3AD203B41FA5}">
                      <a16:colId xmlns:a16="http://schemas.microsoft.com/office/drawing/2014/main" val="1426473127"/>
                    </a:ext>
                  </a:extLst>
                </a:gridCol>
                <a:gridCol w="929586">
                  <a:extLst>
                    <a:ext uri="{9D8B030D-6E8A-4147-A177-3AD203B41FA5}">
                      <a16:colId xmlns:a16="http://schemas.microsoft.com/office/drawing/2014/main" val="490218471"/>
                    </a:ext>
                  </a:extLst>
                </a:gridCol>
                <a:gridCol w="929586">
                  <a:extLst>
                    <a:ext uri="{9D8B030D-6E8A-4147-A177-3AD203B41FA5}">
                      <a16:colId xmlns:a16="http://schemas.microsoft.com/office/drawing/2014/main" val="1046786586"/>
                    </a:ext>
                  </a:extLst>
                </a:gridCol>
                <a:gridCol w="858080">
                  <a:extLst>
                    <a:ext uri="{9D8B030D-6E8A-4147-A177-3AD203B41FA5}">
                      <a16:colId xmlns:a16="http://schemas.microsoft.com/office/drawing/2014/main" val="4106463964"/>
                    </a:ext>
                  </a:extLst>
                </a:gridCol>
                <a:gridCol w="929586">
                  <a:extLst>
                    <a:ext uri="{9D8B030D-6E8A-4147-A177-3AD203B41FA5}">
                      <a16:colId xmlns:a16="http://schemas.microsoft.com/office/drawing/2014/main" val="974083490"/>
                    </a:ext>
                  </a:extLst>
                </a:gridCol>
              </a:tblGrid>
              <a:tr h="611217">
                <a:tc gridSpan="5">
                  <a:txBody>
                    <a:bodyPr/>
                    <a:lstStyle/>
                    <a:p>
                      <a:pPr algn="ctr" fontAlgn="ctr"/>
                      <a:r>
                        <a:rPr lang="en-US" sz="2000" b="1" i="0" u="none" strike="noStrike" dirty="0">
                          <a:solidFill>
                            <a:srgbClr val="000000"/>
                          </a:solidFill>
                          <a:effectLst/>
                          <a:latin typeface="Calibri" panose="020F0502020204030204" pitchFamily="34" charset="0"/>
                        </a:rPr>
                        <a:t>Memory Regions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200386657"/>
                  </a:ext>
                </a:extLst>
              </a:tr>
              <a:tr h="333391">
                <a:tc>
                  <a:txBody>
                    <a:bodyPr/>
                    <a:lstStyle/>
                    <a:p>
                      <a:pPr algn="ctr" fontAlgn="ctr"/>
                      <a:r>
                        <a:rPr lang="en-US" sz="1100" b="0" i="0" u="none" strike="noStrike">
                          <a:solidFill>
                            <a:srgbClr val="000000"/>
                          </a:solidFill>
                          <a:effectLst/>
                          <a:latin typeface="Calibri" panose="020F0502020204030204" pitchFamily="34" charset="0"/>
                        </a:rPr>
                        <a:t>RRAM</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CBUS 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SAHB 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CBUS NS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SAHB NS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9631258"/>
                  </a:ext>
                </a:extLst>
              </a:tr>
              <a:tr h="333391">
                <a:tc>
                  <a:txBody>
                    <a:bodyPr/>
                    <a:lstStyle/>
                    <a:p>
                      <a:pPr algn="ctr" fontAlgn="ctr"/>
                      <a:r>
                        <a:rPr lang="en-US" sz="1100" b="1" i="0" u="none" strike="noStrike">
                          <a:solidFill>
                            <a:srgbClr val="000000"/>
                          </a:solidFill>
                          <a:effectLst/>
                          <a:latin typeface="Calibri" panose="020F0502020204030204" pitchFamily="34" charset="0"/>
                        </a:rPr>
                        <a:t>Start  Address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12000000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32000000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2000000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22000000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9832573"/>
                  </a:ext>
                </a:extLst>
              </a:tr>
              <a:tr h="333391">
                <a:tc>
                  <a:txBody>
                    <a:bodyPr/>
                    <a:lstStyle/>
                    <a:p>
                      <a:pPr algn="ctr" fontAlgn="ctr"/>
                      <a:r>
                        <a:rPr lang="en-US" sz="1100" b="1" i="0" u="none" strike="noStrike">
                          <a:solidFill>
                            <a:srgbClr val="000000"/>
                          </a:solidFill>
                          <a:effectLst/>
                          <a:latin typeface="Calibri" panose="020F0502020204030204" pitchFamily="34" charset="0"/>
                        </a:rPr>
                        <a:t>End Address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12040000</a:t>
                      </a:r>
                      <a:endParaRPr lang="en-US"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32040000</a:t>
                      </a:r>
                      <a:endParaRPr lang="en-US"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2040000</a:t>
                      </a:r>
                      <a:endParaRPr lang="en-US"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22040000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9659849"/>
                  </a:ext>
                </a:extLst>
              </a:tr>
            </a:tbl>
          </a:graphicData>
        </a:graphic>
      </p:graphicFrame>
    </p:spTree>
    <p:extLst>
      <p:ext uri="{BB962C8B-B14F-4D97-AF65-F5344CB8AC3E}">
        <p14:creationId xmlns:p14="http://schemas.microsoft.com/office/powerpoint/2010/main" val="2485705661"/>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C0B43A-27F5-43FE-8BEC-ECE7E4E10C4C}"/>
              </a:ext>
            </a:extLst>
          </p:cNvPr>
          <p:cNvSpPr>
            <a:spLocks noGrp="1"/>
          </p:cNvSpPr>
          <p:nvPr>
            <p:ph type="title" hasCustomPrompt="1"/>
          </p:nvPr>
        </p:nvSpPr>
        <p:spPr/>
        <p:txBody>
          <a:bodyPr/>
          <a:lstStyle/>
          <a:p>
            <a:r>
              <a:t>External Flash XIP0 (16 MB)</a:t>
            </a:r>
          </a:p>
        </p:txBody>
      </p:sp>
      <p:graphicFrame>
        <p:nvGraphicFramePr>
          <p:cNvPr id="27" name="Content Placeholder 5">
            <a:extLst>
              <a:ext uri="{FF2B5EF4-FFF2-40B4-BE49-F238E27FC236}">
                <a16:creationId xmlns:a16="http://schemas.microsoft.com/office/drawing/2014/main" id="{CF189415-4997-4C00-A319-1D16BC442942}"/>
              </a:ext>
            </a:extLst>
          </p:cNvPr>
          <p:cNvGraphicFramePr>
            <a:graphicFrameLocks/>
          </p:cNvGraphicFramePr>
          <p:nvPr>
            <p:extLst/>
          </p:nvPr>
        </p:nvGraphicFramePr>
        <p:xfrm>
          <a:off x="2495600" y="1196752"/>
          <a:ext cx="2298700" cy="5046345"/>
        </p:xfrm>
        <a:graphic>
          <a:graphicData uri="http://schemas.openxmlformats.org/drawingml/2006/table">
            <a:tbl>
              <a:tblPr/>
              <a:tblGrid>
                <a:gridCol w="2298700">
                  <a:extLst>
                    <a:ext uri="{9D8B030D-6E8A-4147-A177-3AD203B41FA5}">
                      <a16:colId xmlns:a16="http://schemas.microsoft.com/office/drawing/2014/main" val="2367902952"/>
                    </a:ext>
                  </a:extLst>
                </a:gridCol>
              </a:tblGrid>
              <a:tr h="0">
                <a:tc>
                  <a:txBody>
                    <a:bodyPr/>
                    <a:lstStyle/>
                    <a:p>
                      <a:pPr algn="ctr" fontAlgn="ct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Protected Storage</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D5C12"/>
                    </a:solidFill>
                  </a:tcPr>
                </a:tc>
                <a:extLst>
                  <a:ext uri="{0D108BD9-81ED-4DB2-BD59-A6C34878D82A}">
                    <a16:rowId xmlns:a16="http://schemas.microsoft.com/office/drawing/2014/main" val="971601110"/>
                  </a:ext>
                </a:extLst>
              </a:tr>
              <a:tr h="182880">
                <a:tc>
                  <a:txBody>
                    <a:bodyPr/>
                    <a:lstStyle/>
                    <a:p>
                      <a:pPr algn="ctr" fontAlgn="ctr"/>
                      <a:r>
                        <a:rPr lang="en-US" sz="1100" b="0" i="0" u="none" strike="noStrike">
                          <a:solidFill>
                            <a:srgbClr val="000000"/>
                          </a:solidFill>
                          <a:effectLst/>
                          <a:latin typeface="Calibri" panose="020F0502020204030204" pitchFamily="34" charset="0"/>
                        </a:rPr>
                        <a:t>Header</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181589173"/>
                  </a:ext>
                </a:extLst>
              </a:tr>
              <a:tr h="0">
                <a:tc>
                  <a:txBody>
                    <a:bodyPr/>
                    <a:lstStyle/>
                    <a:p>
                      <a:pPr algn="ctr" fontAlgn="ctr"/>
                      <a:r>
                        <a:rPr lang="en-US" sz="1100" b="0" i="0" u="none" strike="noStrike" dirty="0">
                          <a:solidFill>
                            <a:srgbClr val="000000"/>
                          </a:solidFill>
                          <a:effectLst/>
                          <a:latin typeface="Calibri" panose="020F0502020204030204" pitchFamily="34" charset="0"/>
                        </a:rPr>
                        <a:t>CM33 L2  boot  (1MB)+ CM33 S (1.25MB)</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Code + Trailer (.25)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93E0C"/>
                    </a:solidFill>
                  </a:tcPr>
                </a:tc>
                <a:extLst>
                  <a:ext uri="{0D108BD9-81ED-4DB2-BD59-A6C34878D82A}">
                    <a16:rowId xmlns:a16="http://schemas.microsoft.com/office/drawing/2014/main" val="3717030303"/>
                  </a:ext>
                </a:extLst>
              </a:tr>
              <a:tr h="190500">
                <a:tc>
                  <a:txBody>
                    <a:bodyPr/>
                    <a:lstStyle/>
                    <a:p>
                      <a:pPr algn="ctr" fontAlgn="ctr"/>
                      <a:r>
                        <a:rPr lang="en-US" sz="1100" b="0" i="0" u="none" strike="noStrike">
                          <a:solidFill>
                            <a:srgbClr val="000000"/>
                          </a:solidFill>
                          <a:effectLst/>
                          <a:latin typeface="Calibri" panose="020F0502020204030204" pitchFamily="34" charset="0"/>
                        </a:rPr>
                        <a:t>Header</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334721349"/>
                  </a:ext>
                </a:extLst>
              </a:tr>
              <a:tr h="0">
                <a:tc>
                  <a:txBody>
                    <a:bodyPr/>
                    <a:lstStyle/>
                    <a:p>
                      <a:pPr algn="ctr" fontAlgn="ct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CM33 NS</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Code + Trailer (.25)</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58A"/>
                    </a:solidFill>
                  </a:tcPr>
                </a:tc>
                <a:extLst>
                  <a:ext uri="{0D108BD9-81ED-4DB2-BD59-A6C34878D82A}">
                    <a16:rowId xmlns:a16="http://schemas.microsoft.com/office/drawing/2014/main" val="3070526734"/>
                  </a:ext>
                </a:extLst>
              </a:tr>
              <a:tr h="200025">
                <a:tc>
                  <a:txBody>
                    <a:bodyPr/>
                    <a:lstStyle/>
                    <a:p>
                      <a:pPr algn="ctr" fontAlgn="ctr"/>
                      <a:r>
                        <a:rPr lang="en-US" sz="1100" b="0" i="0" u="none" strike="noStrike">
                          <a:solidFill>
                            <a:srgbClr val="000000"/>
                          </a:solidFill>
                          <a:effectLst/>
                          <a:latin typeface="Calibri" panose="020F0502020204030204" pitchFamily="34" charset="0"/>
                        </a:rPr>
                        <a:t>Header</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811173732"/>
                  </a:ext>
                </a:extLst>
              </a:tr>
              <a:tr h="0">
                <a:tc>
                  <a:txBody>
                    <a:bodyPr/>
                    <a:lstStyle/>
                    <a:p>
                      <a:pPr algn="ctr" fontAlgn="ct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CM55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Code + Trailer (.25)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CDB0"/>
                    </a:solidFill>
                  </a:tcPr>
                </a:tc>
                <a:extLst>
                  <a:ext uri="{0D108BD9-81ED-4DB2-BD59-A6C34878D82A}">
                    <a16:rowId xmlns:a16="http://schemas.microsoft.com/office/drawing/2014/main" val="1783784230"/>
                  </a:ext>
                </a:extLst>
              </a:tr>
              <a:tr h="182880">
                <a:tc>
                  <a:txBody>
                    <a:bodyPr/>
                    <a:lstStyle/>
                    <a:p>
                      <a:pPr algn="ctr" fontAlgn="ctr"/>
                      <a:r>
                        <a:rPr lang="en-US" sz="1100" b="0" i="0" u="none" strike="noStrike">
                          <a:solidFill>
                            <a:srgbClr val="000000"/>
                          </a:solidFill>
                          <a:effectLst/>
                          <a:latin typeface="Calibri" panose="020F0502020204030204" pitchFamily="34" charset="0"/>
                        </a:rPr>
                        <a:t>Header</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502650685"/>
                  </a:ext>
                </a:extLst>
              </a:tr>
              <a:tr h="0">
                <a:tc>
                  <a:txBody>
                    <a:bodyPr/>
                    <a:lstStyle/>
                    <a:p>
                      <a:pPr algn="ctr" fontAlgn="ct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CM33 S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Secondary Slot</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93E0C"/>
                    </a:solidFill>
                  </a:tcPr>
                </a:tc>
                <a:extLst>
                  <a:ext uri="{0D108BD9-81ED-4DB2-BD59-A6C34878D82A}">
                    <a16:rowId xmlns:a16="http://schemas.microsoft.com/office/drawing/2014/main" val="450241522"/>
                  </a:ext>
                </a:extLst>
              </a:tr>
              <a:tr h="182880">
                <a:tc>
                  <a:txBody>
                    <a:bodyPr/>
                    <a:lstStyle/>
                    <a:p>
                      <a:pPr algn="ctr" fontAlgn="ctr"/>
                      <a:r>
                        <a:rPr lang="en-US" sz="1100" b="0" i="0" u="none" strike="noStrike">
                          <a:solidFill>
                            <a:srgbClr val="000000"/>
                          </a:solidFill>
                          <a:effectLst/>
                          <a:latin typeface="Calibri" panose="020F0502020204030204" pitchFamily="34" charset="0"/>
                        </a:rPr>
                        <a:t>Header</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616734386"/>
                  </a:ext>
                </a:extLst>
              </a:tr>
              <a:tr h="0">
                <a:tc>
                  <a:txBody>
                    <a:bodyPr/>
                    <a:lstStyle/>
                    <a:p>
                      <a:pPr algn="ctr" fontAlgn="ct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CM33 NS</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Secondary Slot</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58A"/>
                    </a:solidFill>
                  </a:tcPr>
                </a:tc>
                <a:extLst>
                  <a:ext uri="{0D108BD9-81ED-4DB2-BD59-A6C34878D82A}">
                    <a16:rowId xmlns:a16="http://schemas.microsoft.com/office/drawing/2014/main" val="3405493145"/>
                  </a:ext>
                </a:extLst>
              </a:tr>
              <a:tr h="182880">
                <a:tc>
                  <a:txBody>
                    <a:bodyPr/>
                    <a:lstStyle/>
                    <a:p>
                      <a:pPr algn="ctr" fontAlgn="ctr"/>
                      <a:r>
                        <a:rPr lang="en-US" sz="1100" b="0" i="0" u="none" strike="noStrike">
                          <a:solidFill>
                            <a:srgbClr val="000000"/>
                          </a:solidFill>
                          <a:effectLst/>
                          <a:latin typeface="Calibri" panose="020F0502020204030204" pitchFamily="34" charset="0"/>
                        </a:rPr>
                        <a:t>Header</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546513624"/>
                  </a:ext>
                </a:extLst>
              </a:tr>
              <a:tr h="0">
                <a:tc>
                  <a:txBody>
                    <a:bodyPr/>
                    <a:lstStyle/>
                    <a:p>
                      <a:pPr algn="ctr" fontAlgn="ct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CM55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Secondary Slot</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CDB0"/>
                    </a:solidFill>
                  </a:tcPr>
                </a:tc>
                <a:extLst>
                  <a:ext uri="{0D108BD9-81ED-4DB2-BD59-A6C34878D82A}">
                    <a16:rowId xmlns:a16="http://schemas.microsoft.com/office/drawing/2014/main" val="1521480991"/>
                  </a:ext>
                </a:extLst>
              </a:tr>
              <a:tr h="0">
                <a:tc>
                  <a:txBody>
                    <a:bodyPr/>
                    <a:lstStyle/>
                    <a:p>
                      <a:pPr algn="ctr" fontAlgn="ctr"/>
                      <a:r>
                        <a:rPr lang="en-US" sz="1100" b="0" i="0" u="none" strike="noStrike">
                          <a:solidFill>
                            <a:srgbClr val="000000"/>
                          </a:solidFill>
                          <a:effectLst/>
                          <a:latin typeface="Calibri" panose="020F0502020204030204" pitchFamily="34" charset="0"/>
                        </a:rPr>
                        <a:t>SE-RT Service Update </a:t>
                      </a:r>
                    </a:p>
                    <a:p>
                      <a:pPr algn="ctr" fontAlgn="ctr"/>
                      <a:r>
                        <a:rPr lang="en-US" sz="1100" b="0" i="0" u="none" strike="noStrike">
                          <a:solidFill>
                            <a:srgbClr val="000000"/>
                          </a:solidFill>
                          <a:effectLst/>
                          <a:latin typeface="Calibri" panose="020F0502020204030204" pitchFamily="34" charset="0"/>
                        </a:rPr>
                        <a:t>(L4 Part only)</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7D8"/>
                    </a:solidFill>
                  </a:tcPr>
                </a:tc>
                <a:extLst>
                  <a:ext uri="{0D108BD9-81ED-4DB2-BD59-A6C34878D82A}">
                    <a16:rowId xmlns:a16="http://schemas.microsoft.com/office/drawing/2014/main" val="1277310401"/>
                  </a:ext>
                </a:extLst>
              </a:tr>
              <a:tr h="0">
                <a:tc>
                  <a:txBody>
                    <a:bodyPr/>
                    <a:lstStyle/>
                    <a:p>
                      <a:pPr algn="ctr" fontAlgn="ctr"/>
                      <a:r>
                        <a:rPr lang="en-US" sz="1100" b="0" i="0" u="none" strike="noStrike" dirty="0">
                          <a:solidFill>
                            <a:srgbClr val="000000"/>
                          </a:solidFill>
                          <a:effectLst/>
                          <a:latin typeface="Calibri" panose="020F0502020204030204" pitchFamily="34" charset="0"/>
                        </a:rPr>
                        <a:t>Unused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52752022"/>
                  </a:ext>
                </a:extLst>
              </a:tr>
            </a:tbl>
          </a:graphicData>
        </a:graphic>
      </p:graphicFrame>
      <p:sp>
        <p:nvSpPr>
          <p:cNvPr id="28" name="Right Brace 27">
            <a:extLst>
              <a:ext uri="{FF2B5EF4-FFF2-40B4-BE49-F238E27FC236}">
                <a16:creationId xmlns:a16="http://schemas.microsoft.com/office/drawing/2014/main" id="{1E67568D-2A63-4E52-8CB2-AB721DBADA58}"/>
              </a:ext>
            </a:extLst>
          </p:cNvPr>
          <p:cNvSpPr/>
          <p:nvPr/>
        </p:nvSpPr>
        <p:spPr>
          <a:xfrm>
            <a:off x="4803049" y="1181634"/>
            <a:ext cx="157844" cy="341467"/>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29" name="Rectangle 28">
            <a:extLst>
              <a:ext uri="{FF2B5EF4-FFF2-40B4-BE49-F238E27FC236}">
                <a16:creationId xmlns:a16="http://schemas.microsoft.com/office/drawing/2014/main" id="{820BF76A-677B-47B8-9B4F-C47B57D8959F}"/>
              </a:ext>
            </a:extLst>
          </p:cNvPr>
          <p:cNvSpPr/>
          <p:nvPr/>
        </p:nvSpPr>
        <p:spPr>
          <a:xfrm>
            <a:off x="4891387" y="1215324"/>
            <a:ext cx="586087" cy="307777"/>
          </a:xfrm>
          <a:prstGeom prst="rect">
            <a:avLst/>
          </a:prstGeom>
        </p:spPr>
        <p:txBody>
          <a:bodyPr wrap="squar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1 MB</a:t>
            </a:r>
            <a:endParaRPr lang="en-US" dirty="0"/>
          </a:p>
        </p:txBody>
      </p:sp>
      <p:sp>
        <p:nvSpPr>
          <p:cNvPr id="30" name="Right Brace 29">
            <a:extLst>
              <a:ext uri="{FF2B5EF4-FFF2-40B4-BE49-F238E27FC236}">
                <a16:creationId xmlns:a16="http://schemas.microsoft.com/office/drawing/2014/main" id="{CE3B661E-3733-4080-9671-205FF5DCE3AA}"/>
              </a:ext>
            </a:extLst>
          </p:cNvPr>
          <p:cNvSpPr/>
          <p:nvPr/>
        </p:nvSpPr>
        <p:spPr>
          <a:xfrm>
            <a:off x="4803048" y="1529710"/>
            <a:ext cx="157845" cy="675154"/>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31" name="Rectangle 30">
            <a:extLst>
              <a:ext uri="{FF2B5EF4-FFF2-40B4-BE49-F238E27FC236}">
                <a16:creationId xmlns:a16="http://schemas.microsoft.com/office/drawing/2014/main" id="{74D20E26-2934-4EBA-B490-8F10DC3F8CAC}"/>
              </a:ext>
            </a:extLst>
          </p:cNvPr>
          <p:cNvSpPr/>
          <p:nvPr/>
        </p:nvSpPr>
        <p:spPr>
          <a:xfrm>
            <a:off x="4916609" y="1713398"/>
            <a:ext cx="1035375" cy="307777"/>
          </a:xfrm>
          <a:prstGeom prst="rect">
            <a:avLst/>
          </a:prstGeom>
        </p:spPr>
        <p:txBody>
          <a:bodyPr wrap="squar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2.25 MB</a:t>
            </a:r>
            <a:endParaRPr lang="en-US" dirty="0"/>
          </a:p>
        </p:txBody>
      </p:sp>
      <p:sp>
        <p:nvSpPr>
          <p:cNvPr id="32" name="Right Brace 31">
            <a:extLst>
              <a:ext uri="{FF2B5EF4-FFF2-40B4-BE49-F238E27FC236}">
                <a16:creationId xmlns:a16="http://schemas.microsoft.com/office/drawing/2014/main" id="{1F620BE8-B573-4870-B1E0-064190852914}"/>
              </a:ext>
            </a:extLst>
          </p:cNvPr>
          <p:cNvSpPr/>
          <p:nvPr/>
        </p:nvSpPr>
        <p:spPr>
          <a:xfrm>
            <a:off x="4812465" y="2238331"/>
            <a:ext cx="148428" cy="675154"/>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33" name="Right Brace 32">
            <a:extLst>
              <a:ext uri="{FF2B5EF4-FFF2-40B4-BE49-F238E27FC236}">
                <a16:creationId xmlns:a16="http://schemas.microsoft.com/office/drawing/2014/main" id="{54F30779-3844-4459-AF53-525B397663D5}"/>
              </a:ext>
            </a:extLst>
          </p:cNvPr>
          <p:cNvSpPr/>
          <p:nvPr/>
        </p:nvSpPr>
        <p:spPr>
          <a:xfrm>
            <a:off x="4817173" y="2937429"/>
            <a:ext cx="148428" cy="675154"/>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34" name="Right Brace 33">
            <a:extLst>
              <a:ext uri="{FF2B5EF4-FFF2-40B4-BE49-F238E27FC236}">
                <a16:creationId xmlns:a16="http://schemas.microsoft.com/office/drawing/2014/main" id="{060D3B1E-F4A1-4AC3-8E63-B3DE65C2DCA9}"/>
              </a:ext>
            </a:extLst>
          </p:cNvPr>
          <p:cNvSpPr/>
          <p:nvPr/>
        </p:nvSpPr>
        <p:spPr>
          <a:xfrm>
            <a:off x="4811636" y="3655251"/>
            <a:ext cx="148428" cy="675154"/>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35" name="Right Brace 34">
            <a:extLst>
              <a:ext uri="{FF2B5EF4-FFF2-40B4-BE49-F238E27FC236}">
                <a16:creationId xmlns:a16="http://schemas.microsoft.com/office/drawing/2014/main" id="{52C23D40-F25F-438F-B217-A99639167EA4}"/>
              </a:ext>
            </a:extLst>
          </p:cNvPr>
          <p:cNvSpPr/>
          <p:nvPr/>
        </p:nvSpPr>
        <p:spPr>
          <a:xfrm>
            <a:off x="4817173" y="4345148"/>
            <a:ext cx="148428" cy="675154"/>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36" name="Right Brace 35">
            <a:extLst>
              <a:ext uri="{FF2B5EF4-FFF2-40B4-BE49-F238E27FC236}">
                <a16:creationId xmlns:a16="http://schemas.microsoft.com/office/drawing/2014/main" id="{A517EA33-F3DF-4D23-A781-677804B6DB65}"/>
              </a:ext>
            </a:extLst>
          </p:cNvPr>
          <p:cNvSpPr/>
          <p:nvPr/>
        </p:nvSpPr>
        <p:spPr>
          <a:xfrm>
            <a:off x="4817173" y="5042476"/>
            <a:ext cx="148428" cy="675154"/>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37" name="Right Brace 36">
            <a:extLst>
              <a:ext uri="{FF2B5EF4-FFF2-40B4-BE49-F238E27FC236}">
                <a16:creationId xmlns:a16="http://schemas.microsoft.com/office/drawing/2014/main" id="{CE61F515-B881-4EC2-885B-0FA466013918}"/>
              </a:ext>
            </a:extLst>
          </p:cNvPr>
          <p:cNvSpPr/>
          <p:nvPr/>
        </p:nvSpPr>
        <p:spPr>
          <a:xfrm>
            <a:off x="4821145" y="5742668"/>
            <a:ext cx="138919" cy="278620"/>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38" name="Rectangle 37">
            <a:extLst>
              <a:ext uri="{FF2B5EF4-FFF2-40B4-BE49-F238E27FC236}">
                <a16:creationId xmlns:a16="http://schemas.microsoft.com/office/drawing/2014/main" id="{6E7812FC-E94C-4A78-93AB-3CE7F4D7AAD9}"/>
              </a:ext>
            </a:extLst>
          </p:cNvPr>
          <p:cNvSpPr/>
          <p:nvPr/>
        </p:nvSpPr>
        <p:spPr>
          <a:xfrm>
            <a:off x="4901510" y="2414701"/>
            <a:ext cx="1035375" cy="307777"/>
          </a:xfrm>
          <a:prstGeom prst="rect">
            <a:avLst/>
          </a:prstGeom>
        </p:spPr>
        <p:txBody>
          <a:bodyPr wrap="squar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2.25 MB</a:t>
            </a:r>
            <a:endParaRPr lang="en-US" dirty="0"/>
          </a:p>
        </p:txBody>
      </p:sp>
      <p:sp>
        <p:nvSpPr>
          <p:cNvPr id="39" name="Rectangle 38">
            <a:extLst>
              <a:ext uri="{FF2B5EF4-FFF2-40B4-BE49-F238E27FC236}">
                <a16:creationId xmlns:a16="http://schemas.microsoft.com/office/drawing/2014/main" id="{C303C2F2-1213-450F-B1B6-0B7F034C9996}"/>
              </a:ext>
            </a:extLst>
          </p:cNvPr>
          <p:cNvSpPr/>
          <p:nvPr/>
        </p:nvSpPr>
        <p:spPr>
          <a:xfrm>
            <a:off x="4916608" y="3115632"/>
            <a:ext cx="1035375" cy="307777"/>
          </a:xfrm>
          <a:prstGeom prst="rect">
            <a:avLst/>
          </a:prstGeom>
        </p:spPr>
        <p:txBody>
          <a:bodyPr wrap="squar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3.25 MB</a:t>
            </a:r>
            <a:endParaRPr lang="en-US" dirty="0"/>
          </a:p>
        </p:txBody>
      </p:sp>
      <p:sp>
        <p:nvSpPr>
          <p:cNvPr id="40" name="Rectangle 39">
            <a:extLst>
              <a:ext uri="{FF2B5EF4-FFF2-40B4-BE49-F238E27FC236}">
                <a16:creationId xmlns:a16="http://schemas.microsoft.com/office/drawing/2014/main" id="{5152BBC0-4097-4870-B433-8C725007DB3F}"/>
              </a:ext>
            </a:extLst>
          </p:cNvPr>
          <p:cNvSpPr/>
          <p:nvPr/>
        </p:nvSpPr>
        <p:spPr>
          <a:xfrm>
            <a:off x="4916609" y="3824977"/>
            <a:ext cx="1035375" cy="307777"/>
          </a:xfrm>
          <a:prstGeom prst="rect">
            <a:avLst/>
          </a:prstGeom>
        </p:spPr>
        <p:txBody>
          <a:bodyPr wrap="square">
            <a:spAutoFit/>
          </a:bodyPr>
          <a:lstStyle/>
          <a:p>
            <a:r>
              <a:rPr lang="en-US" b="1" dirty="0">
                <a:solidFill>
                  <a:srgbClr val="000000"/>
                </a:solidFill>
                <a:latin typeface="Calibri" panose="020F0502020204030204" pitchFamily="34" charset="0"/>
                <a:ea typeface="Times New Roman" panose="02020603050405020304" pitchFamily="18" charset="0"/>
                <a:cs typeface="Verdana" panose="020B0604030504040204" pitchFamily="34" charset="0"/>
              </a:rPr>
              <a:t>1.25 MB</a:t>
            </a:r>
            <a:endParaRPr lang="en-US" dirty="0"/>
          </a:p>
        </p:txBody>
      </p:sp>
      <p:sp>
        <p:nvSpPr>
          <p:cNvPr id="41" name="Rectangle 40">
            <a:extLst>
              <a:ext uri="{FF2B5EF4-FFF2-40B4-BE49-F238E27FC236}">
                <a16:creationId xmlns:a16="http://schemas.microsoft.com/office/drawing/2014/main" id="{89AA8424-D831-4895-B1E9-D7352FBAE99B}"/>
              </a:ext>
            </a:extLst>
          </p:cNvPr>
          <p:cNvSpPr/>
          <p:nvPr/>
        </p:nvSpPr>
        <p:spPr>
          <a:xfrm>
            <a:off x="4915756" y="4519695"/>
            <a:ext cx="1035375" cy="307777"/>
          </a:xfrm>
          <a:prstGeom prst="rect">
            <a:avLst/>
          </a:prstGeom>
        </p:spPr>
        <p:txBody>
          <a:bodyPr wrap="squar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2.25 MB</a:t>
            </a:r>
            <a:endParaRPr lang="en-US" dirty="0"/>
          </a:p>
        </p:txBody>
      </p:sp>
      <p:sp>
        <p:nvSpPr>
          <p:cNvPr id="42" name="Rectangle 41">
            <a:extLst>
              <a:ext uri="{FF2B5EF4-FFF2-40B4-BE49-F238E27FC236}">
                <a16:creationId xmlns:a16="http://schemas.microsoft.com/office/drawing/2014/main" id="{05C79CE8-4BF4-4DAA-94CD-B2071187D9B4}"/>
              </a:ext>
            </a:extLst>
          </p:cNvPr>
          <p:cNvSpPr/>
          <p:nvPr/>
        </p:nvSpPr>
        <p:spPr>
          <a:xfrm>
            <a:off x="4924920" y="5209592"/>
            <a:ext cx="1035375" cy="307777"/>
          </a:xfrm>
          <a:prstGeom prst="rect">
            <a:avLst/>
          </a:prstGeom>
        </p:spPr>
        <p:txBody>
          <a:bodyPr wrap="squar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3.25 MB</a:t>
            </a:r>
            <a:endParaRPr lang="en-US" dirty="0"/>
          </a:p>
        </p:txBody>
      </p:sp>
      <p:sp>
        <p:nvSpPr>
          <p:cNvPr id="43" name="Rectangle 42">
            <a:extLst>
              <a:ext uri="{FF2B5EF4-FFF2-40B4-BE49-F238E27FC236}">
                <a16:creationId xmlns:a16="http://schemas.microsoft.com/office/drawing/2014/main" id="{1DF72E12-4EB3-43CB-942A-0D65C634FEC2}"/>
              </a:ext>
            </a:extLst>
          </p:cNvPr>
          <p:cNvSpPr/>
          <p:nvPr/>
        </p:nvSpPr>
        <p:spPr>
          <a:xfrm>
            <a:off x="4898988" y="5719459"/>
            <a:ext cx="1035375" cy="307777"/>
          </a:xfrm>
          <a:prstGeom prst="rect">
            <a:avLst/>
          </a:prstGeom>
        </p:spPr>
        <p:txBody>
          <a:bodyPr wrap="squar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256 KB</a:t>
            </a:r>
            <a:endParaRPr lang="en-US" dirty="0"/>
          </a:p>
        </p:txBody>
      </p:sp>
      <p:sp>
        <p:nvSpPr>
          <p:cNvPr id="44" name="Rectangle 43">
            <a:extLst>
              <a:ext uri="{FF2B5EF4-FFF2-40B4-BE49-F238E27FC236}">
                <a16:creationId xmlns:a16="http://schemas.microsoft.com/office/drawing/2014/main" id="{E7FC3305-1302-41A1-9DB8-BC2CBFF0FCBD}"/>
              </a:ext>
            </a:extLst>
          </p:cNvPr>
          <p:cNvSpPr/>
          <p:nvPr/>
        </p:nvSpPr>
        <p:spPr>
          <a:xfrm>
            <a:off x="335360" y="974734"/>
            <a:ext cx="1983641" cy="738664"/>
          </a:xfrm>
          <a:prstGeom prst="rect">
            <a:avLst/>
          </a:prstGeom>
        </p:spPr>
        <p:txBody>
          <a:bodyPr wrap="square">
            <a:spAutoFit/>
          </a:bodyPr>
          <a:lstStyle/>
          <a:p>
            <a:r>
              <a:rPr lang="en-US" b="1">
                <a:solidFill>
                  <a:srgbClr val="000000"/>
                </a:solidFill>
                <a:latin typeface="Calibri" panose="020F0502020204030204" pitchFamily="34" charset="0"/>
              </a:rPr>
              <a:t>Start address </a:t>
            </a:r>
          </a:p>
          <a:p>
            <a:r>
              <a:rPr lang="en-US" b="1">
                <a:solidFill>
                  <a:srgbClr val="000000"/>
                </a:solidFill>
                <a:latin typeface="Calibri" panose="020F0502020204030204" pitchFamily="34" charset="0"/>
              </a:rPr>
              <a:t>CBUS S / CBUS NS </a:t>
            </a:r>
          </a:p>
          <a:p>
            <a:r>
              <a:rPr lang="en-US" b="1">
                <a:solidFill>
                  <a:srgbClr val="000000"/>
                </a:solidFill>
                <a:latin typeface="Calibri" panose="020F0502020204030204" pitchFamily="34" charset="0"/>
              </a:rPr>
              <a:t>SAHB S / SAHB NS</a:t>
            </a:r>
            <a:endParaRPr lang="en-US" dirty="0"/>
          </a:p>
        </p:txBody>
      </p:sp>
      <p:cxnSp>
        <p:nvCxnSpPr>
          <p:cNvPr id="45" name="Straight Arrow Connector 44">
            <a:extLst>
              <a:ext uri="{FF2B5EF4-FFF2-40B4-BE49-F238E27FC236}">
                <a16:creationId xmlns:a16="http://schemas.microsoft.com/office/drawing/2014/main" id="{6346E6C5-6151-476A-83DF-FAE4CEAA7E11}"/>
              </a:ext>
            </a:extLst>
          </p:cNvPr>
          <p:cNvCxnSpPr/>
          <p:nvPr/>
        </p:nvCxnSpPr>
        <p:spPr>
          <a:xfrm flipH="1">
            <a:off x="1856032" y="1180658"/>
            <a:ext cx="6649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6556ADD0-35C7-4D86-9489-B0F5AAB28A57}"/>
              </a:ext>
            </a:extLst>
          </p:cNvPr>
          <p:cNvSpPr/>
          <p:nvPr/>
        </p:nvSpPr>
        <p:spPr>
          <a:xfrm>
            <a:off x="369186" y="5805264"/>
            <a:ext cx="1983641" cy="738664"/>
          </a:xfrm>
          <a:prstGeom prst="rect">
            <a:avLst/>
          </a:prstGeom>
        </p:spPr>
        <p:txBody>
          <a:bodyPr wrap="square">
            <a:spAutoFit/>
          </a:bodyPr>
          <a:lstStyle/>
          <a:p>
            <a:r>
              <a:rPr lang="en-US" b="1">
                <a:solidFill>
                  <a:srgbClr val="000000"/>
                </a:solidFill>
                <a:latin typeface="Calibri" panose="020F0502020204030204" pitchFamily="34" charset="0"/>
              </a:rPr>
              <a:t>END address </a:t>
            </a:r>
          </a:p>
          <a:p>
            <a:r>
              <a:rPr lang="en-US" b="1">
                <a:solidFill>
                  <a:srgbClr val="000000"/>
                </a:solidFill>
                <a:latin typeface="Calibri" panose="020F0502020204030204" pitchFamily="34" charset="0"/>
              </a:rPr>
              <a:t>CBUS S / CBUS NS </a:t>
            </a:r>
          </a:p>
          <a:p>
            <a:r>
              <a:rPr lang="en-US" b="1">
                <a:solidFill>
                  <a:srgbClr val="000000"/>
                </a:solidFill>
                <a:latin typeface="Calibri" panose="020F0502020204030204" pitchFamily="34" charset="0"/>
              </a:rPr>
              <a:t>SAHB S / SAHB NS</a:t>
            </a:r>
            <a:endParaRPr lang="en-US" dirty="0"/>
          </a:p>
        </p:txBody>
      </p:sp>
      <p:cxnSp>
        <p:nvCxnSpPr>
          <p:cNvPr id="47" name="Straight Arrow Connector 46">
            <a:extLst>
              <a:ext uri="{FF2B5EF4-FFF2-40B4-BE49-F238E27FC236}">
                <a16:creationId xmlns:a16="http://schemas.microsoft.com/office/drawing/2014/main" id="{E2B00A7B-8324-492B-A7EE-16111C1DEB14}"/>
              </a:ext>
            </a:extLst>
          </p:cNvPr>
          <p:cNvCxnSpPr/>
          <p:nvPr/>
        </p:nvCxnSpPr>
        <p:spPr>
          <a:xfrm flipH="1">
            <a:off x="1847431" y="6240181"/>
            <a:ext cx="6649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48" name="Table 47">
            <a:extLst>
              <a:ext uri="{FF2B5EF4-FFF2-40B4-BE49-F238E27FC236}">
                <a16:creationId xmlns:a16="http://schemas.microsoft.com/office/drawing/2014/main" id="{5E24CD30-AEFE-4703-8371-CD5279F7F23B}"/>
              </a:ext>
            </a:extLst>
          </p:cNvPr>
          <p:cNvGraphicFramePr>
            <a:graphicFrameLocks noGrp="1"/>
          </p:cNvGraphicFramePr>
          <p:nvPr/>
        </p:nvGraphicFramePr>
        <p:xfrm>
          <a:off x="7211085" y="3095341"/>
          <a:ext cx="3960439" cy="1042442"/>
        </p:xfrm>
        <a:graphic>
          <a:graphicData uri="http://schemas.openxmlformats.org/drawingml/2006/table">
            <a:tbl>
              <a:tblPr/>
              <a:tblGrid>
                <a:gridCol w="1058393">
                  <a:extLst>
                    <a:ext uri="{9D8B030D-6E8A-4147-A177-3AD203B41FA5}">
                      <a16:colId xmlns:a16="http://schemas.microsoft.com/office/drawing/2014/main" val="3168989709"/>
                    </a:ext>
                  </a:extLst>
                </a:gridCol>
                <a:gridCol w="739737">
                  <a:extLst>
                    <a:ext uri="{9D8B030D-6E8A-4147-A177-3AD203B41FA5}">
                      <a16:colId xmlns:a16="http://schemas.microsoft.com/office/drawing/2014/main" val="873224842"/>
                    </a:ext>
                  </a:extLst>
                </a:gridCol>
                <a:gridCol w="739737">
                  <a:extLst>
                    <a:ext uri="{9D8B030D-6E8A-4147-A177-3AD203B41FA5}">
                      <a16:colId xmlns:a16="http://schemas.microsoft.com/office/drawing/2014/main" val="3597398985"/>
                    </a:ext>
                  </a:extLst>
                </a:gridCol>
                <a:gridCol w="682835">
                  <a:extLst>
                    <a:ext uri="{9D8B030D-6E8A-4147-A177-3AD203B41FA5}">
                      <a16:colId xmlns:a16="http://schemas.microsoft.com/office/drawing/2014/main" val="407682059"/>
                    </a:ext>
                  </a:extLst>
                </a:gridCol>
                <a:gridCol w="739737">
                  <a:extLst>
                    <a:ext uri="{9D8B030D-6E8A-4147-A177-3AD203B41FA5}">
                      <a16:colId xmlns:a16="http://schemas.microsoft.com/office/drawing/2014/main" val="3469878226"/>
                    </a:ext>
                  </a:extLst>
                </a:gridCol>
              </a:tblGrid>
              <a:tr h="389783">
                <a:tc gridSpan="5">
                  <a:txBody>
                    <a:bodyPr/>
                    <a:lstStyle/>
                    <a:p>
                      <a:pPr algn="ctr" fontAlgn="ctr"/>
                      <a:r>
                        <a:rPr lang="en-US" sz="2000" b="1" i="0" u="none" strike="noStrike" dirty="0">
                          <a:solidFill>
                            <a:srgbClr val="000000"/>
                          </a:solidFill>
                          <a:effectLst/>
                          <a:latin typeface="Calibri" panose="020F0502020204030204" pitchFamily="34" charset="0"/>
                        </a:rPr>
                        <a:t>Memory Regions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920743913"/>
                  </a:ext>
                </a:extLst>
              </a:tr>
              <a:tr h="217553">
                <a:tc>
                  <a:txBody>
                    <a:bodyPr/>
                    <a:lstStyle/>
                    <a:p>
                      <a:pPr algn="ctr" fontAlgn="ctr"/>
                      <a:r>
                        <a:rPr lang="en-US" sz="1100" b="0" i="0" u="none" strike="noStrike">
                          <a:solidFill>
                            <a:srgbClr val="000000"/>
                          </a:solidFill>
                          <a:effectLst/>
                          <a:latin typeface="Calibri" panose="020F0502020204030204" pitchFamily="34" charset="0"/>
                        </a:rPr>
                        <a:t>XIP 0</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CBUS 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SAHB 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CBUS NS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SAHB NS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71779553"/>
                  </a:ext>
                </a:extLst>
              </a:tr>
              <a:tr h="217553">
                <a:tc>
                  <a:txBody>
                    <a:bodyPr/>
                    <a:lstStyle/>
                    <a:p>
                      <a:pPr algn="ctr" fontAlgn="ctr"/>
                      <a:r>
                        <a:rPr lang="en-US" sz="1100" b="1" i="0" u="none" strike="noStrike">
                          <a:solidFill>
                            <a:srgbClr val="000000"/>
                          </a:solidFill>
                          <a:effectLst/>
                          <a:latin typeface="Calibri" panose="020F0502020204030204" pitchFamily="34" charset="0"/>
                        </a:rPr>
                        <a:t>Start  Address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18000000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70000000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800000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60000000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8980744"/>
                  </a:ext>
                </a:extLst>
              </a:tr>
              <a:tr h="217553">
                <a:tc>
                  <a:txBody>
                    <a:bodyPr/>
                    <a:lstStyle/>
                    <a:p>
                      <a:pPr algn="ctr" fontAlgn="ctr"/>
                      <a:r>
                        <a:rPr lang="en-US" sz="1100" b="1" i="0" u="none" strike="noStrike">
                          <a:solidFill>
                            <a:srgbClr val="000000"/>
                          </a:solidFill>
                          <a:effectLst/>
                          <a:latin typeface="Calibri" panose="020F0502020204030204" pitchFamily="34" charset="0"/>
                        </a:rPr>
                        <a:t>End Address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19000000</a:t>
                      </a:r>
                      <a:endParaRPr lang="en-US"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71000000</a:t>
                      </a:r>
                      <a:endParaRPr lang="en-US"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1800000</a:t>
                      </a:r>
                      <a:endParaRPr lang="en-US"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61000000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1519746"/>
                  </a:ext>
                </a:extLst>
              </a:tr>
            </a:tbl>
          </a:graphicData>
        </a:graphic>
      </p:graphicFrame>
      <p:cxnSp>
        <p:nvCxnSpPr>
          <p:cNvPr id="49" name="Straight Arrow Connector 48">
            <a:extLst>
              <a:ext uri="{FF2B5EF4-FFF2-40B4-BE49-F238E27FC236}">
                <a16:creationId xmlns:a16="http://schemas.microsoft.com/office/drawing/2014/main" id="{B301BD7D-657E-4DA6-8A10-935B6D4787C6}"/>
              </a:ext>
            </a:extLst>
          </p:cNvPr>
          <p:cNvCxnSpPr>
            <a:cxnSpLocks/>
          </p:cNvCxnSpPr>
          <p:nvPr/>
        </p:nvCxnSpPr>
        <p:spPr>
          <a:xfrm>
            <a:off x="10776520" y="4137783"/>
            <a:ext cx="0" cy="64177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A737F6D9-6D72-4ECF-89A4-897F7A9A6729}"/>
              </a:ext>
            </a:extLst>
          </p:cNvPr>
          <p:cNvSpPr/>
          <p:nvPr/>
        </p:nvSpPr>
        <p:spPr>
          <a:xfrm>
            <a:off x="9852738" y="4789026"/>
            <a:ext cx="1983641" cy="400110"/>
          </a:xfrm>
          <a:prstGeom prst="rect">
            <a:avLst/>
          </a:prstGeom>
        </p:spPr>
        <p:txBody>
          <a:bodyPr wrap="square">
            <a:spAutoFit/>
          </a:bodyPr>
          <a:lstStyle/>
          <a:p>
            <a:r>
              <a:rPr lang="en-US" sz="2000" b="1">
                <a:solidFill>
                  <a:srgbClr val="0A8276"/>
                </a:solidFill>
                <a:latin typeface="Calibri" panose="020F0502020204030204" pitchFamily="34" charset="0"/>
              </a:rPr>
              <a:t>CM55 : SAHB NS </a:t>
            </a:r>
            <a:endParaRPr lang="en-US" sz="2000" b="1" dirty="0">
              <a:solidFill>
                <a:srgbClr val="0A8276"/>
              </a:solidFill>
              <a:latin typeface="Calibri" panose="020F0502020204030204" pitchFamily="34" charset="0"/>
            </a:endParaRPr>
          </a:p>
        </p:txBody>
      </p:sp>
      <p:sp>
        <p:nvSpPr>
          <p:cNvPr id="51" name="Rectangle 50">
            <a:extLst>
              <a:ext uri="{FF2B5EF4-FFF2-40B4-BE49-F238E27FC236}">
                <a16:creationId xmlns:a16="http://schemas.microsoft.com/office/drawing/2014/main" id="{155E275D-45B8-4789-B123-1C641292060F}"/>
              </a:ext>
            </a:extLst>
          </p:cNvPr>
          <p:cNvSpPr/>
          <p:nvPr/>
        </p:nvSpPr>
        <p:spPr bwMode="auto">
          <a:xfrm>
            <a:off x="10416480" y="3501008"/>
            <a:ext cx="755044" cy="627307"/>
          </a:xfrm>
          <a:prstGeom prst="rect">
            <a:avLst/>
          </a:prstGeom>
          <a:noFill/>
          <a:ln w="28575">
            <a:solidFill>
              <a:srgbClr val="0A8276"/>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56" name="Rectangle 55">
            <a:extLst>
              <a:ext uri="{FF2B5EF4-FFF2-40B4-BE49-F238E27FC236}">
                <a16:creationId xmlns:a16="http://schemas.microsoft.com/office/drawing/2014/main" id="{7A4A30BF-A9C8-4FD4-B4B7-9932886427F5}"/>
              </a:ext>
            </a:extLst>
          </p:cNvPr>
          <p:cNvSpPr/>
          <p:nvPr/>
        </p:nvSpPr>
        <p:spPr>
          <a:xfrm>
            <a:off x="6600056" y="5921983"/>
            <a:ext cx="5556655" cy="523220"/>
          </a:xfrm>
          <a:prstGeom prst="rect">
            <a:avLst/>
          </a:prstGeom>
        </p:spPr>
        <p:txBody>
          <a:bodyPr wrap="square">
            <a:spAutoFit/>
          </a:bodyPr>
          <a:lstStyle/>
          <a:p>
            <a:r>
              <a:rPr lang="en-US" b="1">
                <a:solidFill>
                  <a:srgbClr val="000000"/>
                </a:solidFill>
                <a:latin typeface="Calibri" panose="020F0502020204030204" pitchFamily="34" charset="0"/>
              </a:rPr>
              <a:t>Note : 1. XIP1 is unused</a:t>
            </a:r>
          </a:p>
          <a:p>
            <a:r>
              <a:rPr lang="en-US" b="1">
                <a:solidFill>
                  <a:srgbClr val="000000"/>
                </a:solidFill>
                <a:latin typeface="Calibri" panose="020F0502020204030204" pitchFamily="34" charset="0"/>
              </a:rPr>
              <a:t>            2. These memory  configurations are proposed ; Work in Progress </a:t>
            </a:r>
            <a:endParaRPr lang="en-US" dirty="0"/>
          </a:p>
        </p:txBody>
      </p:sp>
    </p:spTree>
    <p:extLst>
      <p:ext uri="{BB962C8B-B14F-4D97-AF65-F5344CB8AC3E}">
        <p14:creationId xmlns:p14="http://schemas.microsoft.com/office/powerpoint/2010/main" val="1013177773"/>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189B06F-4A5B-4DC1-9059-1A9387B322F4}"/>
              </a:ext>
            </a:extLst>
          </p:cNvPr>
          <p:cNvGraphicFramePr>
            <a:graphicFrameLocks noGrp="1"/>
          </p:cNvGraphicFramePr>
          <p:nvPr>
            <p:ph sz="quarter" idx="13" hasCustomPrompt="1"/>
          </p:nvPr>
        </p:nvGraphicFramePr>
        <p:xfrm>
          <a:off x="334800" y="1268414"/>
          <a:ext cx="2197100" cy="2304255"/>
        </p:xfrm>
        <a:graphic>
          <a:graphicData uri="http://schemas.openxmlformats.org/drawingml/2006/table">
            <a:tbl>
              <a:tblPr/>
              <a:tblGrid>
                <a:gridCol w="2197100">
                  <a:extLst>
                    <a:ext uri="{9D8B030D-6E8A-4147-A177-3AD203B41FA5}">
                      <a16:colId xmlns:a16="http://schemas.microsoft.com/office/drawing/2014/main" val="1196576818"/>
                    </a:ext>
                  </a:extLst>
                </a:gridCol>
              </a:tblGrid>
              <a:tr h="768085">
                <a:tc>
                  <a:txBody>
                    <a:bodyPr/>
                    <a:lstStyle/>
                    <a:p>
                      <a:br>
                        <a:rPr>
                          <a:solidFill>
                            <a:srgbClr val="000000"/>
                          </a:solidFill>
                          <a:effectLst/>
                          <a:latin typeface="Calibri" panose="020F0502020204030204" pitchFamily="34" charset="0"/>
                        </a:rPr>
                      </a:br>
                      <a:r>
                        <a:rPr>
                          <a:solidFill>
                            <a:srgbClr val="000000"/>
                          </a:solidFill>
                          <a:effectLst/>
                          <a:latin typeface="Calibri" panose="020F0502020204030204" pitchFamily="34" charset="0"/>
                        </a:rPr>
                        <a:t>L1 Boot</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D5C12"/>
                    </a:solidFill>
                  </a:tcPr>
                </a:tc>
                <a:extLst>
                  <a:ext uri="{0D108BD9-81ED-4DB2-BD59-A6C34878D82A}">
                    <a16:rowId xmlns:a16="http://schemas.microsoft.com/office/drawing/2014/main" val="3194766146"/>
                  </a:ext>
                </a:extLst>
              </a:tr>
              <a:tr h="768085">
                <a:tc>
                  <a:txBody>
                    <a:bodyPr/>
                    <a:lstStyle/>
                    <a:p>
                      <a:br>
                        <a:rPr>
                          <a:solidFill>
                            <a:srgbClr val="000000"/>
                          </a:solidFill>
                          <a:effectLst/>
                          <a:latin typeface="Calibri" panose="020F0502020204030204" pitchFamily="34" charset="0"/>
                        </a:rPr>
                      </a:br>
                      <a:r>
                        <a:rPr>
                          <a:solidFill>
                            <a:srgbClr val="000000"/>
                          </a:solidFill>
                          <a:effectLst/>
                          <a:latin typeface="Calibri" panose="020F0502020204030204" pitchFamily="34" charset="0"/>
                        </a:rPr>
                        <a:t>CM 33 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93E0C"/>
                    </a:solidFill>
                  </a:tcPr>
                </a:tc>
                <a:extLst>
                  <a:ext uri="{0D108BD9-81ED-4DB2-BD59-A6C34878D82A}">
                    <a16:rowId xmlns:a16="http://schemas.microsoft.com/office/drawing/2014/main" val="470044615"/>
                  </a:ext>
                </a:extLst>
              </a:tr>
              <a:tr h="768085">
                <a:tc>
                  <a:txBody>
                    <a:bodyPr/>
                    <a:lstStyle/>
                    <a:p>
                      <a:br>
                        <a:rPr>
                          <a:solidFill>
                            <a:srgbClr val="000000"/>
                          </a:solidFill>
                          <a:effectLst/>
                          <a:latin typeface="Calibri" panose="020F0502020204030204" pitchFamily="34" charset="0"/>
                        </a:rPr>
                      </a:br>
                      <a:r>
                        <a:rPr>
                          <a:solidFill>
                            <a:srgbClr val="000000"/>
                          </a:solidFill>
                          <a:effectLst/>
                          <a:latin typeface="Calibri" panose="020F0502020204030204" pitchFamily="34" charset="0"/>
                        </a:rPr>
                        <a:t>User CM33 NS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9CDB0"/>
                    </a:solidFill>
                  </a:tcPr>
                </a:tc>
                <a:extLst>
                  <a:ext uri="{0D108BD9-81ED-4DB2-BD59-A6C34878D82A}">
                    <a16:rowId xmlns:a16="http://schemas.microsoft.com/office/drawing/2014/main" val="1535897776"/>
                  </a:ext>
                </a:extLst>
              </a:tr>
            </a:tbl>
          </a:graphicData>
        </a:graphic>
      </p:graphicFrame>
      <p:sp>
        <p:nvSpPr>
          <p:cNvPr id="3" name="Title 2">
            <a:extLst>
              <a:ext uri="{FF2B5EF4-FFF2-40B4-BE49-F238E27FC236}">
                <a16:creationId xmlns:a16="http://schemas.microsoft.com/office/drawing/2014/main" id="{3F354ADB-1F5E-4D0F-8277-ABCB7ACBDE4B}"/>
              </a:ext>
            </a:extLst>
          </p:cNvPr>
          <p:cNvSpPr>
            <a:spLocks noGrp="1"/>
          </p:cNvSpPr>
          <p:nvPr>
            <p:ph type="title" hasCustomPrompt="1"/>
          </p:nvPr>
        </p:nvSpPr>
        <p:spPr/>
        <p:txBody>
          <a:bodyPr/>
          <a:lstStyle/>
          <a:p>
            <a:r>
              <a:t>SRAM0 (512 KB)</a:t>
            </a:r>
          </a:p>
        </p:txBody>
      </p:sp>
      <p:sp>
        <p:nvSpPr>
          <p:cNvPr id="5" name="Right Brace 4">
            <a:extLst>
              <a:ext uri="{FF2B5EF4-FFF2-40B4-BE49-F238E27FC236}">
                <a16:creationId xmlns:a16="http://schemas.microsoft.com/office/drawing/2014/main" id="{840C9FDF-CA06-408C-BFB6-E569582C58FE}"/>
              </a:ext>
            </a:extLst>
          </p:cNvPr>
          <p:cNvSpPr/>
          <p:nvPr/>
        </p:nvSpPr>
        <p:spPr>
          <a:xfrm>
            <a:off x="4415072" y="2132856"/>
            <a:ext cx="157845" cy="755264"/>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6" name="Rectangle 5">
            <a:extLst>
              <a:ext uri="{FF2B5EF4-FFF2-40B4-BE49-F238E27FC236}">
                <a16:creationId xmlns:a16="http://schemas.microsoft.com/office/drawing/2014/main" id="{02F55F5F-C787-447C-BDC2-EC6C69A988A8}"/>
              </a:ext>
            </a:extLst>
          </p:cNvPr>
          <p:cNvSpPr/>
          <p:nvPr/>
        </p:nvSpPr>
        <p:spPr>
          <a:xfrm>
            <a:off x="4528633" y="2351808"/>
            <a:ext cx="1035375" cy="307777"/>
          </a:xfrm>
          <a:prstGeom prst="rect">
            <a:avLst/>
          </a:prstGeom>
        </p:spPr>
        <p:txBody>
          <a:bodyPr wrap="squar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4 KB</a:t>
            </a:r>
            <a:endParaRPr lang="en-US" dirty="0"/>
          </a:p>
        </p:txBody>
      </p:sp>
      <p:sp>
        <p:nvSpPr>
          <p:cNvPr id="7" name="Right Brace 6">
            <a:extLst>
              <a:ext uri="{FF2B5EF4-FFF2-40B4-BE49-F238E27FC236}">
                <a16:creationId xmlns:a16="http://schemas.microsoft.com/office/drawing/2014/main" id="{40870166-4158-4D74-9A73-4AFBA9E3DC9F}"/>
              </a:ext>
            </a:extLst>
          </p:cNvPr>
          <p:cNvSpPr/>
          <p:nvPr/>
        </p:nvSpPr>
        <p:spPr>
          <a:xfrm>
            <a:off x="4415072" y="2907351"/>
            <a:ext cx="157845" cy="755264"/>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8" name="Right Brace 7">
            <a:extLst>
              <a:ext uri="{FF2B5EF4-FFF2-40B4-BE49-F238E27FC236}">
                <a16:creationId xmlns:a16="http://schemas.microsoft.com/office/drawing/2014/main" id="{146A255E-0CEF-438E-8FDB-986DE99DB739}"/>
              </a:ext>
            </a:extLst>
          </p:cNvPr>
          <p:cNvSpPr/>
          <p:nvPr/>
        </p:nvSpPr>
        <p:spPr>
          <a:xfrm>
            <a:off x="4409627" y="3676766"/>
            <a:ext cx="157845" cy="755264"/>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9" name="Rectangle 8">
            <a:extLst>
              <a:ext uri="{FF2B5EF4-FFF2-40B4-BE49-F238E27FC236}">
                <a16:creationId xmlns:a16="http://schemas.microsoft.com/office/drawing/2014/main" id="{294DA2CA-1800-4B61-B235-D9A02FFEE5A8}"/>
              </a:ext>
            </a:extLst>
          </p:cNvPr>
          <p:cNvSpPr/>
          <p:nvPr/>
        </p:nvSpPr>
        <p:spPr>
          <a:xfrm>
            <a:off x="4548153" y="3128555"/>
            <a:ext cx="1035375" cy="307777"/>
          </a:xfrm>
          <a:prstGeom prst="rect">
            <a:avLst/>
          </a:prstGeom>
        </p:spPr>
        <p:txBody>
          <a:bodyPr wrap="squar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336 KB</a:t>
            </a:r>
            <a:endParaRPr lang="en-US" dirty="0"/>
          </a:p>
        </p:txBody>
      </p:sp>
      <p:sp>
        <p:nvSpPr>
          <p:cNvPr id="10" name="Rectangle 9">
            <a:extLst>
              <a:ext uri="{FF2B5EF4-FFF2-40B4-BE49-F238E27FC236}">
                <a16:creationId xmlns:a16="http://schemas.microsoft.com/office/drawing/2014/main" id="{E29DA6FA-F823-4D95-AF90-A13FC044E22E}"/>
              </a:ext>
            </a:extLst>
          </p:cNvPr>
          <p:cNvSpPr/>
          <p:nvPr/>
        </p:nvSpPr>
        <p:spPr>
          <a:xfrm>
            <a:off x="4567472" y="3900509"/>
            <a:ext cx="1035375" cy="307777"/>
          </a:xfrm>
          <a:prstGeom prst="rect">
            <a:avLst/>
          </a:prstGeom>
        </p:spPr>
        <p:txBody>
          <a:bodyPr wrap="squar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172 KB</a:t>
            </a:r>
            <a:endParaRPr lang="en-US" dirty="0"/>
          </a:p>
        </p:txBody>
      </p:sp>
      <p:graphicFrame>
        <p:nvGraphicFramePr>
          <p:cNvPr id="12" name="Table 11">
            <a:extLst>
              <a:ext uri="{FF2B5EF4-FFF2-40B4-BE49-F238E27FC236}">
                <a16:creationId xmlns:a16="http://schemas.microsoft.com/office/drawing/2014/main" id="{C2E88FFD-C3FF-435B-8D56-CD5CAD77B9DC}"/>
              </a:ext>
            </a:extLst>
          </p:cNvPr>
          <p:cNvGraphicFramePr>
            <a:graphicFrameLocks noGrp="1"/>
          </p:cNvGraphicFramePr>
          <p:nvPr/>
        </p:nvGraphicFramePr>
        <p:xfrm>
          <a:off x="6456040" y="2670822"/>
          <a:ext cx="4824535" cy="1214898"/>
        </p:xfrm>
        <a:graphic>
          <a:graphicData uri="http://schemas.openxmlformats.org/drawingml/2006/table">
            <a:tbl>
              <a:tblPr/>
              <a:tblGrid>
                <a:gridCol w="1289316">
                  <a:extLst>
                    <a:ext uri="{9D8B030D-6E8A-4147-A177-3AD203B41FA5}">
                      <a16:colId xmlns:a16="http://schemas.microsoft.com/office/drawing/2014/main" val="3881319729"/>
                    </a:ext>
                  </a:extLst>
                </a:gridCol>
                <a:gridCol w="901134">
                  <a:extLst>
                    <a:ext uri="{9D8B030D-6E8A-4147-A177-3AD203B41FA5}">
                      <a16:colId xmlns:a16="http://schemas.microsoft.com/office/drawing/2014/main" val="3090991233"/>
                    </a:ext>
                  </a:extLst>
                </a:gridCol>
                <a:gridCol w="901134">
                  <a:extLst>
                    <a:ext uri="{9D8B030D-6E8A-4147-A177-3AD203B41FA5}">
                      <a16:colId xmlns:a16="http://schemas.microsoft.com/office/drawing/2014/main" val="3019157111"/>
                    </a:ext>
                  </a:extLst>
                </a:gridCol>
                <a:gridCol w="831817">
                  <a:extLst>
                    <a:ext uri="{9D8B030D-6E8A-4147-A177-3AD203B41FA5}">
                      <a16:colId xmlns:a16="http://schemas.microsoft.com/office/drawing/2014/main" val="4261966327"/>
                    </a:ext>
                  </a:extLst>
                </a:gridCol>
                <a:gridCol w="901134">
                  <a:extLst>
                    <a:ext uri="{9D8B030D-6E8A-4147-A177-3AD203B41FA5}">
                      <a16:colId xmlns:a16="http://schemas.microsoft.com/office/drawing/2014/main" val="1237904200"/>
                    </a:ext>
                  </a:extLst>
                </a:gridCol>
              </a:tblGrid>
              <a:tr h="454266">
                <a:tc gridSpan="5">
                  <a:txBody>
                    <a:bodyPr/>
                    <a:lstStyle/>
                    <a:p>
                      <a:pPr algn="ctr" fontAlgn="ctr"/>
                      <a:r>
                        <a:rPr lang="en-US" sz="2000" b="1" i="0" u="none" strike="noStrike" dirty="0">
                          <a:solidFill>
                            <a:srgbClr val="000000"/>
                          </a:solidFill>
                          <a:effectLst/>
                          <a:latin typeface="Calibri" panose="020F0502020204030204" pitchFamily="34" charset="0"/>
                        </a:rPr>
                        <a:t>Memory Regions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617706589"/>
                  </a:ext>
                </a:extLst>
              </a:tr>
              <a:tr h="253544">
                <a:tc>
                  <a:txBody>
                    <a:bodyPr/>
                    <a:lstStyle/>
                    <a:p>
                      <a:pPr algn="ctr" fontAlgn="ctr"/>
                      <a:r>
                        <a:rPr lang="en-US" sz="1100" b="0" i="0" u="none" strike="noStrike">
                          <a:solidFill>
                            <a:srgbClr val="000000"/>
                          </a:solidFill>
                          <a:effectLst/>
                          <a:latin typeface="Calibri" panose="020F0502020204030204" pitchFamily="34" charset="0"/>
                        </a:rPr>
                        <a:t>SRAM0</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CBUS 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SAHB 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CBUS NS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SAHB NS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7501712"/>
                  </a:ext>
                </a:extLst>
              </a:tr>
              <a:tr h="253544">
                <a:tc>
                  <a:txBody>
                    <a:bodyPr/>
                    <a:lstStyle/>
                    <a:p>
                      <a:pPr algn="ctr" fontAlgn="ctr"/>
                      <a:r>
                        <a:rPr lang="en-US" sz="1100" b="1" i="0" u="none" strike="noStrike">
                          <a:solidFill>
                            <a:srgbClr val="000000"/>
                          </a:solidFill>
                          <a:effectLst/>
                          <a:latin typeface="Calibri" panose="020F0502020204030204" pitchFamily="34" charset="0"/>
                        </a:rPr>
                        <a:t>Start  Address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14000000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34000000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4000000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24000000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0238061"/>
                  </a:ext>
                </a:extLst>
              </a:tr>
              <a:tr h="253544">
                <a:tc>
                  <a:txBody>
                    <a:bodyPr/>
                    <a:lstStyle/>
                    <a:p>
                      <a:pPr algn="ctr" fontAlgn="ctr"/>
                      <a:r>
                        <a:rPr lang="en-US" sz="1100" b="1" i="0" u="none" strike="noStrike">
                          <a:solidFill>
                            <a:srgbClr val="000000"/>
                          </a:solidFill>
                          <a:effectLst/>
                          <a:latin typeface="Calibri" panose="020F0502020204030204" pitchFamily="34" charset="0"/>
                        </a:rPr>
                        <a:t>End Address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14080000</a:t>
                      </a:r>
                      <a:endParaRPr lang="en-US"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34080000</a:t>
                      </a:r>
                      <a:endParaRPr lang="en-US"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4080000</a:t>
                      </a:r>
                      <a:endParaRPr lang="en-US"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24080000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063232"/>
                  </a:ext>
                </a:extLst>
              </a:tr>
            </a:tbl>
          </a:graphicData>
        </a:graphic>
      </p:graphicFrame>
      <p:cxnSp>
        <p:nvCxnSpPr>
          <p:cNvPr id="13" name="Straight Arrow Connector 12">
            <a:extLst>
              <a:ext uri="{FF2B5EF4-FFF2-40B4-BE49-F238E27FC236}">
                <a16:creationId xmlns:a16="http://schemas.microsoft.com/office/drawing/2014/main" id="{2E050675-2E74-4A8B-B519-CF35C3548C35}"/>
              </a:ext>
            </a:extLst>
          </p:cNvPr>
          <p:cNvCxnSpPr>
            <a:cxnSpLocks/>
          </p:cNvCxnSpPr>
          <p:nvPr/>
        </p:nvCxnSpPr>
        <p:spPr>
          <a:xfrm>
            <a:off x="10848528" y="3900509"/>
            <a:ext cx="0" cy="77462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4B1057CC-DE59-41AD-8897-D8F12D5D08DD}"/>
              </a:ext>
            </a:extLst>
          </p:cNvPr>
          <p:cNvSpPr/>
          <p:nvPr/>
        </p:nvSpPr>
        <p:spPr>
          <a:xfrm>
            <a:off x="9819914" y="4565412"/>
            <a:ext cx="2316067" cy="400110"/>
          </a:xfrm>
          <a:prstGeom prst="rect">
            <a:avLst/>
          </a:prstGeom>
        </p:spPr>
        <p:txBody>
          <a:bodyPr wrap="square">
            <a:spAutoFit/>
          </a:bodyPr>
          <a:lstStyle/>
          <a:p>
            <a:r>
              <a:rPr lang="en-US" sz="2000" b="1">
                <a:solidFill>
                  <a:srgbClr val="0A8276"/>
                </a:solidFill>
                <a:latin typeface="Calibri" panose="020F0502020204030204" pitchFamily="34" charset="0"/>
              </a:rPr>
              <a:t>CM55 : SAHB NS </a:t>
            </a:r>
            <a:endParaRPr lang="en-US" sz="2000" b="1" dirty="0">
              <a:solidFill>
                <a:srgbClr val="0A8276"/>
              </a:solidFill>
              <a:latin typeface="Calibri" panose="020F0502020204030204" pitchFamily="34" charset="0"/>
            </a:endParaRPr>
          </a:p>
        </p:txBody>
      </p:sp>
      <p:sp>
        <p:nvSpPr>
          <p:cNvPr id="15" name="Rectangle 14">
            <a:extLst>
              <a:ext uri="{FF2B5EF4-FFF2-40B4-BE49-F238E27FC236}">
                <a16:creationId xmlns:a16="http://schemas.microsoft.com/office/drawing/2014/main" id="{4C452123-8C9E-4B21-BA0B-A65F77EFC545}"/>
              </a:ext>
            </a:extLst>
          </p:cNvPr>
          <p:cNvSpPr/>
          <p:nvPr/>
        </p:nvSpPr>
        <p:spPr bwMode="auto">
          <a:xfrm>
            <a:off x="10398997" y="3128555"/>
            <a:ext cx="881577" cy="757165"/>
          </a:xfrm>
          <a:prstGeom prst="rect">
            <a:avLst/>
          </a:prstGeom>
          <a:noFill/>
          <a:ln w="28575">
            <a:solidFill>
              <a:srgbClr val="0A8276"/>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7" name="Rectangle 16">
            <a:extLst>
              <a:ext uri="{FF2B5EF4-FFF2-40B4-BE49-F238E27FC236}">
                <a16:creationId xmlns:a16="http://schemas.microsoft.com/office/drawing/2014/main" id="{3DC83338-1CA2-4629-8797-FC0C2D2F003C}"/>
              </a:ext>
            </a:extLst>
          </p:cNvPr>
          <p:cNvSpPr/>
          <p:nvPr/>
        </p:nvSpPr>
        <p:spPr>
          <a:xfrm>
            <a:off x="15546" y="1932158"/>
            <a:ext cx="1983641" cy="738664"/>
          </a:xfrm>
          <a:prstGeom prst="rect">
            <a:avLst/>
          </a:prstGeom>
        </p:spPr>
        <p:txBody>
          <a:bodyPr wrap="square">
            <a:spAutoFit/>
          </a:bodyPr>
          <a:lstStyle/>
          <a:p>
            <a:r>
              <a:rPr lang="en-US" b="1">
                <a:solidFill>
                  <a:srgbClr val="000000"/>
                </a:solidFill>
                <a:latin typeface="Calibri" panose="020F0502020204030204" pitchFamily="34" charset="0"/>
              </a:rPr>
              <a:t>Start address </a:t>
            </a:r>
          </a:p>
          <a:p>
            <a:r>
              <a:rPr lang="en-US" b="1">
                <a:solidFill>
                  <a:srgbClr val="000000"/>
                </a:solidFill>
                <a:latin typeface="Calibri" panose="020F0502020204030204" pitchFamily="34" charset="0"/>
              </a:rPr>
              <a:t>CBUS S / CBUS NS </a:t>
            </a:r>
          </a:p>
          <a:p>
            <a:r>
              <a:rPr lang="en-US" b="1">
                <a:solidFill>
                  <a:srgbClr val="000000"/>
                </a:solidFill>
                <a:latin typeface="Calibri" panose="020F0502020204030204" pitchFamily="34" charset="0"/>
              </a:rPr>
              <a:t>SAHB S / SAHB NS</a:t>
            </a:r>
            <a:endParaRPr lang="en-US" dirty="0"/>
          </a:p>
        </p:txBody>
      </p:sp>
      <p:cxnSp>
        <p:nvCxnSpPr>
          <p:cNvPr id="18" name="Straight Arrow Connector 17">
            <a:extLst>
              <a:ext uri="{FF2B5EF4-FFF2-40B4-BE49-F238E27FC236}">
                <a16:creationId xmlns:a16="http://schemas.microsoft.com/office/drawing/2014/main" id="{6BBCBC32-B614-4E02-A7AA-C2F70728B175}"/>
              </a:ext>
            </a:extLst>
          </p:cNvPr>
          <p:cNvCxnSpPr/>
          <p:nvPr/>
        </p:nvCxnSpPr>
        <p:spPr>
          <a:xfrm flipH="1">
            <a:off x="1536218" y="2138082"/>
            <a:ext cx="6649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6A39DA2-7B79-401A-A67B-E5F8C3276045}"/>
              </a:ext>
            </a:extLst>
          </p:cNvPr>
          <p:cNvSpPr/>
          <p:nvPr/>
        </p:nvSpPr>
        <p:spPr>
          <a:xfrm>
            <a:off x="116898" y="4237863"/>
            <a:ext cx="1983641" cy="738664"/>
          </a:xfrm>
          <a:prstGeom prst="rect">
            <a:avLst/>
          </a:prstGeom>
        </p:spPr>
        <p:txBody>
          <a:bodyPr wrap="square">
            <a:spAutoFit/>
          </a:bodyPr>
          <a:lstStyle/>
          <a:p>
            <a:r>
              <a:rPr lang="en-US" b="1">
                <a:solidFill>
                  <a:srgbClr val="000000"/>
                </a:solidFill>
                <a:latin typeface="Calibri" panose="020F0502020204030204" pitchFamily="34" charset="0"/>
              </a:rPr>
              <a:t>END address </a:t>
            </a:r>
          </a:p>
          <a:p>
            <a:r>
              <a:rPr lang="en-US" b="1">
                <a:solidFill>
                  <a:srgbClr val="000000"/>
                </a:solidFill>
                <a:latin typeface="Calibri" panose="020F0502020204030204" pitchFamily="34" charset="0"/>
              </a:rPr>
              <a:t>CBUS S / CBUS NS </a:t>
            </a:r>
          </a:p>
          <a:p>
            <a:r>
              <a:rPr lang="en-US" b="1">
                <a:solidFill>
                  <a:srgbClr val="000000"/>
                </a:solidFill>
                <a:latin typeface="Calibri" panose="020F0502020204030204" pitchFamily="34" charset="0"/>
              </a:rPr>
              <a:t>SAHB S / SAHB NS</a:t>
            </a:r>
            <a:endParaRPr lang="en-US" dirty="0"/>
          </a:p>
        </p:txBody>
      </p:sp>
      <p:cxnSp>
        <p:nvCxnSpPr>
          <p:cNvPr id="20" name="Straight Arrow Connector 19">
            <a:extLst>
              <a:ext uri="{FF2B5EF4-FFF2-40B4-BE49-F238E27FC236}">
                <a16:creationId xmlns:a16="http://schemas.microsoft.com/office/drawing/2014/main" id="{42414DC2-59EC-4A90-BF50-2CD4D18799EA}"/>
              </a:ext>
            </a:extLst>
          </p:cNvPr>
          <p:cNvCxnSpPr/>
          <p:nvPr/>
        </p:nvCxnSpPr>
        <p:spPr>
          <a:xfrm flipH="1">
            <a:off x="1532195" y="4428291"/>
            <a:ext cx="6649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3C25817-76A4-4DD6-9A8A-FCB939D4FC83}"/>
              </a:ext>
            </a:extLst>
          </p:cNvPr>
          <p:cNvSpPr/>
          <p:nvPr/>
        </p:nvSpPr>
        <p:spPr>
          <a:xfrm>
            <a:off x="995017" y="5999071"/>
            <a:ext cx="8243467" cy="523220"/>
          </a:xfrm>
          <a:prstGeom prst="rect">
            <a:avLst/>
          </a:prstGeom>
        </p:spPr>
        <p:txBody>
          <a:bodyPr wrap="square">
            <a:spAutoFit/>
          </a:bodyPr>
          <a:lstStyle/>
          <a:p>
            <a:r>
              <a:rPr lang="en-US" b="1">
                <a:solidFill>
                  <a:srgbClr val="000000"/>
                </a:solidFill>
                <a:latin typeface="Calibri" panose="020F0502020204030204" pitchFamily="34" charset="0"/>
              </a:rPr>
              <a:t>Note : 1. Default configuration , can be changed by customer as per their requirement except L1 boot</a:t>
            </a:r>
          </a:p>
          <a:p>
            <a:r>
              <a:rPr lang="en-US" b="1">
                <a:solidFill>
                  <a:srgbClr val="000000"/>
                </a:solidFill>
                <a:latin typeface="Calibri" panose="020F0502020204030204" pitchFamily="34" charset="0"/>
              </a:rPr>
              <a:t>             2. These memory  configurations are proposed ; Work in Progress </a:t>
            </a:r>
            <a:endParaRPr lang="en-US" dirty="0"/>
          </a:p>
        </p:txBody>
      </p:sp>
    </p:spTree>
    <p:extLst>
      <p:ext uri="{BB962C8B-B14F-4D97-AF65-F5344CB8AC3E}">
        <p14:creationId xmlns:p14="http://schemas.microsoft.com/office/powerpoint/2010/main" val="4246127159"/>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967DBF-F3DA-4883-BAC5-E84478E5AD39}"/>
              </a:ext>
            </a:extLst>
          </p:cNvPr>
          <p:cNvSpPr>
            <a:spLocks noGrp="1"/>
          </p:cNvSpPr>
          <p:nvPr>
            <p:ph type="title" hasCustomPrompt="1"/>
          </p:nvPr>
        </p:nvSpPr>
        <p:spPr/>
        <p:txBody>
          <a:bodyPr/>
          <a:lstStyle/>
          <a:p>
            <a:r>
              <a:t>SRAM1 (512 KB)</a:t>
            </a:r>
          </a:p>
        </p:txBody>
      </p:sp>
      <p:graphicFrame>
        <p:nvGraphicFramePr>
          <p:cNvPr id="7" name="Table 6">
            <a:extLst>
              <a:ext uri="{FF2B5EF4-FFF2-40B4-BE49-F238E27FC236}">
                <a16:creationId xmlns:a16="http://schemas.microsoft.com/office/drawing/2014/main" id="{48B52551-B1AD-4039-A4B2-7B2E07A3AD12}"/>
              </a:ext>
            </a:extLst>
          </p:cNvPr>
          <p:cNvGraphicFramePr>
            <a:graphicFrameLocks noGrp="1"/>
          </p:cNvGraphicFramePr>
          <p:nvPr>
            <p:extLst/>
          </p:nvPr>
        </p:nvGraphicFramePr>
        <p:xfrm>
          <a:off x="1983466" y="2060848"/>
          <a:ext cx="2448272" cy="2376139"/>
        </p:xfrm>
        <a:graphic>
          <a:graphicData uri="http://schemas.openxmlformats.org/drawingml/2006/table">
            <a:tbl>
              <a:tblPr/>
              <a:tblGrid>
                <a:gridCol w="2448272">
                  <a:extLst>
                    <a:ext uri="{9D8B030D-6E8A-4147-A177-3AD203B41FA5}">
                      <a16:colId xmlns:a16="http://schemas.microsoft.com/office/drawing/2014/main" val="3318029086"/>
                    </a:ext>
                  </a:extLst>
                </a:gridCol>
              </a:tblGrid>
              <a:tr h="1584176">
                <a:tc>
                  <a:txBody>
                    <a:bodyPr/>
                    <a:lstStyle/>
                    <a:p>
                      <a:pPr algn="ctr" fontAlgn="ct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CM 55 NS</a:t>
                      </a:r>
                      <a:endParaRPr lang="en-US" sz="11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E7D8"/>
                    </a:solidFill>
                  </a:tcPr>
                </a:tc>
                <a:extLst>
                  <a:ext uri="{0D108BD9-81ED-4DB2-BD59-A6C34878D82A}">
                    <a16:rowId xmlns:a16="http://schemas.microsoft.com/office/drawing/2014/main" val="2931296404"/>
                  </a:ext>
                </a:extLst>
              </a:tr>
              <a:tr h="791963">
                <a:tc>
                  <a:txBody>
                    <a:bodyPr/>
                    <a:lstStyle/>
                    <a:p>
                      <a:pPr algn="ctr" fontAlgn="ct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Shared Memory</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8DEDA"/>
                    </a:solidFill>
                  </a:tcPr>
                </a:tc>
                <a:extLst>
                  <a:ext uri="{0D108BD9-81ED-4DB2-BD59-A6C34878D82A}">
                    <a16:rowId xmlns:a16="http://schemas.microsoft.com/office/drawing/2014/main" val="1508464271"/>
                  </a:ext>
                </a:extLst>
              </a:tr>
            </a:tbl>
          </a:graphicData>
        </a:graphic>
      </p:graphicFrame>
      <p:sp>
        <p:nvSpPr>
          <p:cNvPr id="8" name="Right Brace 7">
            <a:extLst>
              <a:ext uri="{FF2B5EF4-FFF2-40B4-BE49-F238E27FC236}">
                <a16:creationId xmlns:a16="http://schemas.microsoft.com/office/drawing/2014/main" id="{0321A815-5798-4DB2-953E-445E538F0837}"/>
              </a:ext>
            </a:extLst>
          </p:cNvPr>
          <p:cNvSpPr/>
          <p:nvPr/>
        </p:nvSpPr>
        <p:spPr>
          <a:xfrm>
            <a:off x="4457861" y="2060847"/>
            <a:ext cx="170716" cy="1580355"/>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9" name="Rectangle 8">
            <a:extLst>
              <a:ext uri="{FF2B5EF4-FFF2-40B4-BE49-F238E27FC236}">
                <a16:creationId xmlns:a16="http://schemas.microsoft.com/office/drawing/2014/main" id="{8380C0AB-8098-4797-9873-F64BA25FC738}"/>
              </a:ext>
            </a:extLst>
          </p:cNvPr>
          <p:cNvSpPr/>
          <p:nvPr/>
        </p:nvSpPr>
        <p:spPr>
          <a:xfrm>
            <a:off x="4604972" y="2674381"/>
            <a:ext cx="1035375" cy="307777"/>
          </a:xfrm>
          <a:prstGeom prst="rect">
            <a:avLst/>
          </a:prstGeom>
        </p:spPr>
        <p:txBody>
          <a:bodyPr wrap="square">
            <a:spAutoFit/>
          </a:bodyPr>
          <a:lstStyle/>
          <a:p>
            <a:r>
              <a:rPr lang="en-US" b="1">
                <a:solidFill>
                  <a:srgbClr val="000000"/>
                </a:solidFill>
                <a:latin typeface="Calibri" panose="020F0502020204030204" pitchFamily="34" charset="0"/>
              </a:rPr>
              <a:t>504 KB</a:t>
            </a:r>
            <a:endParaRPr lang="en-US" dirty="0"/>
          </a:p>
        </p:txBody>
      </p:sp>
      <p:sp>
        <p:nvSpPr>
          <p:cNvPr id="11" name="Right Brace 10">
            <a:extLst>
              <a:ext uri="{FF2B5EF4-FFF2-40B4-BE49-F238E27FC236}">
                <a16:creationId xmlns:a16="http://schemas.microsoft.com/office/drawing/2014/main" id="{B6B3F262-2481-4477-8C18-4205E285E694}"/>
              </a:ext>
            </a:extLst>
          </p:cNvPr>
          <p:cNvSpPr/>
          <p:nvPr/>
        </p:nvSpPr>
        <p:spPr>
          <a:xfrm>
            <a:off x="4466870" y="3645024"/>
            <a:ext cx="157845" cy="792088"/>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14" name="Rectangle 13">
            <a:extLst>
              <a:ext uri="{FF2B5EF4-FFF2-40B4-BE49-F238E27FC236}">
                <a16:creationId xmlns:a16="http://schemas.microsoft.com/office/drawing/2014/main" id="{D92CF0B4-812B-4497-9448-72273B671ACE}"/>
              </a:ext>
            </a:extLst>
          </p:cNvPr>
          <p:cNvSpPr/>
          <p:nvPr/>
        </p:nvSpPr>
        <p:spPr>
          <a:xfrm>
            <a:off x="4628577" y="3887179"/>
            <a:ext cx="1035375" cy="307777"/>
          </a:xfrm>
          <a:prstGeom prst="rect">
            <a:avLst/>
          </a:prstGeom>
        </p:spPr>
        <p:txBody>
          <a:bodyPr wrap="squar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8 KB</a:t>
            </a:r>
            <a:endParaRPr lang="en-US" dirty="0"/>
          </a:p>
        </p:txBody>
      </p:sp>
      <p:graphicFrame>
        <p:nvGraphicFramePr>
          <p:cNvPr id="17" name="Table 16">
            <a:extLst>
              <a:ext uri="{FF2B5EF4-FFF2-40B4-BE49-F238E27FC236}">
                <a16:creationId xmlns:a16="http://schemas.microsoft.com/office/drawing/2014/main" id="{9AA5B50B-459C-4681-8D2B-FB2733B97EA3}"/>
              </a:ext>
            </a:extLst>
          </p:cNvPr>
          <p:cNvGraphicFramePr>
            <a:graphicFrameLocks noGrp="1"/>
          </p:cNvGraphicFramePr>
          <p:nvPr/>
        </p:nvGraphicFramePr>
        <p:xfrm>
          <a:off x="6168008" y="2609140"/>
          <a:ext cx="5184575" cy="1593114"/>
        </p:xfrm>
        <a:graphic>
          <a:graphicData uri="http://schemas.openxmlformats.org/drawingml/2006/table">
            <a:tbl>
              <a:tblPr/>
              <a:tblGrid>
                <a:gridCol w="1036915">
                  <a:extLst>
                    <a:ext uri="{9D8B030D-6E8A-4147-A177-3AD203B41FA5}">
                      <a16:colId xmlns:a16="http://schemas.microsoft.com/office/drawing/2014/main" val="1599765303"/>
                    </a:ext>
                  </a:extLst>
                </a:gridCol>
                <a:gridCol w="1036915">
                  <a:extLst>
                    <a:ext uri="{9D8B030D-6E8A-4147-A177-3AD203B41FA5}">
                      <a16:colId xmlns:a16="http://schemas.microsoft.com/office/drawing/2014/main" val="3134350142"/>
                    </a:ext>
                  </a:extLst>
                </a:gridCol>
                <a:gridCol w="1036915">
                  <a:extLst>
                    <a:ext uri="{9D8B030D-6E8A-4147-A177-3AD203B41FA5}">
                      <a16:colId xmlns:a16="http://schemas.microsoft.com/office/drawing/2014/main" val="57850848"/>
                    </a:ext>
                  </a:extLst>
                </a:gridCol>
                <a:gridCol w="1036915">
                  <a:extLst>
                    <a:ext uri="{9D8B030D-6E8A-4147-A177-3AD203B41FA5}">
                      <a16:colId xmlns:a16="http://schemas.microsoft.com/office/drawing/2014/main" val="2334671437"/>
                    </a:ext>
                  </a:extLst>
                </a:gridCol>
                <a:gridCol w="1036915">
                  <a:extLst>
                    <a:ext uri="{9D8B030D-6E8A-4147-A177-3AD203B41FA5}">
                      <a16:colId xmlns:a16="http://schemas.microsoft.com/office/drawing/2014/main" val="2764893781"/>
                    </a:ext>
                  </a:extLst>
                </a:gridCol>
              </a:tblGrid>
              <a:tr h="389227">
                <a:tc gridSpan="5">
                  <a:txBody>
                    <a:bodyPr/>
                    <a:lstStyle/>
                    <a:p>
                      <a:pPr algn="ctr" fontAlgn="ctr"/>
                      <a:r>
                        <a:rPr lang="en-US" sz="2000" b="1" i="0" u="none" strike="noStrike" dirty="0">
                          <a:solidFill>
                            <a:srgbClr val="000000"/>
                          </a:solidFill>
                          <a:effectLst/>
                          <a:latin typeface="Calibri" panose="020F0502020204030204" pitchFamily="34" charset="0"/>
                        </a:rPr>
                        <a:t>Memory Regions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52113557"/>
                  </a:ext>
                </a:extLst>
              </a:tr>
              <a:tr h="389227">
                <a:tc>
                  <a:txBody>
                    <a:bodyPr/>
                    <a:lstStyle/>
                    <a:p>
                      <a:pPr algn="ctr" fontAlgn="ctr"/>
                      <a:r>
                        <a:rPr lang="en-US" sz="1100" b="0" i="0" u="none" strike="noStrike">
                          <a:solidFill>
                            <a:srgbClr val="000000"/>
                          </a:solidFill>
                          <a:effectLst/>
                          <a:latin typeface="Calibri" panose="020F0502020204030204" pitchFamily="34" charset="0"/>
                        </a:rPr>
                        <a:t>SRAM1</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CBUS 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SAHB 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CBUS NS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SAHB NS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5479946"/>
                  </a:ext>
                </a:extLst>
              </a:tr>
              <a:tr h="407330">
                <a:tc>
                  <a:txBody>
                    <a:bodyPr/>
                    <a:lstStyle/>
                    <a:p>
                      <a:pPr algn="ctr" fontAlgn="ctr"/>
                      <a:r>
                        <a:rPr lang="en-US" sz="1100" b="1" i="0" u="none" strike="noStrike">
                          <a:solidFill>
                            <a:srgbClr val="000000"/>
                          </a:solidFill>
                          <a:effectLst/>
                          <a:latin typeface="Calibri" panose="020F0502020204030204" pitchFamily="34" charset="0"/>
                        </a:rPr>
                        <a:t>Start  Address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14080000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34080000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40080000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24080000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6900693"/>
                  </a:ext>
                </a:extLst>
              </a:tr>
              <a:tr h="407330">
                <a:tc>
                  <a:txBody>
                    <a:bodyPr/>
                    <a:lstStyle/>
                    <a:p>
                      <a:pPr algn="ctr" fontAlgn="ctr"/>
                      <a:r>
                        <a:rPr lang="en-US" sz="1100" b="1" i="0" u="none" strike="noStrike">
                          <a:solidFill>
                            <a:srgbClr val="000000"/>
                          </a:solidFill>
                          <a:effectLst/>
                          <a:latin typeface="Calibri" panose="020F0502020204030204" pitchFamily="34" charset="0"/>
                        </a:rPr>
                        <a:t>End Address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14100000</a:t>
                      </a:r>
                      <a:endParaRPr lang="en-US"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34100000</a:t>
                      </a:r>
                      <a:endParaRPr lang="en-US"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40100000</a:t>
                      </a:r>
                      <a:endParaRPr lang="en-US"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24100000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3594168"/>
                  </a:ext>
                </a:extLst>
              </a:tr>
            </a:tbl>
          </a:graphicData>
        </a:graphic>
      </p:graphicFrame>
      <p:cxnSp>
        <p:nvCxnSpPr>
          <p:cNvPr id="18" name="Straight Arrow Connector 17">
            <a:extLst>
              <a:ext uri="{FF2B5EF4-FFF2-40B4-BE49-F238E27FC236}">
                <a16:creationId xmlns:a16="http://schemas.microsoft.com/office/drawing/2014/main" id="{4D963D04-50F7-4497-AC78-426BB14723F2}"/>
              </a:ext>
            </a:extLst>
          </p:cNvPr>
          <p:cNvCxnSpPr>
            <a:cxnSpLocks/>
          </p:cNvCxnSpPr>
          <p:nvPr/>
        </p:nvCxnSpPr>
        <p:spPr>
          <a:xfrm>
            <a:off x="10848528" y="4194955"/>
            <a:ext cx="0" cy="122563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0A5D8FDF-055C-4B13-85DD-56EE1D81D083}"/>
              </a:ext>
            </a:extLst>
          </p:cNvPr>
          <p:cNvSpPr/>
          <p:nvPr/>
        </p:nvSpPr>
        <p:spPr>
          <a:xfrm>
            <a:off x="9618871" y="5392958"/>
            <a:ext cx="2459314" cy="400110"/>
          </a:xfrm>
          <a:prstGeom prst="rect">
            <a:avLst/>
          </a:prstGeom>
        </p:spPr>
        <p:txBody>
          <a:bodyPr wrap="square">
            <a:spAutoFit/>
          </a:bodyPr>
          <a:lstStyle/>
          <a:p>
            <a:r>
              <a:rPr lang="en-US" sz="2000" b="1">
                <a:solidFill>
                  <a:srgbClr val="0A8276"/>
                </a:solidFill>
                <a:latin typeface="Calibri" panose="020F0502020204030204" pitchFamily="34" charset="0"/>
              </a:rPr>
              <a:t>CM55 : SAHB NS </a:t>
            </a:r>
            <a:endParaRPr lang="en-US" sz="2000" b="1" dirty="0">
              <a:solidFill>
                <a:srgbClr val="0A8276"/>
              </a:solidFill>
              <a:latin typeface="Calibri" panose="020F0502020204030204" pitchFamily="34" charset="0"/>
            </a:endParaRPr>
          </a:p>
        </p:txBody>
      </p:sp>
      <p:sp>
        <p:nvSpPr>
          <p:cNvPr id="20" name="Rectangle 19">
            <a:extLst>
              <a:ext uri="{FF2B5EF4-FFF2-40B4-BE49-F238E27FC236}">
                <a16:creationId xmlns:a16="http://schemas.microsoft.com/office/drawing/2014/main" id="{BF764D3C-C205-48C7-B8B0-60D6B85E0766}"/>
              </a:ext>
            </a:extLst>
          </p:cNvPr>
          <p:cNvSpPr/>
          <p:nvPr/>
        </p:nvSpPr>
        <p:spPr bwMode="auto">
          <a:xfrm>
            <a:off x="10344474" y="2996952"/>
            <a:ext cx="1008110" cy="1198003"/>
          </a:xfrm>
          <a:prstGeom prst="rect">
            <a:avLst/>
          </a:prstGeom>
          <a:noFill/>
          <a:ln w="28575">
            <a:solidFill>
              <a:srgbClr val="0A8276"/>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6" name="Rectangle 25">
            <a:extLst>
              <a:ext uri="{FF2B5EF4-FFF2-40B4-BE49-F238E27FC236}">
                <a16:creationId xmlns:a16="http://schemas.microsoft.com/office/drawing/2014/main" id="{EF34FAAC-1805-42B5-8CF4-99AE1C3E01AE}"/>
              </a:ext>
            </a:extLst>
          </p:cNvPr>
          <p:cNvSpPr/>
          <p:nvPr/>
        </p:nvSpPr>
        <p:spPr>
          <a:xfrm>
            <a:off x="-70707" y="1932031"/>
            <a:ext cx="1983641" cy="738664"/>
          </a:xfrm>
          <a:prstGeom prst="rect">
            <a:avLst/>
          </a:prstGeom>
        </p:spPr>
        <p:txBody>
          <a:bodyPr wrap="square">
            <a:spAutoFit/>
          </a:bodyPr>
          <a:lstStyle/>
          <a:p>
            <a:r>
              <a:rPr lang="en-US" b="1">
                <a:solidFill>
                  <a:srgbClr val="000000"/>
                </a:solidFill>
                <a:latin typeface="Calibri" panose="020F0502020204030204" pitchFamily="34" charset="0"/>
              </a:rPr>
              <a:t>Start address </a:t>
            </a:r>
          </a:p>
          <a:p>
            <a:r>
              <a:rPr lang="en-US" b="1">
                <a:solidFill>
                  <a:srgbClr val="000000"/>
                </a:solidFill>
                <a:latin typeface="Calibri" panose="020F0502020204030204" pitchFamily="34" charset="0"/>
              </a:rPr>
              <a:t>CBUS S / CBUS NS </a:t>
            </a:r>
          </a:p>
          <a:p>
            <a:r>
              <a:rPr lang="en-US" b="1">
                <a:solidFill>
                  <a:srgbClr val="000000"/>
                </a:solidFill>
                <a:latin typeface="Calibri" panose="020F0502020204030204" pitchFamily="34" charset="0"/>
              </a:rPr>
              <a:t>SAHB S / SAHB NS</a:t>
            </a:r>
            <a:endParaRPr lang="en-US" dirty="0"/>
          </a:p>
        </p:txBody>
      </p:sp>
      <p:cxnSp>
        <p:nvCxnSpPr>
          <p:cNvPr id="27" name="Straight Arrow Connector 26">
            <a:extLst>
              <a:ext uri="{FF2B5EF4-FFF2-40B4-BE49-F238E27FC236}">
                <a16:creationId xmlns:a16="http://schemas.microsoft.com/office/drawing/2014/main" id="{FA2CBB3A-39C3-40EE-90C7-6D295CBE6207}"/>
              </a:ext>
            </a:extLst>
          </p:cNvPr>
          <p:cNvCxnSpPr/>
          <p:nvPr/>
        </p:nvCxnSpPr>
        <p:spPr>
          <a:xfrm flipH="1">
            <a:off x="1318497" y="2060848"/>
            <a:ext cx="6649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1B29FD5A-7DF6-4FA9-9776-B6746A7AEEDE}"/>
              </a:ext>
            </a:extLst>
          </p:cNvPr>
          <p:cNvSpPr/>
          <p:nvPr/>
        </p:nvSpPr>
        <p:spPr>
          <a:xfrm>
            <a:off x="0" y="4276629"/>
            <a:ext cx="1983641" cy="738664"/>
          </a:xfrm>
          <a:prstGeom prst="rect">
            <a:avLst/>
          </a:prstGeom>
        </p:spPr>
        <p:txBody>
          <a:bodyPr wrap="square">
            <a:spAutoFit/>
          </a:bodyPr>
          <a:lstStyle/>
          <a:p>
            <a:r>
              <a:rPr lang="en-US" b="1">
                <a:solidFill>
                  <a:srgbClr val="000000"/>
                </a:solidFill>
                <a:latin typeface="Calibri" panose="020F0502020204030204" pitchFamily="34" charset="0"/>
              </a:rPr>
              <a:t>END address </a:t>
            </a:r>
          </a:p>
          <a:p>
            <a:r>
              <a:rPr lang="en-US" b="1">
                <a:solidFill>
                  <a:srgbClr val="000000"/>
                </a:solidFill>
                <a:latin typeface="Calibri" panose="020F0502020204030204" pitchFamily="34" charset="0"/>
              </a:rPr>
              <a:t>CBUS S / CBUS NS </a:t>
            </a:r>
          </a:p>
          <a:p>
            <a:r>
              <a:rPr lang="en-US" b="1">
                <a:solidFill>
                  <a:srgbClr val="000000"/>
                </a:solidFill>
                <a:latin typeface="Calibri" panose="020F0502020204030204" pitchFamily="34" charset="0"/>
              </a:rPr>
              <a:t>SAHB S / SAHB NS</a:t>
            </a:r>
            <a:endParaRPr lang="en-US" dirty="0"/>
          </a:p>
        </p:txBody>
      </p:sp>
      <p:cxnSp>
        <p:nvCxnSpPr>
          <p:cNvPr id="30" name="Straight Arrow Connector 29">
            <a:extLst>
              <a:ext uri="{FF2B5EF4-FFF2-40B4-BE49-F238E27FC236}">
                <a16:creationId xmlns:a16="http://schemas.microsoft.com/office/drawing/2014/main" id="{18878B43-6886-4B51-99D0-92BC602137AD}"/>
              </a:ext>
            </a:extLst>
          </p:cNvPr>
          <p:cNvCxnSpPr/>
          <p:nvPr/>
        </p:nvCxnSpPr>
        <p:spPr>
          <a:xfrm flipH="1">
            <a:off x="1318496" y="4436987"/>
            <a:ext cx="6649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7A7843C2-A884-45DF-8617-0A38EE886995}"/>
              </a:ext>
            </a:extLst>
          </p:cNvPr>
          <p:cNvSpPr/>
          <p:nvPr/>
        </p:nvSpPr>
        <p:spPr>
          <a:xfrm>
            <a:off x="1127448" y="6011382"/>
            <a:ext cx="8243467" cy="307777"/>
          </a:xfrm>
          <a:prstGeom prst="rect">
            <a:avLst/>
          </a:prstGeom>
        </p:spPr>
        <p:txBody>
          <a:bodyPr wrap="square">
            <a:spAutoFit/>
          </a:bodyPr>
          <a:lstStyle/>
          <a:p>
            <a:r>
              <a:rPr lang="en-US" b="1">
                <a:solidFill>
                  <a:srgbClr val="000000"/>
                </a:solidFill>
                <a:latin typeface="Calibri" panose="020F0502020204030204" pitchFamily="34" charset="0"/>
              </a:rPr>
              <a:t>Note : These memory  configurations are proposed ; Work in Progress </a:t>
            </a:r>
            <a:endParaRPr lang="en-US" dirty="0"/>
          </a:p>
        </p:txBody>
      </p:sp>
    </p:spTree>
    <p:extLst>
      <p:ext uri="{BB962C8B-B14F-4D97-AF65-F5344CB8AC3E}">
        <p14:creationId xmlns:p14="http://schemas.microsoft.com/office/powerpoint/2010/main" val="1486884050"/>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BA31E2-67E1-461E-ACB3-DEC6E903DCB8}"/>
              </a:ext>
            </a:extLst>
          </p:cNvPr>
          <p:cNvSpPr>
            <a:spLocks noGrp="1"/>
          </p:cNvSpPr>
          <p:nvPr>
            <p:ph type="title" hasCustomPrompt="1"/>
          </p:nvPr>
        </p:nvSpPr>
        <p:spPr/>
        <p:txBody>
          <a:bodyPr/>
          <a:lstStyle/>
          <a:p>
            <a:r>
              <a:t>System SRAM or SoCMEM (~5 MB)</a:t>
            </a:r>
          </a:p>
        </p:txBody>
      </p:sp>
      <p:sp>
        <p:nvSpPr>
          <p:cNvPr id="7" name="Right Brace 6">
            <a:extLst>
              <a:ext uri="{FF2B5EF4-FFF2-40B4-BE49-F238E27FC236}">
                <a16:creationId xmlns:a16="http://schemas.microsoft.com/office/drawing/2014/main" id="{16BD0D40-7218-43FF-B00B-D1DA4EA90E8C}"/>
              </a:ext>
            </a:extLst>
          </p:cNvPr>
          <p:cNvSpPr/>
          <p:nvPr/>
        </p:nvSpPr>
        <p:spPr>
          <a:xfrm>
            <a:off x="4881053" y="3629346"/>
            <a:ext cx="260842" cy="653475"/>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8" name="Rectangle 7">
            <a:extLst>
              <a:ext uri="{FF2B5EF4-FFF2-40B4-BE49-F238E27FC236}">
                <a16:creationId xmlns:a16="http://schemas.microsoft.com/office/drawing/2014/main" id="{98975A2B-D4EA-4044-A9BB-5D1051370AD4}"/>
              </a:ext>
            </a:extLst>
          </p:cNvPr>
          <p:cNvSpPr/>
          <p:nvPr/>
        </p:nvSpPr>
        <p:spPr>
          <a:xfrm>
            <a:off x="5149153" y="3789039"/>
            <a:ext cx="1179391" cy="307777"/>
          </a:xfrm>
          <a:prstGeom prst="rect">
            <a:avLst/>
          </a:prstGeom>
        </p:spPr>
        <p:txBody>
          <a:bodyPr wrap="square">
            <a:spAutoFit/>
          </a:bodyPr>
          <a:lstStyle/>
          <a:p>
            <a:r>
              <a:rPr lang="en-US" b="1" dirty="0">
                <a:solidFill>
                  <a:srgbClr val="000000"/>
                </a:solidFill>
                <a:latin typeface="Calibri" panose="020F0502020204030204" pitchFamily="34" charset="0"/>
                <a:ea typeface="Times New Roman" panose="02020603050405020304" pitchFamily="18" charset="0"/>
                <a:cs typeface="Verdana" panose="020B0604030504040204" pitchFamily="34" charset="0"/>
              </a:rPr>
              <a:t>1 MB</a:t>
            </a:r>
            <a:endParaRPr lang="en-US" dirty="0"/>
          </a:p>
        </p:txBody>
      </p:sp>
      <p:graphicFrame>
        <p:nvGraphicFramePr>
          <p:cNvPr id="12" name="Table 11">
            <a:extLst>
              <a:ext uri="{FF2B5EF4-FFF2-40B4-BE49-F238E27FC236}">
                <a16:creationId xmlns:a16="http://schemas.microsoft.com/office/drawing/2014/main" id="{D0B8E42C-C9D3-4E4A-B29E-17F8C5CD90C6}"/>
              </a:ext>
            </a:extLst>
          </p:cNvPr>
          <p:cNvGraphicFramePr>
            <a:graphicFrameLocks noGrp="1"/>
          </p:cNvGraphicFramePr>
          <p:nvPr/>
        </p:nvGraphicFramePr>
        <p:xfrm>
          <a:off x="6528048" y="2840500"/>
          <a:ext cx="4824535" cy="1262121"/>
        </p:xfrm>
        <a:graphic>
          <a:graphicData uri="http://schemas.openxmlformats.org/drawingml/2006/table">
            <a:tbl>
              <a:tblPr/>
              <a:tblGrid>
                <a:gridCol w="1289316">
                  <a:extLst>
                    <a:ext uri="{9D8B030D-6E8A-4147-A177-3AD203B41FA5}">
                      <a16:colId xmlns:a16="http://schemas.microsoft.com/office/drawing/2014/main" val="2006200319"/>
                    </a:ext>
                  </a:extLst>
                </a:gridCol>
                <a:gridCol w="901134">
                  <a:extLst>
                    <a:ext uri="{9D8B030D-6E8A-4147-A177-3AD203B41FA5}">
                      <a16:colId xmlns:a16="http://schemas.microsoft.com/office/drawing/2014/main" val="4220290211"/>
                    </a:ext>
                  </a:extLst>
                </a:gridCol>
                <a:gridCol w="901134">
                  <a:extLst>
                    <a:ext uri="{9D8B030D-6E8A-4147-A177-3AD203B41FA5}">
                      <a16:colId xmlns:a16="http://schemas.microsoft.com/office/drawing/2014/main" val="3277451495"/>
                    </a:ext>
                  </a:extLst>
                </a:gridCol>
                <a:gridCol w="831817">
                  <a:extLst>
                    <a:ext uri="{9D8B030D-6E8A-4147-A177-3AD203B41FA5}">
                      <a16:colId xmlns:a16="http://schemas.microsoft.com/office/drawing/2014/main" val="709819207"/>
                    </a:ext>
                  </a:extLst>
                </a:gridCol>
                <a:gridCol w="901134">
                  <a:extLst>
                    <a:ext uri="{9D8B030D-6E8A-4147-A177-3AD203B41FA5}">
                      <a16:colId xmlns:a16="http://schemas.microsoft.com/office/drawing/2014/main" val="2897766040"/>
                    </a:ext>
                  </a:extLst>
                </a:gridCol>
              </a:tblGrid>
              <a:tr h="471924">
                <a:tc gridSpan="5">
                  <a:txBody>
                    <a:bodyPr/>
                    <a:lstStyle/>
                    <a:p>
                      <a:pPr algn="ctr" fontAlgn="ctr"/>
                      <a:r>
                        <a:rPr lang="en-US" sz="2000" b="1" i="0" u="none" strike="noStrike" dirty="0">
                          <a:solidFill>
                            <a:srgbClr val="000000"/>
                          </a:solidFill>
                          <a:effectLst/>
                          <a:latin typeface="Calibri" panose="020F0502020204030204" pitchFamily="34" charset="0"/>
                        </a:rPr>
                        <a:t>Memory Regions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461186017"/>
                  </a:ext>
                </a:extLst>
              </a:tr>
              <a:tr h="263399">
                <a:tc>
                  <a:txBody>
                    <a:bodyPr/>
                    <a:lstStyle/>
                    <a:p>
                      <a:pPr algn="ctr" fontAlgn="ctr"/>
                      <a:r>
                        <a:rPr lang="en-US" sz="1100" b="0" i="0" u="none" strike="noStrike">
                          <a:solidFill>
                            <a:srgbClr val="000000"/>
                          </a:solidFill>
                          <a:effectLst/>
                          <a:latin typeface="Calibri" panose="020F0502020204030204" pitchFamily="34" charset="0"/>
                        </a:rPr>
                        <a:t>SoCMem</a:t>
                      </a:r>
                      <a:endParaRPr lang="en-US" sz="11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CBUS 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SAHB 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CBUS NS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SAHB NS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1353134"/>
                  </a:ext>
                </a:extLst>
              </a:tr>
              <a:tr h="263399">
                <a:tc>
                  <a:txBody>
                    <a:bodyPr/>
                    <a:lstStyle/>
                    <a:p>
                      <a:pPr algn="ctr" fontAlgn="ctr"/>
                      <a:r>
                        <a:rPr lang="en-US" sz="1100" b="1" i="0" u="none" strike="noStrike">
                          <a:solidFill>
                            <a:srgbClr val="000000"/>
                          </a:solidFill>
                          <a:effectLst/>
                          <a:latin typeface="Calibri" panose="020F0502020204030204" pitchFamily="34" charset="0"/>
                        </a:rPr>
                        <a:t>Start  Address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16000000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36000000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6000000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Calibri" panose="020F0502020204030204" pitchFamily="34" charset="0"/>
                        </a:rPr>
                        <a:t>26000000</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6164580"/>
                  </a:ext>
                </a:extLst>
              </a:tr>
              <a:tr h="263399">
                <a:tc>
                  <a:txBody>
                    <a:bodyPr/>
                    <a:lstStyle/>
                    <a:p>
                      <a:pPr algn="ctr" fontAlgn="ctr"/>
                      <a:r>
                        <a:rPr lang="en-US" sz="1100" b="1" i="0" u="none" strike="noStrike">
                          <a:solidFill>
                            <a:srgbClr val="000000"/>
                          </a:solidFill>
                          <a:effectLst/>
                          <a:latin typeface="Calibri" panose="020F0502020204030204" pitchFamily="34" charset="0"/>
                        </a:rPr>
                        <a:t>End Address</a:t>
                      </a:r>
                      <a:endParaRPr lang="en-US" sz="11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16500000</a:t>
                      </a:r>
                      <a:endParaRPr lang="en-US"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36500000</a:t>
                      </a:r>
                      <a:endParaRPr lang="en-US"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6500000</a:t>
                      </a:r>
                      <a:endParaRPr lang="en-US"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26500000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6831747"/>
                  </a:ext>
                </a:extLst>
              </a:tr>
            </a:tbl>
          </a:graphicData>
        </a:graphic>
      </p:graphicFrame>
      <p:cxnSp>
        <p:nvCxnSpPr>
          <p:cNvPr id="13" name="Straight Arrow Connector 12">
            <a:extLst>
              <a:ext uri="{FF2B5EF4-FFF2-40B4-BE49-F238E27FC236}">
                <a16:creationId xmlns:a16="http://schemas.microsoft.com/office/drawing/2014/main" id="{C65D2263-81CD-4329-8130-1C3FFE1538D2}"/>
              </a:ext>
            </a:extLst>
          </p:cNvPr>
          <p:cNvCxnSpPr>
            <a:cxnSpLocks/>
          </p:cNvCxnSpPr>
          <p:nvPr/>
        </p:nvCxnSpPr>
        <p:spPr>
          <a:xfrm>
            <a:off x="10884276" y="4102621"/>
            <a:ext cx="0" cy="88582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0868AB6F-146B-411C-B82C-5FD475CDEF38}"/>
              </a:ext>
            </a:extLst>
          </p:cNvPr>
          <p:cNvSpPr/>
          <p:nvPr/>
        </p:nvSpPr>
        <p:spPr>
          <a:xfrm>
            <a:off x="9794531" y="4988447"/>
            <a:ext cx="2283653" cy="400110"/>
          </a:xfrm>
          <a:prstGeom prst="rect">
            <a:avLst/>
          </a:prstGeom>
        </p:spPr>
        <p:txBody>
          <a:bodyPr wrap="square">
            <a:spAutoFit/>
          </a:bodyPr>
          <a:lstStyle/>
          <a:p>
            <a:r>
              <a:rPr lang="en-US" sz="2000" b="1">
                <a:solidFill>
                  <a:srgbClr val="0A8276"/>
                </a:solidFill>
                <a:latin typeface="Calibri" panose="020F0502020204030204" pitchFamily="34" charset="0"/>
              </a:rPr>
              <a:t>CM55 : SAHB NS </a:t>
            </a:r>
            <a:endParaRPr lang="en-US" sz="2000" b="1" dirty="0">
              <a:solidFill>
                <a:srgbClr val="0A8276"/>
              </a:solidFill>
              <a:latin typeface="Calibri" panose="020F0502020204030204" pitchFamily="34" charset="0"/>
            </a:endParaRPr>
          </a:p>
        </p:txBody>
      </p:sp>
      <p:sp>
        <p:nvSpPr>
          <p:cNvPr id="15" name="Rectangle 14">
            <a:extLst>
              <a:ext uri="{FF2B5EF4-FFF2-40B4-BE49-F238E27FC236}">
                <a16:creationId xmlns:a16="http://schemas.microsoft.com/office/drawing/2014/main" id="{DDBA92C5-2BA6-4644-9535-8662A3DDF08A}"/>
              </a:ext>
            </a:extLst>
          </p:cNvPr>
          <p:cNvSpPr/>
          <p:nvPr/>
        </p:nvSpPr>
        <p:spPr bwMode="auto">
          <a:xfrm>
            <a:off x="10416480" y="3236764"/>
            <a:ext cx="936104" cy="865857"/>
          </a:xfrm>
          <a:prstGeom prst="rect">
            <a:avLst/>
          </a:prstGeom>
          <a:noFill/>
          <a:ln w="28575">
            <a:solidFill>
              <a:srgbClr val="0A8276"/>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9" name="Rectangle 18">
            <a:extLst>
              <a:ext uri="{FF2B5EF4-FFF2-40B4-BE49-F238E27FC236}">
                <a16:creationId xmlns:a16="http://schemas.microsoft.com/office/drawing/2014/main" id="{81D166B2-7C3C-4F91-8145-3F28174ED5FA}"/>
              </a:ext>
            </a:extLst>
          </p:cNvPr>
          <p:cNvSpPr/>
          <p:nvPr/>
        </p:nvSpPr>
        <p:spPr>
          <a:xfrm>
            <a:off x="434095" y="2358980"/>
            <a:ext cx="1983641" cy="738664"/>
          </a:xfrm>
          <a:prstGeom prst="rect">
            <a:avLst/>
          </a:prstGeom>
        </p:spPr>
        <p:txBody>
          <a:bodyPr wrap="square">
            <a:spAutoFit/>
          </a:bodyPr>
          <a:lstStyle/>
          <a:p>
            <a:r>
              <a:rPr lang="en-US" b="1">
                <a:solidFill>
                  <a:srgbClr val="000000"/>
                </a:solidFill>
                <a:latin typeface="Calibri" panose="020F0502020204030204" pitchFamily="34" charset="0"/>
              </a:rPr>
              <a:t>Start address </a:t>
            </a:r>
          </a:p>
          <a:p>
            <a:r>
              <a:rPr lang="en-US" b="1">
                <a:solidFill>
                  <a:srgbClr val="000000"/>
                </a:solidFill>
                <a:latin typeface="Calibri" panose="020F0502020204030204" pitchFamily="34" charset="0"/>
              </a:rPr>
              <a:t>CBUS S / CBUS NS </a:t>
            </a:r>
          </a:p>
          <a:p>
            <a:r>
              <a:rPr lang="en-US" b="1">
                <a:solidFill>
                  <a:srgbClr val="000000"/>
                </a:solidFill>
                <a:latin typeface="Calibri" panose="020F0502020204030204" pitchFamily="34" charset="0"/>
              </a:rPr>
              <a:t>SAHB S / SAHB NS</a:t>
            </a:r>
            <a:endParaRPr lang="en-US" dirty="0"/>
          </a:p>
        </p:txBody>
      </p:sp>
      <p:cxnSp>
        <p:nvCxnSpPr>
          <p:cNvPr id="20" name="Straight Arrow Connector 19">
            <a:extLst>
              <a:ext uri="{FF2B5EF4-FFF2-40B4-BE49-F238E27FC236}">
                <a16:creationId xmlns:a16="http://schemas.microsoft.com/office/drawing/2014/main" id="{3704DE74-164A-49B4-A21E-7CF9824F894D}"/>
              </a:ext>
            </a:extLst>
          </p:cNvPr>
          <p:cNvCxnSpPr/>
          <p:nvPr/>
        </p:nvCxnSpPr>
        <p:spPr>
          <a:xfrm flipH="1">
            <a:off x="1954767" y="2564904"/>
            <a:ext cx="6649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623C322-8DBA-4183-981C-290BF5610972}"/>
              </a:ext>
            </a:extLst>
          </p:cNvPr>
          <p:cNvSpPr/>
          <p:nvPr/>
        </p:nvSpPr>
        <p:spPr>
          <a:xfrm>
            <a:off x="526359" y="4295353"/>
            <a:ext cx="1983641" cy="738664"/>
          </a:xfrm>
          <a:prstGeom prst="rect">
            <a:avLst/>
          </a:prstGeom>
        </p:spPr>
        <p:txBody>
          <a:bodyPr wrap="square">
            <a:spAutoFit/>
          </a:bodyPr>
          <a:lstStyle/>
          <a:p>
            <a:r>
              <a:rPr lang="en-US" b="1">
                <a:solidFill>
                  <a:srgbClr val="000000"/>
                </a:solidFill>
                <a:latin typeface="Calibri" panose="020F0502020204030204" pitchFamily="34" charset="0"/>
              </a:rPr>
              <a:t>END address </a:t>
            </a:r>
          </a:p>
          <a:p>
            <a:r>
              <a:rPr lang="en-US" b="1">
                <a:solidFill>
                  <a:srgbClr val="000000"/>
                </a:solidFill>
                <a:latin typeface="Calibri" panose="020F0502020204030204" pitchFamily="34" charset="0"/>
              </a:rPr>
              <a:t>CBUS S / CBUS NS </a:t>
            </a:r>
          </a:p>
          <a:p>
            <a:r>
              <a:rPr lang="en-US" b="1">
                <a:solidFill>
                  <a:srgbClr val="000000"/>
                </a:solidFill>
                <a:latin typeface="Calibri" panose="020F0502020204030204" pitchFamily="34" charset="0"/>
              </a:rPr>
              <a:t>SAHB S / SAHB NS</a:t>
            </a:r>
            <a:endParaRPr lang="en-US" dirty="0"/>
          </a:p>
        </p:txBody>
      </p:sp>
      <p:cxnSp>
        <p:nvCxnSpPr>
          <p:cNvPr id="22" name="Straight Arrow Connector 21">
            <a:extLst>
              <a:ext uri="{FF2B5EF4-FFF2-40B4-BE49-F238E27FC236}">
                <a16:creationId xmlns:a16="http://schemas.microsoft.com/office/drawing/2014/main" id="{D25F0AC7-B2A9-4AD1-B584-2E282DF38AE2}"/>
              </a:ext>
            </a:extLst>
          </p:cNvPr>
          <p:cNvCxnSpPr/>
          <p:nvPr/>
        </p:nvCxnSpPr>
        <p:spPr>
          <a:xfrm flipH="1">
            <a:off x="1954767" y="4442513"/>
            <a:ext cx="6649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F22E3AC0-E0FA-4632-91EB-43BB55500807}"/>
              </a:ext>
            </a:extLst>
          </p:cNvPr>
          <p:cNvSpPr/>
          <p:nvPr/>
        </p:nvSpPr>
        <p:spPr>
          <a:xfrm>
            <a:off x="948352" y="5727823"/>
            <a:ext cx="8243467" cy="307777"/>
          </a:xfrm>
          <a:prstGeom prst="rect">
            <a:avLst/>
          </a:prstGeom>
        </p:spPr>
        <p:txBody>
          <a:bodyPr wrap="square">
            <a:spAutoFit/>
          </a:bodyPr>
          <a:lstStyle/>
          <a:p>
            <a:r>
              <a:rPr lang="en-US" b="1">
                <a:solidFill>
                  <a:srgbClr val="000000"/>
                </a:solidFill>
                <a:latin typeface="Calibri" panose="020F0502020204030204" pitchFamily="34" charset="0"/>
              </a:rPr>
              <a:t>Note : These memory  configurations are proposed ; Work in Progress </a:t>
            </a:r>
            <a:endParaRPr lang="en-US" dirty="0"/>
          </a:p>
        </p:txBody>
      </p:sp>
      <p:graphicFrame>
        <p:nvGraphicFramePr>
          <p:cNvPr id="17" name="Content Placeholder 3">
            <a:extLst>
              <a:ext uri="{FF2B5EF4-FFF2-40B4-BE49-F238E27FC236}">
                <a16:creationId xmlns:a16="http://schemas.microsoft.com/office/drawing/2014/main" id="{4E7E4B81-1B82-44B8-85D1-D2E5C875E63C}"/>
              </a:ext>
            </a:extLst>
          </p:cNvPr>
          <p:cNvGraphicFramePr>
            <a:graphicFrameLocks noGrp="1"/>
          </p:cNvGraphicFramePr>
          <p:nvPr>
            <p:ph sz="quarter" idx="13" hasCustomPrompt="1"/>
            <p:extLst/>
          </p:nvPr>
        </p:nvGraphicFramePr>
        <p:xfrm>
          <a:off x="334800" y="1268414"/>
          <a:ext cx="2197100" cy="1885524"/>
        </p:xfrm>
        <a:graphic>
          <a:graphicData uri="http://schemas.openxmlformats.org/drawingml/2006/table">
            <a:tbl>
              <a:tblPr/>
              <a:tblGrid>
                <a:gridCol w="2197100">
                  <a:extLst>
                    <a:ext uri="{9D8B030D-6E8A-4147-A177-3AD203B41FA5}">
                      <a16:colId xmlns:a16="http://schemas.microsoft.com/office/drawing/2014/main" val="1196576818"/>
                    </a:ext>
                  </a:extLst>
                </a:gridCol>
              </a:tblGrid>
              <a:tr h="628508">
                <a:tc>
                  <a:txBody>
                    <a:bodyPr/>
                    <a:lstStyle/>
                    <a:p>
                      <a:r>
                        <a:rPr>
                          <a:solidFill>
                            <a:srgbClr val="000000"/>
                          </a:solidFill>
                          <a:effectLst/>
                          <a:latin typeface="Calibri" panose="020F0502020204030204" pitchFamily="34" charset="0"/>
                        </a:rPr>
                        <a:t>CM55 NS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7A1"/>
                    </a:solidFill>
                  </a:tcPr>
                </a:tc>
                <a:extLst>
                  <a:ext uri="{0D108BD9-81ED-4DB2-BD59-A6C34878D82A}">
                    <a16:rowId xmlns:a16="http://schemas.microsoft.com/office/drawing/2014/main" val="3194766146"/>
                  </a:ext>
                </a:extLst>
              </a:tr>
              <a:tr h="628508">
                <a:tc>
                  <a:txBody>
                    <a:bodyPr/>
                    <a:lstStyle/>
                    <a:p>
                      <a:br>
                        <a:rPr>
                          <a:solidFill>
                            <a:srgbClr val="000000"/>
                          </a:solidFill>
                          <a:effectLst/>
                          <a:latin typeface="Calibri" panose="020F0502020204030204" pitchFamily="34" charset="0"/>
                        </a:rPr>
                      </a:br>
                      <a:r>
                        <a:rPr>
                          <a:solidFill>
                            <a:srgbClr val="000000"/>
                          </a:solidFill>
                          <a:effectLst/>
                          <a:latin typeface="Calibri" panose="020F0502020204030204" pitchFamily="34" charset="0"/>
                        </a:rPr>
                        <a:t>Unused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70044615"/>
                  </a:ext>
                </a:extLst>
              </a:tr>
              <a:tr h="628508">
                <a:tc>
                  <a:txBody>
                    <a:bodyPr/>
                    <a:lstStyle/>
                    <a:p>
                      <a:br>
                        <a:rPr>
                          <a:solidFill>
                            <a:srgbClr val="000000"/>
                          </a:solidFill>
                          <a:effectLst/>
                          <a:latin typeface="Calibri" panose="020F0502020204030204" pitchFamily="34" charset="0"/>
                        </a:rPr>
                      </a:br>
                      <a:r>
                        <a:rPr>
                          <a:solidFill>
                            <a:srgbClr val="000000"/>
                          </a:solidFill>
                          <a:effectLst/>
                          <a:latin typeface="Calibri" panose="020F0502020204030204" pitchFamily="34" charset="0"/>
                        </a:rPr>
                        <a:t>Shared Memory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8DEDA"/>
                    </a:solidFill>
                  </a:tcPr>
                </a:tc>
                <a:extLst>
                  <a:ext uri="{0D108BD9-81ED-4DB2-BD59-A6C34878D82A}">
                    <a16:rowId xmlns:a16="http://schemas.microsoft.com/office/drawing/2014/main" val="1535897776"/>
                  </a:ext>
                </a:extLst>
              </a:tr>
            </a:tbl>
          </a:graphicData>
        </a:graphic>
      </p:graphicFrame>
      <p:sp>
        <p:nvSpPr>
          <p:cNvPr id="18" name="Right Brace 17">
            <a:extLst>
              <a:ext uri="{FF2B5EF4-FFF2-40B4-BE49-F238E27FC236}">
                <a16:creationId xmlns:a16="http://schemas.microsoft.com/office/drawing/2014/main" id="{3F54F811-7405-464E-91B0-6D7FCFC98E51}"/>
              </a:ext>
            </a:extLst>
          </p:cNvPr>
          <p:cNvSpPr/>
          <p:nvPr/>
        </p:nvSpPr>
        <p:spPr>
          <a:xfrm>
            <a:off x="4860169" y="2557665"/>
            <a:ext cx="268100" cy="653475"/>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23" name="Rectangle 22">
            <a:extLst>
              <a:ext uri="{FF2B5EF4-FFF2-40B4-BE49-F238E27FC236}">
                <a16:creationId xmlns:a16="http://schemas.microsoft.com/office/drawing/2014/main" id="{A39E9293-C676-48BE-80B8-8912C7232482}"/>
              </a:ext>
            </a:extLst>
          </p:cNvPr>
          <p:cNvSpPr/>
          <p:nvPr/>
        </p:nvSpPr>
        <p:spPr>
          <a:xfrm>
            <a:off x="5128269" y="2717358"/>
            <a:ext cx="1212208" cy="307777"/>
          </a:xfrm>
          <a:prstGeom prst="rect">
            <a:avLst/>
          </a:prstGeom>
        </p:spPr>
        <p:txBody>
          <a:bodyPr wrap="square">
            <a:spAutoFit/>
          </a:bodyPr>
          <a:lstStyle/>
          <a:p>
            <a:r>
              <a:rPr lang="en-US" b="1" dirty="0">
                <a:solidFill>
                  <a:srgbClr val="000000"/>
                </a:solidFill>
                <a:latin typeface="Calibri" panose="020F0502020204030204" pitchFamily="34" charset="0"/>
                <a:ea typeface="Times New Roman" panose="02020603050405020304" pitchFamily="18" charset="0"/>
                <a:cs typeface="Verdana" panose="020B0604030504040204" pitchFamily="34" charset="0"/>
              </a:rPr>
              <a:t>1 MB</a:t>
            </a:r>
            <a:endParaRPr lang="en-US" dirty="0"/>
          </a:p>
        </p:txBody>
      </p:sp>
    </p:spTree>
    <p:extLst>
      <p:ext uri="{BB962C8B-B14F-4D97-AF65-F5344CB8AC3E}">
        <p14:creationId xmlns:p14="http://schemas.microsoft.com/office/powerpoint/2010/main" val="179859345"/>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E1E9E1-13F6-45F8-A5BC-57DD0A52CA7D}"/>
              </a:ext>
            </a:extLst>
          </p:cNvPr>
          <p:cNvSpPr>
            <a:spLocks noGrp="1"/>
          </p:cNvSpPr>
          <p:nvPr>
            <p:ph type="title" hasCustomPrompt="1"/>
          </p:nvPr>
        </p:nvSpPr>
        <p:spPr/>
        <p:txBody>
          <a:bodyPr/>
          <a:lstStyle/>
          <a:p>
            <a:r>
              <a:t>DTCM &amp; ITCM </a:t>
            </a:r>
          </a:p>
        </p:txBody>
      </p:sp>
      <p:graphicFrame>
        <p:nvGraphicFramePr>
          <p:cNvPr id="13" name="Table 12">
            <a:extLst>
              <a:ext uri="{FF2B5EF4-FFF2-40B4-BE49-F238E27FC236}">
                <a16:creationId xmlns:a16="http://schemas.microsoft.com/office/drawing/2014/main" id="{3A77C785-3616-40BC-B34B-5B5ACBE20B28}"/>
              </a:ext>
            </a:extLst>
          </p:cNvPr>
          <p:cNvGraphicFramePr>
            <a:graphicFrameLocks noGrp="1"/>
          </p:cNvGraphicFramePr>
          <p:nvPr>
            <p:extLst/>
          </p:nvPr>
        </p:nvGraphicFramePr>
        <p:xfrm>
          <a:off x="2463959" y="2708920"/>
          <a:ext cx="2197100" cy="1512168"/>
        </p:xfrm>
        <a:graphic>
          <a:graphicData uri="http://schemas.openxmlformats.org/drawingml/2006/table">
            <a:tbl>
              <a:tblPr/>
              <a:tblGrid>
                <a:gridCol w="2197100">
                  <a:extLst>
                    <a:ext uri="{9D8B030D-6E8A-4147-A177-3AD203B41FA5}">
                      <a16:colId xmlns:a16="http://schemas.microsoft.com/office/drawing/2014/main" val="4290035667"/>
                    </a:ext>
                  </a:extLst>
                </a:gridCol>
              </a:tblGrid>
              <a:tr h="1512168">
                <a:tc>
                  <a:txBody>
                    <a:bodyPr/>
                    <a:lstStyle/>
                    <a:p>
                      <a:pPr algn="ctr" fontAlgn="ct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CM55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9CDB0"/>
                    </a:solidFill>
                  </a:tcPr>
                </a:tc>
                <a:extLst>
                  <a:ext uri="{0D108BD9-81ED-4DB2-BD59-A6C34878D82A}">
                    <a16:rowId xmlns:a16="http://schemas.microsoft.com/office/drawing/2014/main" val="3415492315"/>
                  </a:ext>
                </a:extLst>
              </a:tr>
            </a:tbl>
          </a:graphicData>
        </a:graphic>
      </p:graphicFrame>
      <p:graphicFrame>
        <p:nvGraphicFramePr>
          <p:cNvPr id="14" name="Table 13">
            <a:extLst>
              <a:ext uri="{FF2B5EF4-FFF2-40B4-BE49-F238E27FC236}">
                <a16:creationId xmlns:a16="http://schemas.microsoft.com/office/drawing/2014/main" id="{1A6B2735-6487-49C7-BBE6-2BA3B067462C}"/>
              </a:ext>
            </a:extLst>
          </p:cNvPr>
          <p:cNvGraphicFramePr>
            <a:graphicFrameLocks noGrp="1"/>
          </p:cNvGraphicFramePr>
          <p:nvPr>
            <p:extLst/>
          </p:nvPr>
        </p:nvGraphicFramePr>
        <p:xfrm>
          <a:off x="8193921" y="2708920"/>
          <a:ext cx="2197100" cy="1512168"/>
        </p:xfrm>
        <a:graphic>
          <a:graphicData uri="http://schemas.openxmlformats.org/drawingml/2006/table">
            <a:tbl>
              <a:tblPr/>
              <a:tblGrid>
                <a:gridCol w="2197100">
                  <a:extLst>
                    <a:ext uri="{9D8B030D-6E8A-4147-A177-3AD203B41FA5}">
                      <a16:colId xmlns:a16="http://schemas.microsoft.com/office/drawing/2014/main" val="4290035667"/>
                    </a:ext>
                  </a:extLst>
                </a:gridCol>
              </a:tblGrid>
              <a:tr h="1512168">
                <a:tc>
                  <a:txBody>
                    <a:bodyPr/>
                    <a:lstStyle/>
                    <a:p>
                      <a:pPr algn="ctr" fontAlgn="ct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CM55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9CDB0"/>
                    </a:solidFill>
                  </a:tcPr>
                </a:tc>
                <a:extLst>
                  <a:ext uri="{0D108BD9-81ED-4DB2-BD59-A6C34878D82A}">
                    <a16:rowId xmlns:a16="http://schemas.microsoft.com/office/drawing/2014/main" val="3415492315"/>
                  </a:ext>
                </a:extLst>
              </a:tr>
            </a:tbl>
          </a:graphicData>
        </a:graphic>
      </p:graphicFrame>
      <p:sp>
        <p:nvSpPr>
          <p:cNvPr id="15" name="Rectangle 14">
            <a:extLst>
              <a:ext uri="{FF2B5EF4-FFF2-40B4-BE49-F238E27FC236}">
                <a16:creationId xmlns:a16="http://schemas.microsoft.com/office/drawing/2014/main" id="{DD0491DC-2125-45F3-B434-E7A0E350D43F}"/>
              </a:ext>
            </a:extLst>
          </p:cNvPr>
          <p:cNvSpPr/>
          <p:nvPr/>
        </p:nvSpPr>
        <p:spPr>
          <a:xfrm>
            <a:off x="3112031" y="2401143"/>
            <a:ext cx="1983641" cy="307777"/>
          </a:xfrm>
          <a:prstGeom prst="rect">
            <a:avLst/>
          </a:prstGeom>
        </p:spPr>
        <p:txBody>
          <a:bodyPr wrap="square">
            <a:spAutoFit/>
          </a:bodyPr>
          <a:lstStyle/>
          <a:p>
            <a:r>
              <a:rPr lang="en-US" b="1">
                <a:solidFill>
                  <a:srgbClr val="000000"/>
                </a:solidFill>
                <a:latin typeface="Calibri" panose="020F0502020204030204" pitchFamily="34" charset="0"/>
              </a:rPr>
              <a:t>DTCM</a:t>
            </a:r>
            <a:endParaRPr lang="en-US" dirty="0"/>
          </a:p>
        </p:txBody>
      </p:sp>
      <p:sp>
        <p:nvSpPr>
          <p:cNvPr id="16" name="Rectangle 15">
            <a:extLst>
              <a:ext uri="{FF2B5EF4-FFF2-40B4-BE49-F238E27FC236}">
                <a16:creationId xmlns:a16="http://schemas.microsoft.com/office/drawing/2014/main" id="{0883F54D-4CFF-4F5A-8A68-467565F482E5}"/>
              </a:ext>
            </a:extLst>
          </p:cNvPr>
          <p:cNvSpPr/>
          <p:nvPr/>
        </p:nvSpPr>
        <p:spPr>
          <a:xfrm>
            <a:off x="8944679" y="2401143"/>
            <a:ext cx="1983641" cy="307777"/>
          </a:xfrm>
          <a:prstGeom prst="rect">
            <a:avLst/>
          </a:prstGeom>
        </p:spPr>
        <p:txBody>
          <a:bodyPr wrap="square">
            <a:spAutoFit/>
          </a:bodyPr>
          <a:lstStyle/>
          <a:p>
            <a:r>
              <a:rPr lang="en-US" b="1">
                <a:solidFill>
                  <a:srgbClr val="000000"/>
                </a:solidFill>
                <a:latin typeface="Calibri" panose="020F0502020204030204" pitchFamily="34" charset="0"/>
              </a:rPr>
              <a:t>ITCM</a:t>
            </a:r>
            <a:endParaRPr lang="en-US" dirty="0"/>
          </a:p>
        </p:txBody>
      </p:sp>
      <p:sp>
        <p:nvSpPr>
          <p:cNvPr id="17" name="Right Brace 16">
            <a:extLst>
              <a:ext uri="{FF2B5EF4-FFF2-40B4-BE49-F238E27FC236}">
                <a16:creationId xmlns:a16="http://schemas.microsoft.com/office/drawing/2014/main" id="{53AD48EE-EDED-4537-B2D4-C8B88D96E2B1}"/>
              </a:ext>
            </a:extLst>
          </p:cNvPr>
          <p:cNvSpPr/>
          <p:nvPr/>
        </p:nvSpPr>
        <p:spPr>
          <a:xfrm>
            <a:off x="4804837" y="2699702"/>
            <a:ext cx="157845" cy="1521386"/>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18" name="Rectangle 17">
            <a:extLst>
              <a:ext uri="{FF2B5EF4-FFF2-40B4-BE49-F238E27FC236}">
                <a16:creationId xmlns:a16="http://schemas.microsoft.com/office/drawing/2014/main" id="{32C5EDB6-E95E-4E02-B852-FFBB76EA5120}"/>
              </a:ext>
            </a:extLst>
          </p:cNvPr>
          <p:cNvSpPr/>
          <p:nvPr/>
        </p:nvSpPr>
        <p:spPr>
          <a:xfrm>
            <a:off x="5025239" y="3311487"/>
            <a:ext cx="1035375" cy="307777"/>
          </a:xfrm>
          <a:prstGeom prst="rect">
            <a:avLst/>
          </a:prstGeom>
        </p:spPr>
        <p:txBody>
          <a:bodyPr wrap="squar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256 KB</a:t>
            </a:r>
            <a:endParaRPr lang="en-US" dirty="0"/>
          </a:p>
        </p:txBody>
      </p:sp>
      <p:sp>
        <p:nvSpPr>
          <p:cNvPr id="19" name="Right Brace 18">
            <a:extLst>
              <a:ext uri="{FF2B5EF4-FFF2-40B4-BE49-F238E27FC236}">
                <a16:creationId xmlns:a16="http://schemas.microsoft.com/office/drawing/2014/main" id="{AC6F310D-35BF-4B6B-BE85-72DEFA07B6F3}"/>
              </a:ext>
            </a:extLst>
          </p:cNvPr>
          <p:cNvSpPr/>
          <p:nvPr/>
        </p:nvSpPr>
        <p:spPr>
          <a:xfrm>
            <a:off x="10528855" y="2698213"/>
            <a:ext cx="157845" cy="1521386"/>
          </a:xfrm>
          <a:prstGeom prst="rightBrace">
            <a:avLst>
              <a:gd name="adj1" fmla="val 3041"/>
              <a:gd name="adj2" fmla="val 50000"/>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38100">
                <a:solidFill>
                  <a:sysClr val="windowText" lastClr="000000"/>
                </a:solidFill>
              </a:ln>
              <a:solidFill>
                <a:sysClr val="windowText" lastClr="000000"/>
              </a:solidFill>
            </a:endParaRPr>
          </a:p>
        </p:txBody>
      </p:sp>
      <p:sp>
        <p:nvSpPr>
          <p:cNvPr id="20" name="Rectangle 19">
            <a:extLst>
              <a:ext uri="{FF2B5EF4-FFF2-40B4-BE49-F238E27FC236}">
                <a16:creationId xmlns:a16="http://schemas.microsoft.com/office/drawing/2014/main" id="{0A448714-0CB3-477F-9EDA-0C0A4415C66E}"/>
              </a:ext>
            </a:extLst>
          </p:cNvPr>
          <p:cNvSpPr/>
          <p:nvPr/>
        </p:nvSpPr>
        <p:spPr>
          <a:xfrm>
            <a:off x="10749257" y="3309998"/>
            <a:ext cx="1035375" cy="307777"/>
          </a:xfrm>
          <a:prstGeom prst="rect">
            <a:avLst/>
          </a:prstGeom>
        </p:spPr>
        <p:txBody>
          <a:bodyPr wrap="square">
            <a:spAutoFit/>
          </a:bodyPr>
          <a:lstStyle/>
          <a:p>
            <a:r>
              <a:rPr lang="en-US" b="1">
                <a:solidFill>
                  <a:srgbClr val="000000"/>
                </a:solidFill>
                <a:latin typeface="Calibri" panose="020F0502020204030204" pitchFamily="34" charset="0"/>
                <a:ea typeface="Times New Roman" panose="02020603050405020304" pitchFamily="18" charset="0"/>
                <a:cs typeface="Verdana" panose="020B0604030504040204" pitchFamily="34" charset="0"/>
              </a:rPr>
              <a:t>256 KB</a:t>
            </a:r>
            <a:endParaRPr lang="en-US" dirty="0"/>
          </a:p>
        </p:txBody>
      </p:sp>
      <p:sp>
        <p:nvSpPr>
          <p:cNvPr id="21" name="Rectangle 20">
            <a:extLst>
              <a:ext uri="{FF2B5EF4-FFF2-40B4-BE49-F238E27FC236}">
                <a16:creationId xmlns:a16="http://schemas.microsoft.com/office/drawing/2014/main" id="{13F2211E-FD06-4453-B395-20863FA4434B}"/>
              </a:ext>
            </a:extLst>
          </p:cNvPr>
          <p:cNvSpPr/>
          <p:nvPr/>
        </p:nvSpPr>
        <p:spPr>
          <a:xfrm>
            <a:off x="381687" y="2580103"/>
            <a:ext cx="1983641" cy="523220"/>
          </a:xfrm>
          <a:prstGeom prst="rect">
            <a:avLst/>
          </a:prstGeom>
        </p:spPr>
        <p:txBody>
          <a:bodyPr wrap="square">
            <a:spAutoFit/>
          </a:bodyPr>
          <a:lstStyle/>
          <a:p>
            <a:r>
              <a:rPr lang="en-US" b="1">
                <a:solidFill>
                  <a:srgbClr val="000000"/>
                </a:solidFill>
                <a:latin typeface="Calibri" panose="020F0502020204030204" pitchFamily="34" charset="0"/>
              </a:rPr>
              <a:t>Start address </a:t>
            </a:r>
          </a:p>
          <a:p>
            <a:r>
              <a:rPr lang="en-US" b="1">
                <a:solidFill>
                  <a:srgbClr val="000000"/>
                </a:solidFill>
                <a:latin typeface="Calibri" panose="020F0502020204030204" pitchFamily="34" charset="0"/>
              </a:rPr>
              <a:t> 0x20000000</a:t>
            </a:r>
            <a:endParaRPr lang="en-US" b="1" dirty="0">
              <a:solidFill>
                <a:srgbClr val="000000"/>
              </a:solidFill>
              <a:latin typeface="Calibri" panose="020F0502020204030204" pitchFamily="34" charset="0"/>
            </a:endParaRPr>
          </a:p>
        </p:txBody>
      </p:sp>
      <p:cxnSp>
        <p:nvCxnSpPr>
          <p:cNvPr id="22" name="Straight Arrow Connector 21">
            <a:extLst>
              <a:ext uri="{FF2B5EF4-FFF2-40B4-BE49-F238E27FC236}">
                <a16:creationId xmlns:a16="http://schemas.microsoft.com/office/drawing/2014/main" id="{09BF1628-2A49-4721-822C-967F124505FC}"/>
              </a:ext>
            </a:extLst>
          </p:cNvPr>
          <p:cNvCxnSpPr/>
          <p:nvPr/>
        </p:nvCxnSpPr>
        <p:spPr>
          <a:xfrm flipH="1">
            <a:off x="1770891" y="2708920"/>
            <a:ext cx="6649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E6E7E5CE-77C6-4924-A8DF-92F140011227}"/>
              </a:ext>
            </a:extLst>
          </p:cNvPr>
          <p:cNvSpPr/>
          <p:nvPr/>
        </p:nvSpPr>
        <p:spPr>
          <a:xfrm>
            <a:off x="462503" y="4110159"/>
            <a:ext cx="1983641" cy="523220"/>
          </a:xfrm>
          <a:prstGeom prst="rect">
            <a:avLst/>
          </a:prstGeom>
        </p:spPr>
        <p:txBody>
          <a:bodyPr wrap="square">
            <a:spAutoFit/>
          </a:bodyPr>
          <a:lstStyle/>
          <a:p>
            <a:r>
              <a:rPr lang="en-US" b="1">
                <a:solidFill>
                  <a:srgbClr val="000000"/>
                </a:solidFill>
                <a:latin typeface="Calibri" panose="020F0502020204030204" pitchFamily="34" charset="0"/>
              </a:rPr>
              <a:t>END address </a:t>
            </a:r>
          </a:p>
          <a:p>
            <a:r>
              <a:rPr lang="en-US" b="1">
                <a:solidFill>
                  <a:srgbClr val="000000"/>
                </a:solidFill>
                <a:latin typeface="Calibri" panose="020F0502020204030204" pitchFamily="34" charset="0"/>
              </a:rPr>
              <a:t>0x20040000</a:t>
            </a:r>
            <a:endParaRPr lang="en-US" b="1" dirty="0">
              <a:solidFill>
                <a:srgbClr val="000000"/>
              </a:solidFill>
              <a:latin typeface="Calibri" panose="020F0502020204030204" pitchFamily="34" charset="0"/>
            </a:endParaRPr>
          </a:p>
        </p:txBody>
      </p:sp>
      <p:cxnSp>
        <p:nvCxnSpPr>
          <p:cNvPr id="24" name="Straight Arrow Connector 23">
            <a:extLst>
              <a:ext uri="{FF2B5EF4-FFF2-40B4-BE49-F238E27FC236}">
                <a16:creationId xmlns:a16="http://schemas.microsoft.com/office/drawing/2014/main" id="{1052FB9B-5883-4370-B53A-F15B1EEAF7DD}"/>
              </a:ext>
            </a:extLst>
          </p:cNvPr>
          <p:cNvCxnSpPr/>
          <p:nvPr/>
        </p:nvCxnSpPr>
        <p:spPr>
          <a:xfrm flipH="1">
            <a:off x="1826533" y="4219599"/>
            <a:ext cx="6649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88BB76DD-972C-402F-BCE6-EE7B818BD5E9}"/>
              </a:ext>
            </a:extLst>
          </p:cNvPr>
          <p:cNvSpPr/>
          <p:nvPr/>
        </p:nvSpPr>
        <p:spPr>
          <a:xfrm>
            <a:off x="6093286" y="2569396"/>
            <a:ext cx="1983641" cy="523220"/>
          </a:xfrm>
          <a:prstGeom prst="rect">
            <a:avLst/>
          </a:prstGeom>
        </p:spPr>
        <p:txBody>
          <a:bodyPr wrap="square">
            <a:spAutoFit/>
          </a:bodyPr>
          <a:lstStyle/>
          <a:p>
            <a:r>
              <a:rPr lang="en-US" b="1">
                <a:solidFill>
                  <a:srgbClr val="000000"/>
                </a:solidFill>
                <a:latin typeface="Calibri" panose="020F0502020204030204" pitchFamily="34" charset="0"/>
              </a:rPr>
              <a:t>Start address </a:t>
            </a:r>
          </a:p>
          <a:p>
            <a:r>
              <a:rPr lang="en-US" b="1">
                <a:solidFill>
                  <a:srgbClr val="000000"/>
                </a:solidFill>
                <a:latin typeface="Calibri" panose="020F0502020204030204" pitchFamily="34" charset="0"/>
              </a:rPr>
              <a:t>0x0</a:t>
            </a:r>
            <a:endParaRPr lang="en-US" dirty="0"/>
          </a:p>
        </p:txBody>
      </p:sp>
      <p:cxnSp>
        <p:nvCxnSpPr>
          <p:cNvPr id="26" name="Straight Arrow Connector 25">
            <a:extLst>
              <a:ext uri="{FF2B5EF4-FFF2-40B4-BE49-F238E27FC236}">
                <a16:creationId xmlns:a16="http://schemas.microsoft.com/office/drawing/2014/main" id="{5DF7502E-D370-4649-91A6-5AEC1C7355E5}"/>
              </a:ext>
            </a:extLst>
          </p:cNvPr>
          <p:cNvCxnSpPr/>
          <p:nvPr/>
        </p:nvCxnSpPr>
        <p:spPr>
          <a:xfrm flipH="1">
            <a:off x="7482490" y="2698213"/>
            <a:ext cx="6649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8E347916-F333-4937-BF47-88B086B84C76}"/>
              </a:ext>
            </a:extLst>
          </p:cNvPr>
          <p:cNvSpPr/>
          <p:nvPr/>
        </p:nvSpPr>
        <p:spPr>
          <a:xfrm>
            <a:off x="6174102" y="4099452"/>
            <a:ext cx="1983641" cy="523220"/>
          </a:xfrm>
          <a:prstGeom prst="rect">
            <a:avLst/>
          </a:prstGeom>
        </p:spPr>
        <p:txBody>
          <a:bodyPr wrap="square">
            <a:spAutoFit/>
          </a:bodyPr>
          <a:lstStyle/>
          <a:p>
            <a:r>
              <a:rPr lang="en-US" b="1">
                <a:solidFill>
                  <a:srgbClr val="000000"/>
                </a:solidFill>
                <a:latin typeface="Calibri" panose="020F0502020204030204" pitchFamily="34" charset="0"/>
              </a:rPr>
              <a:t>END address </a:t>
            </a:r>
          </a:p>
          <a:p>
            <a:r>
              <a:rPr lang="en-US" b="1">
                <a:solidFill>
                  <a:srgbClr val="000000"/>
                </a:solidFill>
                <a:latin typeface="Calibri" panose="020F0502020204030204" pitchFamily="34" charset="0"/>
              </a:rPr>
              <a:t>0x40000</a:t>
            </a:r>
            <a:endParaRPr lang="en-US" b="1" dirty="0">
              <a:solidFill>
                <a:srgbClr val="000000"/>
              </a:solidFill>
              <a:latin typeface="Calibri" panose="020F0502020204030204" pitchFamily="34" charset="0"/>
            </a:endParaRPr>
          </a:p>
        </p:txBody>
      </p:sp>
      <p:cxnSp>
        <p:nvCxnSpPr>
          <p:cNvPr id="28" name="Straight Arrow Connector 27">
            <a:extLst>
              <a:ext uri="{FF2B5EF4-FFF2-40B4-BE49-F238E27FC236}">
                <a16:creationId xmlns:a16="http://schemas.microsoft.com/office/drawing/2014/main" id="{6C049028-C182-4D00-B1C0-531A54FBD6F4}"/>
              </a:ext>
            </a:extLst>
          </p:cNvPr>
          <p:cNvCxnSpPr/>
          <p:nvPr/>
        </p:nvCxnSpPr>
        <p:spPr>
          <a:xfrm flipH="1">
            <a:off x="7538132" y="4208892"/>
            <a:ext cx="6649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F2300CF0-93A4-4311-9863-BB7056CEE140}"/>
              </a:ext>
            </a:extLst>
          </p:cNvPr>
          <p:cNvSpPr/>
          <p:nvPr/>
        </p:nvSpPr>
        <p:spPr>
          <a:xfrm>
            <a:off x="1127448" y="6011382"/>
            <a:ext cx="8243467" cy="307777"/>
          </a:xfrm>
          <a:prstGeom prst="rect">
            <a:avLst/>
          </a:prstGeom>
        </p:spPr>
        <p:txBody>
          <a:bodyPr wrap="square">
            <a:spAutoFit/>
          </a:bodyPr>
          <a:lstStyle/>
          <a:p>
            <a:r>
              <a:rPr lang="en-US" b="1">
                <a:solidFill>
                  <a:srgbClr val="000000"/>
                </a:solidFill>
                <a:latin typeface="Calibri" panose="020F0502020204030204" pitchFamily="34" charset="0"/>
              </a:rPr>
              <a:t>Note : These memory  configurations are proposed ; Work in Progress </a:t>
            </a:r>
            <a:endParaRPr lang="en-US" dirty="0"/>
          </a:p>
        </p:txBody>
      </p:sp>
    </p:spTree>
    <p:extLst>
      <p:ext uri="{BB962C8B-B14F-4D97-AF65-F5344CB8AC3E}">
        <p14:creationId xmlns:p14="http://schemas.microsoft.com/office/powerpoint/2010/main" val="93929906"/>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D40D1A-FCDC-42B1-AF28-F5A914D82268}"/>
              </a:ext>
            </a:extLst>
          </p:cNvPr>
          <p:cNvSpPr>
            <a:spLocks noGrp="1"/>
          </p:cNvSpPr>
          <p:nvPr>
            <p:ph sz="quarter" idx="13" hasCustomPrompt="1"/>
          </p:nvPr>
        </p:nvSpPr>
        <p:spPr/>
        <p:txBody>
          <a:bodyPr/>
          <a:lstStyle/>
          <a:p>
            <a:r>
              <a:t>Seven linker scripts </a:t>
            </a:r>
          </a:p>
          <a:p>
            <a:pPr lvl="1"/>
            <a:r>
              <a:t>3 Ram and 3 Flash (secure, non secure)</a:t>
            </a:r>
          </a:p>
          <a:p>
            <a:pPr lvl="1"/>
            <a:r>
              <a:t>1 common </a:t>
            </a:r>
          </a:p>
        </p:txBody>
      </p:sp>
      <p:sp>
        <p:nvSpPr>
          <p:cNvPr id="3" name="Title 2">
            <a:extLst>
              <a:ext uri="{FF2B5EF4-FFF2-40B4-BE49-F238E27FC236}">
                <a16:creationId xmlns:a16="http://schemas.microsoft.com/office/drawing/2014/main" id="{73544046-80E2-481F-8FE2-6EBC4FD6034E}"/>
              </a:ext>
            </a:extLst>
          </p:cNvPr>
          <p:cNvSpPr>
            <a:spLocks noGrp="1"/>
          </p:cNvSpPr>
          <p:nvPr>
            <p:ph type="title" hasCustomPrompt="1"/>
          </p:nvPr>
        </p:nvSpPr>
        <p:spPr/>
        <p:txBody>
          <a:bodyPr/>
          <a:lstStyle/>
          <a:p>
            <a:r>
              <a:t>Linker Scripts </a:t>
            </a:r>
          </a:p>
        </p:txBody>
      </p:sp>
      <p:grpSp>
        <p:nvGrpSpPr>
          <p:cNvPr id="21" name="Group 20">
            <a:extLst>
              <a:ext uri="{FF2B5EF4-FFF2-40B4-BE49-F238E27FC236}">
                <a16:creationId xmlns:a16="http://schemas.microsoft.com/office/drawing/2014/main" id="{3942254F-1BD3-44BC-81D9-92A66DA16B73}"/>
              </a:ext>
            </a:extLst>
          </p:cNvPr>
          <p:cNvGrpSpPr/>
          <p:nvPr/>
        </p:nvGrpSpPr>
        <p:grpSpPr>
          <a:xfrm>
            <a:off x="144027" y="2606563"/>
            <a:ext cx="7801620" cy="2429770"/>
            <a:chOff x="1775520" y="1448569"/>
            <a:chExt cx="7801620" cy="2429770"/>
          </a:xfrm>
        </p:grpSpPr>
        <p:sp>
          <p:nvSpPr>
            <p:cNvPr id="4" name="Left Brace 3">
              <a:extLst>
                <a:ext uri="{FF2B5EF4-FFF2-40B4-BE49-F238E27FC236}">
                  <a16:creationId xmlns:a16="http://schemas.microsoft.com/office/drawing/2014/main" id="{91EC5416-8BE5-4900-A678-9225409932F1}"/>
                </a:ext>
              </a:extLst>
            </p:cNvPr>
            <p:cNvSpPr/>
            <p:nvPr/>
          </p:nvSpPr>
          <p:spPr>
            <a:xfrm rot="5400000">
              <a:off x="5239249" y="-163007"/>
              <a:ext cx="792088" cy="4608512"/>
            </a:xfrm>
            <a:prstGeom prst="leftBrace">
              <a:avLst/>
            </a:prstGeom>
            <a:ln w="57150">
              <a:solidFill>
                <a:srgbClr val="0A8276"/>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TextBox 5">
              <a:extLst>
                <a:ext uri="{FF2B5EF4-FFF2-40B4-BE49-F238E27FC236}">
                  <a16:creationId xmlns:a16="http://schemas.microsoft.com/office/drawing/2014/main" id="{D32B006E-9756-49C2-BAFB-19D65EBBBB5C}"/>
                </a:ext>
              </a:extLst>
            </p:cNvPr>
            <p:cNvSpPr txBox="1"/>
            <p:nvPr/>
          </p:nvSpPr>
          <p:spPr bwMode="auto">
            <a:xfrm>
              <a:off x="4190108" y="1448569"/>
              <a:ext cx="3553544" cy="301878"/>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800" b="1" kern="0" baseline="0" dirty="0">
                  <a:latin typeface="+mn-lt"/>
                  <a:ea typeface="+mn-ea"/>
                  <a:cs typeface="+mn-cs"/>
                </a:rPr>
                <a:t>PSOC Edge E84 Applications </a:t>
              </a:r>
            </a:p>
          </p:txBody>
        </p:sp>
        <p:sp>
          <p:nvSpPr>
            <p:cNvPr id="7" name="TextBox 6">
              <a:extLst>
                <a:ext uri="{FF2B5EF4-FFF2-40B4-BE49-F238E27FC236}">
                  <a16:creationId xmlns:a16="http://schemas.microsoft.com/office/drawing/2014/main" id="{94B35D62-B35A-4D30-9E68-99BF64F3AA35}"/>
                </a:ext>
              </a:extLst>
            </p:cNvPr>
            <p:cNvSpPr txBox="1"/>
            <p:nvPr/>
          </p:nvSpPr>
          <p:spPr bwMode="auto">
            <a:xfrm>
              <a:off x="2223991" y="2675109"/>
              <a:ext cx="2214091" cy="301878"/>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800" b="1" kern="0" baseline="0">
                  <a:latin typeface="+mn-lt"/>
                  <a:ea typeface="+mn-ea"/>
                  <a:cs typeface="+mn-cs"/>
                </a:rPr>
                <a:t>RAM (Internal Use)</a:t>
              </a:r>
              <a:endParaRPr lang="en-US" sz="1800" b="1" kern="0" baseline="0" dirty="0">
                <a:latin typeface="+mn-lt"/>
                <a:ea typeface="+mn-ea"/>
                <a:cs typeface="+mn-cs"/>
              </a:endParaRPr>
            </a:p>
          </p:txBody>
        </p:sp>
        <p:sp>
          <p:nvSpPr>
            <p:cNvPr id="8" name="TextBox 7">
              <a:extLst>
                <a:ext uri="{FF2B5EF4-FFF2-40B4-BE49-F238E27FC236}">
                  <a16:creationId xmlns:a16="http://schemas.microsoft.com/office/drawing/2014/main" id="{264B74F1-1630-4943-AD96-61474DA44971}"/>
                </a:ext>
              </a:extLst>
            </p:cNvPr>
            <p:cNvSpPr txBox="1"/>
            <p:nvPr/>
          </p:nvSpPr>
          <p:spPr bwMode="auto">
            <a:xfrm>
              <a:off x="6386150" y="2683945"/>
              <a:ext cx="3052152" cy="301878"/>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800" b="1" kern="0" baseline="0">
                  <a:latin typeface="+mn-lt"/>
                  <a:ea typeface="+mn-ea"/>
                  <a:cs typeface="+mn-cs"/>
                </a:rPr>
                <a:t>Flash (default for customer)</a:t>
              </a:r>
              <a:endParaRPr lang="en-US" sz="1800" b="1" kern="0" baseline="0" dirty="0">
                <a:latin typeface="+mn-lt"/>
                <a:ea typeface="+mn-ea"/>
                <a:cs typeface="+mn-cs"/>
              </a:endParaRPr>
            </a:p>
          </p:txBody>
        </p:sp>
        <p:pic>
          <p:nvPicPr>
            <p:cNvPr id="18" name="Picture 17">
              <a:extLst>
                <a:ext uri="{FF2B5EF4-FFF2-40B4-BE49-F238E27FC236}">
                  <a16:creationId xmlns:a16="http://schemas.microsoft.com/office/drawing/2014/main" id="{2B561D99-6274-44EA-8CCD-A3FA23A5D805}"/>
                </a:ext>
              </a:extLst>
            </p:cNvPr>
            <p:cNvPicPr>
              <a:picLocks noChangeAspect="1"/>
            </p:cNvPicPr>
            <p:nvPr/>
          </p:nvPicPr>
          <p:blipFill>
            <a:blip r:embed="rId3"/>
            <a:stretch>
              <a:fillRect/>
            </a:stretch>
          </p:blipFill>
          <p:spPr>
            <a:xfrm>
              <a:off x="6094800" y="3047926"/>
              <a:ext cx="3482340" cy="815340"/>
            </a:xfrm>
            <a:prstGeom prst="rect">
              <a:avLst/>
            </a:prstGeom>
          </p:spPr>
        </p:pic>
        <p:pic>
          <p:nvPicPr>
            <p:cNvPr id="20" name="Picture 19">
              <a:extLst>
                <a:ext uri="{FF2B5EF4-FFF2-40B4-BE49-F238E27FC236}">
                  <a16:creationId xmlns:a16="http://schemas.microsoft.com/office/drawing/2014/main" id="{388E6285-D0B3-4D19-901E-C74689B9CDE0}"/>
                </a:ext>
              </a:extLst>
            </p:cNvPr>
            <p:cNvPicPr>
              <a:picLocks noChangeAspect="1"/>
            </p:cNvPicPr>
            <p:nvPr/>
          </p:nvPicPr>
          <p:blipFill>
            <a:blip r:embed="rId4"/>
            <a:stretch>
              <a:fillRect/>
            </a:stretch>
          </p:blipFill>
          <p:spPr>
            <a:xfrm>
              <a:off x="1775520" y="3062999"/>
              <a:ext cx="3528060" cy="815340"/>
            </a:xfrm>
            <a:prstGeom prst="rect">
              <a:avLst/>
            </a:prstGeom>
          </p:spPr>
        </p:pic>
      </p:grpSp>
      <p:cxnSp>
        <p:nvCxnSpPr>
          <p:cNvPr id="23" name="Straight Connector 22">
            <a:extLst>
              <a:ext uri="{FF2B5EF4-FFF2-40B4-BE49-F238E27FC236}">
                <a16:creationId xmlns:a16="http://schemas.microsoft.com/office/drawing/2014/main" id="{383EA422-2AA3-4C03-A013-1B9282015C81}"/>
              </a:ext>
            </a:extLst>
          </p:cNvPr>
          <p:cNvCxnSpPr>
            <a:cxnSpLocks/>
          </p:cNvCxnSpPr>
          <p:nvPr/>
        </p:nvCxnSpPr>
        <p:spPr>
          <a:xfrm>
            <a:off x="4003507" y="3214193"/>
            <a:ext cx="8935" cy="2183514"/>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5CBCD3B9-7418-4265-91B1-5E6E3674E26D}"/>
              </a:ext>
            </a:extLst>
          </p:cNvPr>
          <p:cNvPicPr>
            <a:picLocks noChangeAspect="1"/>
          </p:cNvPicPr>
          <p:nvPr/>
        </p:nvPicPr>
        <p:blipFill>
          <a:blip r:embed="rId5"/>
          <a:stretch>
            <a:fillRect/>
          </a:stretch>
        </p:blipFill>
        <p:spPr>
          <a:xfrm>
            <a:off x="3178052" y="5448616"/>
            <a:ext cx="1668780" cy="281940"/>
          </a:xfrm>
          <a:prstGeom prst="rect">
            <a:avLst/>
          </a:prstGeom>
        </p:spPr>
      </p:pic>
      <p:pic>
        <p:nvPicPr>
          <p:cNvPr id="29" name="Picture 28">
            <a:extLst>
              <a:ext uri="{FF2B5EF4-FFF2-40B4-BE49-F238E27FC236}">
                <a16:creationId xmlns:a16="http://schemas.microsoft.com/office/drawing/2014/main" id="{08DD9630-5B25-4DEF-AF99-13FD7DE1E8D8}"/>
              </a:ext>
            </a:extLst>
          </p:cNvPr>
          <p:cNvPicPr>
            <a:picLocks noChangeAspect="1"/>
          </p:cNvPicPr>
          <p:nvPr/>
        </p:nvPicPr>
        <p:blipFill>
          <a:blip r:embed="rId6"/>
          <a:stretch>
            <a:fillRect/>
          </a:stretch>
        </p:blipFill>
        <p:spPr>
          <a:xfrm>
            <a:off x="8147164" y="1268414"/>
            <a:ext cx="3553544" cy="4536850"/>
          </a:xfrm>
          <a:prstGeom prst="rect">
            <a:avLst/>
          </a:prstGeom>
        </p:spPr>
      </p:pic>
    </p:spTree>
    <p:extLst>
      <p:ext uri="{BB962C8B-B14F-4D97-AF65-F5344CB8AC3E}">
        <p14:creationId xmlns:p14="http://schemas.microsoft.com/office/powerpoint/2010/main" val="3344631277"/>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89C498-86A8-43F2-9A90-18D4684F7A48}"/>
              </a:ext>
            </a:extLst>
          </p:cNvPr>
          <p:cNvSpPr>
            <a:spLocks noGrp="1"/>
          </p:cNvSpPr>
          <p:nvPr>
            <p:ph type="title" hasCustomPrompt="1"/>
          </p:nvPr>
        </p:nvSpPr>
        <p:spPr/>
        <p:txBody>
          <a:bodyPr/>
          <a:lstStyle/>
          <a:p>
            <a:r>
              <a:t>Memory tab (New) </a:t>
            </a:r>
          </a:p>
        </p:txBody>
      </p:sp>
      <p:pic>
        <p:nvPicPr>
          <p:cNvPr id="2" name="Picture 1">
            <a:extLst>
              <a:ext uri="{FF2B5EF4-FFF2-40B4-BE49-F238E27FC236}">
                <a16:creationId xmlns:a16="http://schemas.microsoft.com/office/drawing/2014/main" id="{D2F61EA3-05C5-4D46-95A8-841A50DDCEFB}"/>
              </a:ext>
            </a:extLst>
          </p:cNvPr>
          <p:cNvPicPr>
            <a:picLocks noChangeAspect="1"/>
          </p:cNvPicPr>
          <p:nvPr/>
        </p:nvPicPr>
        <p:blipFill>
          <a:blip r:embed="rId3"/>
          <a:stretch>
            <a:fillRect/>
          </a:stretch>
        </p:blipFill>
        <p:spPr>
          <a:xfrm>
            <a:off x="623392" y="1124744"/>
            <a:ext cx="11287129" cy="5328592"/>
          </a:xfrm>
          <a:prstGeom prst="rect">
            <a:avLst/>
          </a:prstGeom>
        </p:spPr>
      </p:pic>
    </p:spTree>
    <p:extLst>
      <p:ext uri="{BB962C8B-B14F-4D97-AF65-F5344CB8AC3E}">
        <p14:creationId xmlns:p14="http://schemas.microsoft.com/office/powerpoint/2010/main" val="3803752498"/>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89C498-86A8-43F2-9A90-18D4684F7A48}"/>
              </a:ext>
            </a:extLst>
          </p:cNvPr>
          <p:cNvSpPr>
            <a:spLocks noGrp="1"/>
          </p:cNvSpPr>
          <p:nvPr>
            <p:ph type="title" hasCustomPrompt="1"/>
          </p:nvPr>
        </p:nvSpPr>
        <p:spPr/>
        <p:txBody>
          <a:bodyPr/>
          <a:lstStyle/>
          <a:p>
            <a:r>
              <a:t>Memory tab (New) </a:t>
            </a:r>
          </a:p>
        </p:txBody>
      </p:sp>
      <p:sp>
        <p:nvSpPr>
          <p:cNvPr id="11" name="TextBox 10">
            <a:extLst>
              <a:ext uri="{FF2B5EF4-FFF2-40B4-BE49-F238E27FC236}">
                <a16:creationId xmlns:a16="http://schemas.microsoft.com/office/drawing/2014/main" id="{20704508-C5C7-22CB-DCC9-801F3D216A55}"/>
              </a:ext>
            </a:extLst>
          </p:cNvPr>
          <p:cNvSpPr txBox="1"/>
          <p:nvPr/>
        </p:nvSpPr>
        <p:spPr bwMode="auto">
          <a:xfrm>
            <a:off x="3703026" y="6257210"/>
            <a:ext cx="4360168" cy="301878"/>
          </a:xfrm>
          <a:prstGeom prst="rect">
            <a:avLst/>
          </a:prstGeom>
          <a:noFill/>
          <a:ln w="9525">
            <a:noFill/>
            <a:miter lim="800000"/>
            <a:headEnd/>
            <a:tailEnd/>
          </a:ln>
          <a:effectLst/>
        </p:spPr>
        <p:txBody>
          <a:bodyPr wrap="non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800" kern="0" baseline="0" dirty="0">
                <a:latin typeface="+mn-lt"/>
                <a:ea typeface="+mn-ea"/>
                <a:cs typeface="+mn-cs"/>
              </a:rPr>
              <a:t>Note: Not yet available. Subject to change.</a:t>
            </a:r>
          </a:p>
        </p:txBody>
      </p:sp>
      <p:pic>
        <p:nvPicPr>
          <p:cNvPr id="2" name="Picture 1">
            <a:extLst>
              <a:ext uri="{FF2B5EF4-FFF2-40B4-BE49-F238E27FC236}">
                <a16:creationId xmlns:a16="http://schemas.microsoft.com/office/drawing/2014/main" id="{CB8DD33C-6723-4A58-B086-0714B899E769}"/>
              </a:ext>
            </a:extLst>
          </p:cNvPr>
          <p:cNvPicPr>
            <a:picLocks noChangeAspect="1"/>
          </p:cNvPicPr>
          <p:nvPr/>
        </p:nvPicPr>
        <p:blipFill>
          <a:blip r:embed="rId3"/>
          <a:stretch>
            <a:fillRect/>
          </a:stretch>
        </p:blipFill>
        <p:spPr>
          <a:xfrm>
            <a:off x="551384" y="1196751"/>
            <a:ext cx="11152552" cy="4923367"/>
          </a:xfrm>
          <a:prstGeom prst="rect">
            <a:avLst/>
          </a:prstGeom>
        </p:spPr>
      </p:pic>
    </p:spTree>
    <p:extLst>
      <p:ext uri="{BB962C8B-B14F-4D97-AF65-F5344CB8AC3E}">
        <p14:creationId xmlns:p14="http://schemas.microsoft.com/office/powerpoint/2010/main" val="3629086763"/>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378FF07-A872-4E0D-AAA7-5B25BE05F461}"/>
              </a:ext>
            </a:extLst>
          </p:cNvPr>
          <p:cNvPicPr>
            <a:picLocks noGrp="1" noChangeAspect="1"/>
          </p:cNvPicPr>
          <p:nvPr>
            <p:ph sz="quarter" idx="13" hasCustomPrompt="1"/>
          </p:nvPr>
        </p:nvPicPr>
        <p:blipFill>
          <a:blip r:embed="rId3"/>
          <a:stretch>
            <a:fillRect/>
          </a:stretch>
        </p:blipFill>
        <p:spPr/>
      </p:pic>
      <p:sp>
        <p:nvSpPr>
          <p:cNvPr id="3" name="Title 2">
            <a:extLst>
              <a:ext uri="{FF2B5EF4-FFF2-40B4-BE49-F238E27FC236}">
                <a16:creationId xmlns:a16="http://schemas.microsoft.com/office/drawing/2014/main" id="{4AD92298-3855-4668-AAC0-EB046C447175}"/>
              </a:ext>
            </a:extLst>
          </p:cNvPr>
          <p:cNvSpPr>
            <a:spLocks noGrp="1"/>
          </p:cNvSpPr>
          <p:nvPr>
            <p:ph type="title" hasCustomPrompt="1"/>
          </p:nvPr>
        </p:nvSpPr>
        <p:spPr/>
        <p:txBody>
          <a:bodyPr/>
          <a:lstStyle/>
          <a:p>
            <a:r>
              <a:t>QSPI Configurator</a:t>
            </a:r>
          </a:p>
        </p:txBody>
      </p:sp>
    </p:spTree>
    <p:extLst>
      <p:ext uri="{BB962C8B-B14F-4D97-AF65-F5344CB8AC3E}">
        <p14:creationId xmlns:p14="http://schemas.microsoft.com/office/powerpoint/2010/main" val="547046377"/>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F75015-F1C3-4228-97DF-CC1FBFA53461}"/>
              </a:ext>
            </a:extLst>
          </p:cNvPr>
          <p:cNvSpPr>
            <a:spLocks noGrp="1"/>
          </p:cNvSpPr>
          <p:nvPr>
            <p:ph type="title" hasCustomPrompt="1"/>
          </p:nvPr>
        </p:nvSpPr>
        <p:spPr/>
        <p:txBody>
          <a:bodyPr/>
          <a:lstStyle/>
          <a:p>
            <a:r>
              <a:t>SMART I/O Configurator</a:t>
            </a:r>
          </a:p>
        </p:txBody>
      </p:sp>
      <p:pic>
        <p:nvPicPr>
          <p:cNvPr id="4" name="Picture 3">
            <a:extLst>
              <a:ext uri="{FF2B5EF4-FFF2-40B4-BE49-F238E27FC236}">
                <a16:creationId xmlns:a16="http://schemas.microsoft.com/office/drawing/2014/main" id="{436DA0CD-204E-493C-A861-BEEC052F74A4}"/>
              </a:ext>
            </a:extLst>
          </p:cNvPr>
          <p:cNvPicPr>
            <a:picLocks noChangeAspect="1"/>
          </p:cNvPicPr>
          <p:nvPr/>
        </p:nvPicPr>
        <p:blipFill>
          <a:blip r:embed="rId3"/>
          <a:stretch>
            <a:fillRect/>
          </a:stretch>
        </p:blipFill>
        <p:spPr>
          <a:xfrm>
            <a:off x="147237" y="1212110"/>
            <a:ext cx="11897526" cy="5328592"/>
          </a:xfrm>
          <a:prstGeom prst="rect">
            <a:avLst/>
          </a:prstGeom>
        </p:spPr>
      </p:pic>
      <p:pic>
        <p:nvPicPr>
          <p:cNvPr id="5" name="Picture 4">
            <a:extLst>
              <a:ext uri="{FF2B5EF4-FFF2-40B4-BE49-F238E27FC236}">
                <a16:creationId xmlns:a16="http://schemas.microsoft.com/office/drawing/2014/main" id="{2AD73C31-CD0B-429E-9C5F-C808679E5B30}"/>
              </a:ext>
            </a:extLst>
          </p:cNvPr>
          <p:cNvPicPr>
            <a:picLocks noChangeAspect="1"/>
          </p:cNvPicPr>
          <p:nvPr/>
        </p:nvPicPr>
        <p:blipFill>
          <a:blip r:embed="rId4"/>
          <a:stretch>
            <a:fillRect/>
          </a:stretch>
        </p:blipFill>
        <p:spPr>
          <a:xfrm>
            <a:off x="4799856" y="2420888"/>
            <a:ext cx="3816423" cy="2380304"/>
          </a:xfrm>
          <a:prstGeom prst="rect">
            <a:avLst/>
          </a:prstGeom>
        </p:spPr>
      </p:pic>
    </p:spTree>
    <p:extLst>
      <p:ext uri="{BB962C8B-B14F-4D97-AF65-F5344CB8AC3E}">
        <p14:creationId xmlns:p14="http://schemas.microsoft.com/office/powerpoint/2010/main" val="72188834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5A57DD-7ECF-4B93-A8F8-A5076B2DA22C}"/>
              </a:ext>
            </a:extLst>
          </p:cNvPr>
          <p:cNvSpPr>
            <a:spLocks noGrp="1"/>
          </p:cNvSpPr>
          <p:nvPr>
            <p:ph type="title" hasCustomPrompt="1"/>
          </p:nvPr>
        </p:nvSpPr>
        <p:spPr/>
        <p:txBody>
          <a:bodyPr/>
          <a:lstStyle/>
          <a:p>
            <a:r>
              <a:t>Application Booting sequence</a:t>
            </a:r>
          </a:p>
        </p:txBody>
      </p:sp>
      <p:sp>
        <p:nvSpPr>
          <p:cNvPr id="7" name="Content Placeholder 2">
            <a:extLst>
              <a:ext uri="{FF2B5EF4-FFF2-40B4-BE49-F238E27FC236}">
                <a16:creationId xmlns:a16="http://schemas.microsoft.com/office/drawing/2014/main" id="{4C49C87D-A9B7-48DE-A6A6-16AE0D9C7218}"/>
              </a:ext>
            </a:extLst>
          </p:cNvPr>
          <p:cNvSpPr>
            <a:spLocks noGrp="1"/>
          </p:cNvSpPr>
          <p:nvPr>
            <p:ph sz="quarter" idx="13" hasCustomPrompt="1"/>
          </p:nvPr>
        </p:nvSpPr>
        <p:spPr/>
        <p:txBody>
          <a:bodyPr/>
          <a:lstStyle/>
          <a:p>
            <a:pPr>
              <a:buClr>
                <a:srgbClr val="0A8276"/>
              </a:buClr>
              <a:buFont typeface="Wingdings" panose="05000000000000000000" pitchFamily="2" charset="2"/>
              <a:buChar char="q"/>
            </a:pPr>
            <a:r>
              <a:t> Boot starts from Secured Enclave as the Root of Trust </a:t>
            </a:r>
          </a:p>
          <a:p>
            <a:pPr>
              <a:buClr>
                <a:srgbClr val="0A8276"/>
              </a:buClr>
              <a:buFont typeface="Wingdings" panose="05000000000000000000" pitchFamily="2" charset="2"/>
              <a:buChar char="q"/>
            </a:pPr>
            <a:endParaRPr lang="en-US" sz="1800" dirty="0"/>
          </a:p>
          <a:p>
            <a:pPr>
              <a:buClr>
                <a:srgbClr val="0A8276"/>
              </a:buClr>
              <a:buFont typeface="Wingdings" panose="05000000000000000000" pitchFamily="2" charset="2"/>
              <a:buChar char="q"/>
            </a:pPr>
            <a:r>
              <a:t> Off-the-shelf extended boot software</a:t>
            </a:r>
          </a:p>
          <a:p>
            <a:pPr lvl="1">
              <a:buClr>
                <a:srgbClr val="0A8276"/>
              </a:buClr>
              <a:buFont typeface="Wingdings" panose="05000000000000000000" pitchFamily="2" charset="2"/>
              <a:buChar char="§"/>
            </a:pPr>
            <a:r>
              <a:t>Boot from RRAM or external flash</a:t>
            </a:r>
          </a:p>
          <a:p>
            <a:pPr lvl="1">
              <a:buClr>
                <a:srgbClr val="0A8276"/>
              </a:buClr>
              <a:buFont typeface="Wingdings" panose="05000000000000000000" pitchFamily="2" charset="2"/>
              <a:buChar char="§"/>
            </a:pPr>
            <a:r>
              <a:t>Alternate serial interface for recovery boot</a:t>
            </a:r>
          </a:p>
          <a:p>
            <a:pPr lvl="1">
              <a:buClr>
                <a:srgbClr val="0A8276"/>
              </a:buClr>
              <a:buFont typeface="Wingdings" panose="05000000000000000000" pitchFamily="2" charset="2"/>
              <a:buChar char="§"/>
            </a:pPr>
            <a:r>
              <a:t>SRAM loading for enhanced security </a:t>
            </a:r>
          </a:p>
          <a:p>
            <a:pPr>
              <a:buClr>
                <a:srgbClr val="0A8276"/>
              </a:buClr>
              <a:buNone/>
            </a:pPr>
            <a:endParaRPr lang="en-US" sz="1800" dirty="0"/>
          </a:p>
          <a:p>
            <a:pPr>
              <a:buClr>
                <a:srgbClr val="0A8276"/>
              </a:buClr>
              <a:buFont typeface="Wingdings" panose="05000000000000000000" pitchFamily="2" charset="2"/>
              <a:buChar char="q"/>
            </a:pPr>
            <a:r>
              <a:t> Optional MCUboot based Edge Protect Bootloader</a:t>
            </a:r>
          </a:p>
          <a:p>
            <a:pPr>
              <a:buClr>
                <a:srgbClr val="0A8276"/>
              </a:buClr>
              <a:buFont typeface="Wingdings" panose="05000000000000000000" pitchFamily="2" charset="2"/>
              <a:buChar char="q"/>
            </a:pPr>
            <a:endParaRPr lang="en-US" sz="1800" dirty="0"/>
          </a:p>
          <a:p>
            <a:pPr>
              <a:buClr>
                <a:srgbClr val="0A8276"/>
              </a:buClr>
              <a:buFont typeface="Wingdings" panose="05000000000000000000" pitchFamily="2" charset="2"/>
              <a:buChar char="q"/>
            </a:pPr>
            <a:r>
              <a:t> One time revocable OEM RoT Key</a:t>
            </a:r>
          </a:p>
          <a:p>
            <a:pPr>
              <a:buClr>
                <a:srgbClr val="0A8276"/>
              </a:buClr>
              <a:buNone/>
            </a:pPr>
            <a:endParaRPr lang="en-US" sz="1800" dirty="0"/>
          </a:p>
        </p:txBody>
      </p:sp>
      <p:pic>
        <p:nvPicPr>
          <p:cNvPr id="8" name="Picture 7">
            <a:extLst>
              <a:ext uri="{FF2B5EF4-FFF2-40B4-BE49-F238E27FC236}">
                <a16:creationId xmlns:a16="http://schemas.microsoft.com/office/drawing/2014/main" id="{BAE40279-7FB2-4A58-8157-9F3AF9253581}"/>
              </a:ext>
            </a:extLst>
          </p:cNvPr>
          <p:cNvPicPr>
            <a:picLocks noChangeAspect="1"/>
          </p:cNvPicPr>
          <p:nvPr/>
        </p:nvPicPr>
        <p:blipFill>
          <a:blip r:embed="rId3"/>
          <a:stretch>
            <a:fillRect/>
          </a:stretch>
        </p:blipFill>
        <p:spPr>
          <a:xfrm>
            <a:off x="623392" y="4437112"/>
            <a:ext cx="9865096" cy="2026030"/>
          </a:xfrm>
          <a:prstGeom prst="rect">
            <a:avLst/>
          </a:prstGeom>
        </p:spPr>
      </p:pic>
    </p:spTree>
    <p:extLst>
      <p:ext uri="{BB962C8B-B14F-4D97-AF65-F5344CB8AC3E}">
        <p14:creationId xmlns:p14="http://schemas.microsoft.com/office/powerpoint/2010/main" val="3597643337"/>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90FB4-9A18-4E7E-A2CB-08F5FC5421A1}"/>
              </a:ext>
            </a:extLst>
          </p:cNvPr>
          <p:cNvSpPr>
            <a:spLocks noGrp="1"/>
          </p:cNvSpPr>
          <p:nvPr/>
        </p:nvSpPr>
        <p:spPr>
          <a:xfrm>
            <a:off x="334800" y="1376004"/>
            <a:ext cx="6985336" cy="5113337"/>
          </a:xfrm>
          <a:prstGeom prst="rect">
            <a:avLst/>
          </a:prstGeom>
        </p:spPr>
        <p:txBody>
          <a:bodyPr/>
          <a:lstStyle>
            <a:lvl1pPr marL="180000" indent="-180000" algn="l" defTabSz="576000" rtl="0" eaLnBrk="1" fontAlgn="base" hangingPunct="1">
              <a:spcBef>
                <a:spcPts val="0"/>
              </a:spcBef>
              <a:spcAft>
                <a:spcPts val="0"/>
              </a:spcAft>
              <a:buClr>
                <a:schemeClr val="accent1"/>
              </a:buClr>
              <a:buSzPct val="100000"/>
              <a:buFont typeface="Arial" panose="020B0604020202020204" pitchFamily="34" charset="0"/>
              <a:buChar char="›"/>
              <a:defRPr sz="2000" baseline="0">
                <a:solidFill>
                  <a:schemeClr val="tx1"/>
                </a:solidFill>
                <a:latin typeface="+mn-lt"/>
                <a:ea typeface="+mn-ea"/>
                <a:cs typeface="+mn-cs"/>
              </a:defRPr>
            </a:lvl1pPr>
            <a:lvl2pPr marL="450000" indent="-270000" algn="l" defTabSz="576000" rtl="0" eaLnBrk="1" fontAlgn="base" hangingPunct="1">
              <a:spcBef>
                <a:spcPts val="0"/>
              </a:spcBef>
              <a:spcAft>
                <a:spcPts val="0"/>
              </a:spcAft>
              <a:buClr>
                <a:schemeClr val="accent1"/>
              </a:buClr>
              <a:buSzPct val="100000"/>
              <a:buFont typeface="Verdana" panose="020B0604030504040204" pitchFamily="34" charset="0"/>
              <a:buChar char="–"/>
              <a:defRPr sz="2000">
                <a:solidFill>
                  <a:schemeClr val="tx1"/>
                </a:solidFill>
                <a:latin typeface="+mn-lt"/>
                <a:ea typeface="+mn-ea"/>
                <a:cs typeface="+mn-cs"/>
              </a:defRPr>
            </a:lvl2pPr>
            <a:lvl3pPr marL="630000" indent="-180000" algn="l" defTabSz="576000" rtl="0" eaLnBrk="1" fontAlgn="base" hangingPunct="1">
              <a:spcBef>
                <a:spcPts val="0"/>
              </a:spcBef>
              <a:spcAft>
                <a:spcPts val="0"/>
              </a:spcAft>
              <a:buClr>
                <a:schemeClr val="accent1"/>
              </a:buClr>
              <a:buSzPct val="100000"/>
              <a:buFont typeface="Arial" panose="020B0604020202020204" pitchFamily="34" charset="0"/>
              <a:buChar char="–"/>
              <a:defRPr sz="1800" baseline="0">
                <a:solidFill>
                  <a:schemeClr val="tx1"/>
                </a:solidFill>
                <a:latin typeface="+mn-lt"/>
                <a:ea typeface="+mn-ea"/>
                <a:cs typeface="+mn-cs"/>
              </a:defRPr>
            </a:lvl3pPr>
            <a:lvl4pPr marL="802800" indent="-172800" algn="l" defTabSz="576000" rtl="0" eaLnBrk="1" fontAlgn="base" hangingPunct="1">
              <a:spcBef>
                <a:spcPts val="0"/>
              </a:spcBef>
              <a:spcAft>
                <a:spcPts val="0"/>
              </a:spcAft>
              <a:buClr>
                <a:schemeClr val="accent1"/>
              </a:buClr>
              <a:buSzPct val="100000"/>
              <a:buFont typeface="Arial" panose="020B0604020202020204" pitchFamily="34" charset="0"/>
              <a:buChar char="–"/>
              <a:defRPr sz="1600" baseline="0">
                <a:solidFill>
                  <a:schemeClr val="tx1"/>
                </a:solidFill>
                <a:latin typeface="+mn-lt"/>
                <a:ea typeface="+mn-ea"/>
                <a:cs typeface="+mn-cs"/>
              </a:defRPr>
            </a:lvl4pPr>
            <a:lvl5pPr marL="982800" indent="-180000" algn="l" defTabSz="576000" rtl="0" eaLnBrk="1" fontAlgn="base" hangingPunct="1">
              <a:spcBef>
                <a:spcPts val="0"/>
              </a:spcBef>
              <a:spcAft>
                <a:spcPts val="0"/>
              </a:spcAft>
              <a:buClr>
                <a:schemeClr val="accent1"/>
              </a:buClr>
              <a:buSzPct val="100000"/>
              <a:buFont typeface="Arial" panose="020B0604020202020204" pitchFamily="34" charset="0"/>
              <a:buChar char="–"/>
              <a:defRPr sz="1400" baseline="0">
                <a:solidFill>
                  <a:schemeClr val="tx1"/>
                </a:solidFill>
                <a:latin typeface="+mn-lt"/>
                <a:ea typeface="+mn-ea"/>
                <a:cs typeface="+mn-cs"/>
              </a:defRPr>
            </a:lvl5pPr>
            <a:lvl6pPr marL="982800" indent="-180000" algn="l" defTabSz="576000" rtl="0" eaLnBrk="1" fontAlgn="base" hangingPunct="1">
              <a:spcBef>
                <a:spcPts val="0"/>
              </a:spcBef>
              <a:spcAft>
                <a:spcPts val="0"/>
              </a:spcAft>
              <a:buClr>
                <a:schemeClr val="accent1"/>
              </a:buClr>
              <a:buFont typeface="Arial" panose="020B0604020202020204" pitchFamily="34" charset="0"/>
              <a:buChar char="–"/>
              <a:defRPr sz="1400" baseline="0">
                <a:solidFill>
                  <a:schemeClr val="tx1"/>
                </a:solidFill>
                <a:latin typeface="+mn-lt"/>
                <a:cs typeface="+mn-cs"/>
              </a:defRPr>
            </a:lvl6pPr>
            <a:lvl7pPr marL="982800" indent="-180000" algn="l" defTabSz="576000" rtl="0" eaLnBrk="1" fontAlgn="base" hangingPunct="1">
              <a:spcBef>
                <a:spcPts val="0"/>
              </a:spcBef>
              <a:spcAft>
                <a:spcPct val="0"/>
              </a:spcAft>
              <a:buClr>
                <a:schemeClr val="accent1"/>
              </a:buClr>
              <a:buFont typeface="Arial" panose="020B0604020202020204" pitchFamily="34" charset="0"/>
              <a:buChar char="–"/>
              <a:defRPr sz="1400">
                <a:solidFill>
                  <a:schemeClr val="tx1"/>
                </a:solidFill>
                <a:latin typeface="+mn-lt"/>
                <a:cs typeface="+mn-cs"/>
              </a:defRPr>
            </a:lvl7pPr>
            <a:lvl8pPr marL="982800" indent="-180000" algn="l" defTabSz="576000" rtl="0" eaLnBrk="1" fontAlgn="base" hangingPunct="1">
              <a:spcBef>
                <a:spcPts val="0"/>
              </a:spcBef>
              <a:spcAft>
                <a:spcPct val="0"/>
              </a:spcAft>
              <a:buClr>
                <a:schemeClr val="accent1"/>
              </a:buClr>
              <a:buFont typeface="Arial" panose="020B0604020202020204" pitchFamily="34" charset="0"/>
              <a:buChar char="–"/>
              <a:defRPr sz="1400">
                <a:solidFill>
                  <a:schemeClr val="tx1"/>
                </a:solidFill>
                <a:latin typeface="+mn-lt"/>
                <a:cs typeface="+mn-cs"/>
              </a:defRPr>
            </a:lvl8pPr>
            <a:lvl9pPr marL="982800" indent="-180000" algn="l" defTabSz="576000" rtl="0" eaLnBrk="1" fontAlgn="base" hangingPunct="1">
              <a:spcBef>
                <a:spcPts val="0"/>
              </a:spcBef>
              <a:spcAft>
                <a:spcPct val="0"/>
              </a:spcAft>
              <a:buClr>
                <a:schemeClr val="accent1"/>
              </a:buClr>
              <a:buFont typeface="Arial" panose="020B0604020202020204" pitchFamily="34" charset="0"/>
              <a:buChar char="–"/>
              <a:defRPr sz="1400">
                <a:solidFill>
                  <a:schemeClr val="tx1"/>
                </a:solidFill>
                <a:latin typeface="+mn-lt"/>
                <a:cs typeface="+mn-cs"/>
              </a:defRPr>
            </a:lvl9pPr>
          </a:lstStyle>
          <a:p>
            <a:pPr>
              <a:buClr>
                <a:srgbClr val="0A8276"/>
              </a:buClr>
              <a:buFont typeface="Wingdings" panose="05000000000000000000" pitchFamily="2" charset="2"/>
              <a:buChar char="q"/>
            </a:pPr>
            <a:r>
              <a:rPr lang="en-US" sz="1800" dirty="0"/>
              <a:t> </a:t>
            </a:r>
            <a:r>
              <a:rPr lang="en-US" sz="1800" dirty="0">
                <a:solidFill>
                  <a:srgbClr val="0A8276"/>
                </a:solidFill>
              </a:rPr>
              <a:t>Development</a:t>
            </a:r>
          </a:p>
          <a:p>
            <a:pPr lvl="1">
              <a:buClr>
                <a:srgbClr val="0A8276"/>
              </a:buClr>
              <a:buFont typeface="Wingdings" panose="05000000000000000000" pitchFamily="2" charset="2"/>
              <a:buChar char="§"/>
            </a:pPr>
            <a:r>
              <a:rPr lang="en-US" sz="1800" dirty="0"/>
              <a:t>Shipped from Infineon</a:t>
            </a:r>
          </a:p>
          <a:p>
            <a:pPr lvl="1">
              <a:buClr>
                <a:srgbClr val="0A8276"/>
              </a:buClr>
              <a:buFont typeface="Wingdings" panose="05000000000000000000" pitchFamily="2" charset="2"/>
              <a:buChar char="§"/>
            </a:pPr>
            <a:r>
              <a:rPr lang="en-US" sz="1800" dirty="0"/>
              <a:t>Provision with OEM certificate and policy </a:t>
            </a:r>
          </a:p>
          <a:p>
            <a:pPr lvl="1">
              <a:buClr>
                <a:srgbClr val="0A8276"/>
              </a:buClr>
              <a:buFont typeface="Wingdings" panose="05000000000000000000" pitchFamily="2" charset="2"/>
              <a:buChar char="§"/>
            </a:pPr>
            <a:r>
              <a:rPr lang="en-US" sz="1800" dirty="0"/>
              <a:t>For OEM development; until production</a:t>
            </a:r>
          </a:p>
          <a:p>
            <a:pPr lvl="1">
              <a:buClr>
                <a:srgbClr val="0A8276"/>
              </a:buClr>
              <a:buFont typeface="Wingdings" panose="05000000000000000000" pitchFamily="2" charset="2"/>
              <a:buChar char="§"/>
            </a:pPr>
            <a:endParaRPr lang="en-US" sz="1800" dirty="0"/>
          </a:p>
          <a:p>
            <a:pPr>
              <a:buClr>
                <a:srgbClr val="0A8276"/>
              </a:buClr>
              <a:buFont typeface="Wingdings" panose="05000000000000000000" pitchFamily="2" charset="2"/>
              <a:buChar char="q"/>
            </a:pPr>
            <a:r>
              <a:rPr lang="en-US" sz="1800" dirty="0"/>
              <a:t> </a:t>
            </a:r>
            <a:r>
              <a:rPr lang="en-US" sz="1800" dirty="0">
                <a:solidFill>
                  <a:srgbClr val="0A8276"/>
                </a:solidFill>
              </a:rPr>
              <a:t>Production</a:t>
            </a:r>
          </a:p>
          <a:p>
            <a:pPr lvl="1">
              <a:buClr>
                <a:srgbClr val="0A8276"/>
              </a:buClr>
              <a:buFont typeface="Wingdings" panose="05000000000000000000" pitchFamily="2" charset="2"/>
              <a:buChar char="§"/>
            </a:pPr>
            <a:r>
              <a:rPr lang="en-US" sz="1800" dirty="0"/>
              <a:t>One-time provisioning with “Production” certificate</a:t>
            </a:r>
          </a:p>
          <a:p>
            <a:pPr lvl="1">
              <a:buClr>
                <a:srgbClr val="0A8276"/>
              </a:buClr>
              <a:buFont typeface="Wingdings" panose="05000000000000000000" pitchFamily="2" charset="2"/>
              <a:buChar char="§"/>
            </a:pPr>
            <a:r>
              <a:rPr lang="en-US" sz="1800" dirty="0"/>
              <a:t>Re-provisioning if allowed by policy</a:t>
            </a:r>
          </a:p>
          <a:p>
            <a:pPr lvl="1">
              <a:buClr>
                <a:srgbClr val="0A8276"/>
              </a:buClr>
              <a:buFont typeface="Wingdings" panose="05000000000000000000" pitchFamily="2" charset="2"/>
              <a:buChar char="§"/>
            </a:pPr>
            <a:endParaRPr lang="en-US" sz="1800" dirty="0"/>
          </a:p>
          <a:p>
            <a:pPr>
              <a:buClr>
                <a:srgbClr val="0A8276"/>
              </a:buClr>
              <a:buFont typeface="Wingdings" panose="05000000000000000000" pitchFamily="2" charset="2"/>
              <a:buChar char="q"/>
            </a:pPr>
            <a:r>
              <a:rPr lang="en-US" sz="1800" dirty="0"/>
              <a:t> </a:t>
            </a:r>
            <a:r>
              <a:rPr lang="en-US" sz="1800" dirty="0">
                <a:solidFill>
                  <a:srgbClr val="0A8276"/>
                </a:solidFill>
              </a:rPr>
              <a:t>RMA</a:t>
            </a:r>
          </a:p>
          <a:p>
            <a:pPr lvl="1">
              <a:buClr>
                <a:srgbClr val="0A8276"/>
              </a:buClr>
              <a:buFont typeface="Wingdings" panose="05000000000000000000" pitchFamily="2" charset="2"/>
              <a:buChar char="§"/>
            </a:pPr>
            <a:r>
              <a:rPr lang="en-US" sz="1800" dirty="0"/>
              <a:t>Transition from Development or Production</a:t>
            </a:r>
          </a:p>
          <a:p>
            <a:pPr lvl="1">
              <a:buClr>
                <a:srgbClr val="0A8276"/>
              </a:buClr>
              <a:buFont typeface="Wingdings" panose="05000000000000000000" pitchFamily="2" charset="2"/>
              <a:buChar char="§"/>
            </a:pPr>
            <a:r>
              <a:rPr lang="en-US" sz="1800" dirty="0"/>
              <a:t>Performed by Infineon signed SE Service Application</a:t>
            </a:r>
          </a:p>
          <a:p>
            <a:pPr lvl="1">
              <a:buClr>
                <a:srgbClr val="0A8276"/>
              </a:buClr>
              <a:buFont typeface="Wingdings" panose="05000000000000000000" pitchFamily="2" charset="2"/>
              <a:buChar char="§"/>
            </a:pPr>
            <a:r>
              <a:rPr lang="en-US" sz="1800" dirty="0"/>
              <a:t>Devices in RMA mode can be shipped to Infineon for field failure analysis</a:t>
            </a:r>
          </a:p>
        </p:txBody>
      </p:sp>
      <p:sp>
        <p:nvSpPr>
          <p:cNvPr id="5" name="Title 4">
            <a:extLst>
              <a:ext uri="{FF2B5EF4-FFF2-40B4-BE49-F238E27FC236}">
                <a16:creationId xmlns:a16="http://schemas.microsoft.com/office/drawing/2014/main" id="{7871215B-44F0-4111-A15A-72E6570D37F5}"/>
              </a:ext>
            </a:extLst>
          </p:cNvPr>
          <p:cNvSpPr>
            <a:spLocks noGrp="1"/>
          </p:cNvSpPr>
          <p:nvPr>
            <p:ph type="title" hasCustomPrompt="1"/>
          </p:nvPr>
        </p:nvSpPr>
        <p:spPr/>
        <p:txBody>
          <a:bodyPr/>
          <a:lstStyle/>
          <a:p>
            <a:r>
              <a:rPr>
                <a:solidFill>
                  <a:srgbClr val="0A8276"/>
                </a:solidFill>
              </a:rPr>
              <a:t>Device lifecycle and provisioning</a:t>
            </a:r>
          </a:p>
        </p:txBody>
      </p:sp>
      <p:pic>
        <p:nvPicPr>
          <p:cNvPr id="6" name="Picture 5">
            <a:extLst>
              <a:ext uri="{FF2B5EF4-FFF2-40B4-BE49-F238E27FC236}">
                <a16:creationId xmlns:a16="http://schemas.microsoft.com/office/drawing/2014/main" id="{609E2397-A822-417C-AA0D-1FAFF75BEF48}"/>
              </a:ext>
            </a:extLst>
          </p:cNvPr>
          <p:cNvPicPr>
            <a:picLocks noChangeAspect="1"/>
          </p:cNvPicPr>
          <p:nvPr/>
        </p:nvPicPr>
        <p:blipFill>
          <a:blip r:embed="rId3"/>
          <a:stretch>
            <a:fillRect/>
          </a:stretch>
        </p:blipFill>
        <p:spPr>
          <a:xfrm>
            <a:off x="7625768" y="1484784"/>
            <a:ext cx="4221480" cy="3444240"/>
          </a:xfrm>
          <a:prstGeom prst="rect">
            <a:avLst/>
          </a:prstGeom>
        </p:spPr>
      </p:pic>
    </p:spTree>
    <p:extLst>
      <p:ext uri="{BB962C8B-B14F-4D97-AF65-F5344CB8AC3E}">
        <p14:creationId xmlns:p14="http://schemas.microsoft.com/office/powerpoint/2010/main" val="1332935120"/>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89C498-86A8-43F2-9A90-18D4684F7A48}"/>
              </a:ext>
            </a:extLst>
          </p:cNvPr>
          <p:cNvSpPr>
            <a:spLocks noGrp="1"/>
          </p:cNvSpPr>
          <p:nvPr>
            <p:ph type="title" hasCustomPrompt="1"/>
          </p:nvPr>
        </p:nvSpPr>
        <p:spPr/>
        <p:txBody>
          <a:bodyPr/>
          <a:lstStyle/>
          <a:p>
            <a:r>
              <a:t>Edge Protect Configurator </a:t>
            </a:r>
          </a:p>
        </p:txBody>
      </p:sp>
      <p:pic>
        <p:nvPicPr>
          <p:cNvPr id="2" name="Picture 1">
            <a:extLst>
              <a:ext uri="{FF2B5EF4-FFF2-40B4-BE49-F238E27FC236}">
                <a16:creationId xmlns:a16="http://schemas.microsoft.com/office/drawing/2014/main" id="{B175BA28-4EEE-45CE-B2E8-3F7F39792D83}"/>
              </a:ext>
            </a:extLst>
          </p:cNvPr>
          <p:cNvPicPr>
            <a:picLocks noChangeAspect="1"/>
          </p:cNvPicPr>
          <p:nvPr/>
        </p:nvPicPr>
        <p:blipFill>
          <a:blip r:embed="rId3"/>
          <a:stretch>
            <a:fillRect/>
          </a:stretch>
        </p:blipFill>
        <p:spPr>
          <a:xfrm>
            <a:off x="1832148" y="1052736"/>
            <a:ext cx="8872364" cy="5354918"/>
          </a:xfrm>
          <a:prstGeom prst="rect">
            <a:avLst/>
          </a:prstGeom>
        </p:spPr>
      </p:pic>
    </p:spTree>
    <p:extLst>
      <p:ext uri="{BB962C8B-B14F-4D97-AF65-F5344CB8AC3E}">
        <p14:creationId xmlns:p14="http://schemas.microsoft.com/office/powerpoint/2010/main" val="1036665550"/>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58646B-0312-871A-A5EC-7F865179F889}"/>
              </a:ext>
            </a:extLst>
          </p:cNvPr>
          <p:cNvSpPr>
            <a:spLocks noGrp="1"/>
          </p:cNvSpPr>
          <p:nvPr>
            <p:ph sz="quarter" idx="13" hasCustomPrompt="1"/>
          </p:nvPr>
        </p:nvSpPr>
        <p:spPr/>
        <p:txBody>
          <a:bodyPr/>
          <a:lstStyle/>
          <a:p>
            <a:pPr>
              <a:lnSpc>
                <a:spcPct val="100000"/>
              </a:lnSpc>
              <a:spcAft>
                <a:spcPts val="600"/>
              </a:spcAft>
            </a:pPr>
            <a:r>
              <a:t>Peripheral Driver Library (PDL)</a:t>
            </a:r>
          </a:p>
          <a:p>
            <a:pPr lvl="1">
              <a:lnSpc>
                <a:spcPct val="100000"/>
              </a:lnSpc>
              <a:spcAft>
                <a:spcPts val="600"/>
              </a:spcAft>
              <a:buFont typeface="Wingdings" panose="05000000000000000000" pitchFamily="2" charset="2"/>
              <a:buChar char="Ø"/>
            </a:pPr>
            <a:r>
              <a:t>Set of low-level APIs</a:t>
            </a:r>
          </a:p>
          <a:p>
            <a:pPr lvl="1">
              <a:lnSpc>
                <a:spcPct val="100000"/>
              </a:lnSpc>
              <a:spcAft>
                <a:spcPts val="1200"/>
              </a:spcAft>
              <a:buFont typeface="Wingdings" panose="05000000000000000000" pitchFamily="2" charset="2"/>
              <a:buChar char="Ø"/>
            </a:pPr>
            <a:r>
              <a:t>Hardware specific so less portable</a:t>
            </a:r>
          </a:p>
        </p:txBody>
      </p:sp>
      <p:sp>
        <p:nvSpPr>
          <p:cNvPr id="3" name="Title 2">
            <a:extLst>
              <a:ext uri="{FF2B5EF4-FFF2-40B4-BE49-F238E27FC236}">
                <a16:creationId xmlns:a16="http://schemas.microsoft.com/office/drawing/2014/main" id="{002FB76F-CB34-AE22-1595-2F4C0C63153B}"/>
              </a:ext>
            </a:extLst>
          </p:cNvPr>
          <p:cNvSpPr>
            <a:spLocks noGrp="1"/>
          </p:cNvSpPr>
          <p:nvPr>
            <p:ph type="title" hasCustomPrompt="1"/>
          </p:nvPr>
        </p:nvSpPr>
        <p:spPr/>
        <p:txBody>
          <a:bodyPr/>
          <a:lstStyle/>
          <a:p>
            <a:r>
              <a:t>Firmware/application development : Software Resources</a:t>
            </a:r>
          </a:p>
        </p:txBody>
      </p:sp>
      <p:pic>
        <p:nvPicPr>
          <p:cNvPr id="8" name="Content Placeholder 14">
            <a:extLst>
              <a:ext uri="{FF2B5EF4-FFF2-40B4-BE49-F238E27FC236}">
                <a16:creationId xmlns:a16="http://schemas.microsoft.com/office/drawing/2014/main" id="{330E6802-104E-4623-98DC-2AB86EB8DA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5760" y="1092363"/>
            <a:ext cx="7897211" cy="5113337"/>
          </a:xfrm>
          <a:prstGeom prst="rect">
            <a:avLst/>
          </a:prstGeom>
        </p:spPr>
      </p:pic>
      <p:cxnSp>
        <p:nvCxnSpPr>
          <p:cNvPr id="14" name="Straight Arrow Connector 13">
            <a:extLst>
              <a:ext uri="{FF2B5EF4-FFF2-40B4-BE49-F238E27FC236}">
                <a16:creationId xmlns:a16="http://schemas.microsoft.com/office/drawing/2014/main" id="{F4212D41-0F77-4A89-BC98-88F11E1E62B3}"/>
              </a:ext>
            </a:extLst>
          </p:cNvPr>
          <p:cNvCxnSpPr>
            <a:cxnSpLocks/>
          </p:cNvCxnSpPr>
          <p:nvPr/>
        </p:nvCxnSpPr>
        <p:spPr>
          <a:xfrm>
            <a:off x="1919536" y="5936171"/>
            <a:ext cx="1872208"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49928134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additive="base">
                                        <p:cTn id="11"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 calcmode="lin" valueType="num">
                                      <p:cBhvr additive="base">
                                        <p:cTn id="15"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
                                            <p:txEl>
                                              <p:pRg st="1" end="1"/>
                                            </p:txEl>
                                          </p:spTgt>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0-#ppt_w/2"/>
                                          </p:val>
                                        </p:tav>
                                        <p:tav tm="100000">
                                          <p:val>
                                            <p:strVal val="#ppt_x"/>
                                          </p:val>
                                        </p:tav>
                                      </p:tavLst>
                                    </p:anim>
                                    <p:anim calcmode="lin" valueType="num">
                                      <p:cBhvr additive="base">
                                        <p:cTn id="24"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2FB76F-CB34-AE22-1595-2F4C0C63153B}"/>
              </a:ext>
            </a:extLst>
          </p:cNvPr>
          <p:cNvSpPr>
            <a:spLocks noGrp="1"/>
          </p:cNvSpPr>
          <p:nvPr>
            <p:ph type="title" hasCustomPrompt="1"/>
          </p:nvPr>
        </p:nvSpPr>
        <p:spPr/>
        <p:txBody>
          <a:bodyPr/>
          <a:lstStyle/>
          <a:p>
            <a:r>
              <a:t>Firmware/application development : Software Resources</a:t>
            </a:r>
          </a:p>
        </p:txBody>
      </p:sp>
      <p:pic>
        <p:nvPicPr>
          <p:cNvPr id="6" name="Picture 5">
            <a:extLst>
              <a:ext uri="{FF2B5EF4-FFF2-40B4-BE49-F238E27FC236}">
                <a16:creationId xmlns:a16="http://schemas.microsoft.com/office/drawing/2014/main" id="{AD1E40D2-35E7-46BF-A039-C07B9DD466ED}"/>
              </a:ext>
            </a:extLst>
          </p:cNvPr>
          <p:cNvPicPr>
            <a:picLocks noChangeAspect="1"/>
          </p:cNvPicPr>
          <p:nvPr/>
        </p:nvPicPr>
        <p:blipFill>
          <a:blip r:embed="rId3"/>
          <a:stretch>
            <a:fillRect/>
          </a:stretch>
        </p:blipFill>
        <p:spPr>
          <a:xfrm>
            <a:off x="767408" y="1589916"/>
            <a:ext cx="10585176" cy="4532257"/>
          </a:xfrm>
          <a:prstGeom prst="rect">
            <a:avLst/>
          </a:prstGeom>
        </p:spPr>
      </p:pic>
      <p:sp>
        <p:nvSpPr>
          <p:cNvPr id="7" name="Rectangle 6">
            <a:extLst>
              <a:ext uri="{FF2B5EF4-FFF2-40B4-BE49-F238E27FC236}">
                <a16:creationId xmlns:a16="http://schemas.microsoft.com/office/drawing/2014/main" id="{D05357C6-721D-4893-BB26-0D9355359854}"/>
              </a:ext>
            </a:extLst>
          </p:cNvPr>
          <p:cNvSpPr/>
          <p:nvPr/>
        </p:nvSpPr>
        <p:spPr>
          <a:xfrm>
            <a:off x="335360" y="1066696"/>
            <a:ext cx="9217024" cy="400110"/>
          </a:xfrm>
          <a:prstGeom prst="rect">
            <a:avLst/>
          </a:prstGeom>
        </p:spPr>
        <p:txBody>
          <a:bodyPr wrap="square">
            <a:spAutoFit/>
          </a:bodyPr>
          <a:lstStyle/>
          <a:p>
            <a:r>
              <a:rPr lang="en-US" sz="2000">
                <a:hlinkClick r:id="rId4"/>
              </a:rPr>
              <a:t>https://infineon.github.io/mtb-pdl-cat1/pdl_api_reference_manual/html/index.html</a:t>
            </a:r>
            <a:r>
              <a:rPr lang="en-US" sz="2000"/>
              <a:t> </a:t>
            </a:r>
            <a:endParaRPr lang="en-US" sz="2000" dirty="0"/>
          </a:p>
        </p:txBody>
      </p:sp>
      <p:sp>
        <p:nvSpPr>
          <p:cNvPr id="10" name="Rectangle 9">
            <a:extLst>
              <a:ext uri="{FF2B5EF4-FFF2-40B4-BE49-F238E27FC236}">
                <a16:creationId xmlns:a16="http://schemas.microsoft.com/office/drawing/2014/main" id="{FF151FF6-00A3-434B-8BEA-1AA38CC02E27}"/>
              </a:ext>
            </a:extLst>
          </p:cNvPr>
          <p:cNvSpPr/>
          <p:nvPr/>
        </p:nvSpPr>
        <p:spPr bwMode="auto">
          <a:xfrm>
            <a:off x="366814" y="1031830"/>
            <a:ext cx="9217023" cy="43497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67858349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58646B-0312-871A-A5EC-7F865179F889}"/>
              </a:ext>
            </a:extLst>
          </p:cNvPr>
          <p:cNvSpPr>
            <a:spLocks noGrp="1"/>
          </p:cNvSpPr>
          <p:nvPr>
            <p:ph sz="quarter" idx="13" hasCustomPrompt="1"/>
          </p:nvPr>
        </p:nvSpPr>
        <p:spPr/>
        <p:txBody>
          <a:bodyPr/>
          <a:lstStyle/>
          <a:p>
            <a:pPr>
              <a:lnSpc>
                <a:spcPct val="100000"/>
              </a:lnSpc>
              <a:spcAft>
                <a:spcPts val="600"/>
              </a:spcAft>
            </a:pPr>
            <a:r>
              <a:t>Hardware Abstraction Layer (HAL)</a:t>
            </a:r>
          </a:p>
          <a:p>
            <a:pPr lvl="1">
              <a:lnSpc>
                <a:spcPct val="100000"/>
              </a:lnSpc>
              <a:spcAft>
                <a:spcPts val="600"/>
              </a:spcAft>
              <a:buFont typeface="Wingdings" panose="05000000000000000000" pitchFamily="2" charset="2"/>
              <a:buChar char="Ø"/>
            </a:pPr>
            <a:r>
              <a:t>High-level APIs built on top of PDL</a:t>
            </a:r>
          </a:p>
          <a:p>
            <a:pPr lvl="1">
              <a:lnSpc>
                <a:spcPct val="100000"/>
              </a:lnSpc>
              <a:spcAft>
                <a:spcPts val="600"/>
              </a:spcAft>
              <a:buFont typeface="Wingdings" panose="05000000000000000000" pitchFamily="2" charset="2"/>
              <a:buChar char="Ø"/>
            </a:pPr>
            <a:r>
              <a:t>Hardware generic, so more portable</a:t>
            </a:r>
          </a:p>
          <a:p>
            <a:pPr lvl="1">
              <a:lnSpc>
                <a:spcPct val="100000"/>
              </a:lnSpc>
              <a:spcAft>
                <a:spcPts val="400"/>
              </a:spcAft>
              <a:buFont typeface="Wingdings" panose="05000000000000000000" pitchFamily="2" charset="2"/>
              <a:buChar char="Ø"/>
            </a:pPr>
            <a:r>
              <a:t>HAL is useful for:</a:t>
            </a:r>
          </a:p>
          <a:p>
            <a:pPr lvl="2">
              <a:lnSpc>
                <a:spcPct val="100000"/>
              </a:lnSpc>
              <a:spcAft>
                <a:spcPts val="400"/>
              </a:spcAft>
              <a:buFont typeface="Arial" panose="020B0604020202020204" pitchFamily="34" charset="0"/>
              <a:buChar char="•"/>
            </a:pPr>
            <a:r>
              <a:rPr>
                <a:effectLst/>
                <a:latin typeface="+mj-lt"/>
              </a:rPr>
              <a:t>Changing pin assignments for peripherals in</a:t>
            </a:r>
            <a:br>
              <a:rPr>
                <a:effectLst/>
                <a:latin typeface="+mj-lt"/>
              </a:rPr>
            </a:br>
            <a:r>
              <a:rPr>
                <a:effectLst/>
                <a:latin typeface="+mj-lt"/>
              </a:rPr>
              <a:t>the same MCU</a:t>
            </a:r>
          </a:p>
          <a:p>
            <a:pPr lvl="2">
              <a:lnSpc>
                <a:spcPct val="100000"/>
              </a:lnSpc>
              <a:spcAft>
                <a:spcPts val="400"/>
              </a:spcAft>
              <a:buFont typeface="Arial" panose="020B0604020202020204" pitchFamily="34" charset="0"/>
              <a:buChar char="•"/>
            </a:pPr>
            <a:r>
              <a:rPr>
                <a:effectLst/>
                <a:latin typeface="+mj-lt"/>
              </a:rPr>
              <a:t>Porting to another MCU in the same</a:t>
            </a:r>
            <a:br>
              <a:rPr>
                <a:effectLst/>
                <a:latin typeface="+mj-lt"/>
              </a:rPr>
            </a:br>
            <a:r>
              <a:rPr>
                <a:effectLst/>
                <a:latin typeface="+mj-lt"/>
              </a:rPr>
              <a:t>produc</a:t>
            </a:r>
            <a:r>
              <a:rPr>
                <a:latin typeface="+mj-lt"/>
              </a:rPr>
              <a:t>t line</a:t>
            </a:r>
            <a:endParaRPr lang="en-US" sz="1800" dirty="0">
              <a:effectLst/>
              <a:latin typeface="+mj-lt"/>
            </a:endParaRPr>
          </a:p>
          <a:p>
            <a:pPr lvl="2">
              <a:lnSpc>
                <a:spcPct val="100000"/>
              </a:lnSpc>
              <a:spcAft>
                <a:spcPts val="1200"/>
              </a:spcAft>
              <a:buFont typeface="Arial" panose="020B0604020202020204" pitchFamily="34" charset="0"/>
              <a:buChar char="•"/>
            </a:pPr>
            <a:r>
              <a:rPr>
                <a:effectLst/>
                <a:latin typeface="+mj-lt"/>
              </a:rPr>
              <a:t>Porting to another MCU in a different</a:t>
            </a:r>
            <a:br>
              <a:rPr>
                <a:effectLst/>
                <a:latin typeface="+mj-lt"/>
              </a:rPr>
            </a:br>
            <a:r>
              <a:rPr>
                <a:effectLst/>
                <a:latin typeface="+mj-lt"/>
              </a:rPr>
              <a:t>product line</a:t>
            </a:r>
            <a:endParaRPr lang="en-US" sz="1800" dirty="0">
              <a:latin typeface="+mj-lt"/>
            </a:endParaRPr>
          </a:p>
        </p:txBody>
      </p:sp>
      <p:sp>
        <p:nvSpPr>
          <p:cNvPr id="3" name="Title 2">
            <a:extLst>
              <a:ext uri="{FF2B5EF4-FFF2-40B4-BE49-F238E27FC236}">
                <a16:creationId xmlns:a16="http://schemas.microsoft.com/office/drawing/2014/main" id="{002FB76F-CB34-AE22-1595-2F4C0C63153B}"/>
              </a:ext>
            </a:extLst>
          </p:cNvPr>
          <p:cNvSpPr>
            <a:spLocks noGrp="1"/>
          </p:cNvSpPr>
          <p:nvPr>
            <p:ph type="title" hasCustomPrompt="1"/>
          </p:nvPr>
        </p:nvSpPr>
        <p:spPr/>
        <p:txBody>
          <a:bodyPr/>
          <a:lstStyle/>
          <a:p>
            <a:r>
              <a:t>Firmware/application development : Software Resources</a:t>
            </a:r>
          </a:p>
        </p:txBody>
      </p:sp>
      <p:pic>
        <p:nvPicPr>
          <p:cNvPr id="8" name="Content Placeholder 14">
            <a:extLst>
              <a:ext uri="{FF2B5EF4-FFF2-40B4-BE49-F238E27FC236}">
                <a16:creationId xmlns:a16="http://schemas.microsoft.com/office/drawing/2014/main" id="{330E6802-104E-4623-98DC-2AB86EB8DA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3872" y="1092363"/>
            <a:ext cx="6889099" cy="5113337"/>
          </a:xfrm>
          <a:prstGeom prst="rect">
            <a:avLst/>
          </a:prstGeom>
        </p:spPr>
      </p:pic>
      <p:cxnSp>
        <p:nvCxnSpPr>
          <p:cNvPr id="18" name="Straight Arrow Connector 17">
            <a:extLst>
              <a:ext uri="{FF2B5EF4-FFF2-40B4-BE49-F238E27FC236}">
                <a16:creationId xmlns:a16="http://schemas.microsoft.com/office/drawing/2014/main" id="{0CB2796D-0CB8-4526-8F6C-5E8B80E1DF40}"/>
              </a:ext>
            </a:extLst>
          </p:cNvPr>
          <p:cNvCxnSpPr>
            <a:cxnSpLocks/>
          </p:cNvCxnSpPr>
          <p:nvPr/>
        </p:nvCxnSpPr>
        <p:spPr>
          <a:xfrm>
            <a:off x="3071664" y="5517232"/>
            <a:ext cx="1872208"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64021831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additive="base">
                                        <p:cTn id="11"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 calcmode="lin" valueType="num">
                                      <p:cBhvr additive="base">
                                        <p:cTn id="15"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
                                            <p:txEl>
                                              <p:pRg st="1" end="1"/>
                                            </p:txEl>
                                          </p:spTgt>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 calcmode="lin" valueType="num">
                                      <p:cBhvr additive="base">
                                        <p:cTn id="23"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2">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 calcmode="lin" valueType="num">
                                      <p:cBhvr additive="base">
                                        <p:cTn id="27"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2">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 calcmode="lin" valueType="num">
                                      <p:cBhvr additive="base">
                                        <p:cTn id="35" dur="500" fill="hold"/>
                                        <p:tgtEl>
                                          <p:spTgt spid="2">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0-#ppt_w/2"/>
                                          </p:val>
                                        </p:tav>
                                        <p:tav tm="100000">
                                          <p:val>
                                            <p:strVal val="#ppt_x"/>
                                          </p:val>
                                        </p:tav>
                                      </p:tavLst>
                                    </p:anim>
                                    <p:anim calcmode="lin" valueType="num">
                                      <p:cBhvr additive="base">
                                        <p:cTn id="40"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2FB76F-CB34-AE22-1595-2F4C0C63153B}"/>
              </a:ext>
            </a:extLst>
          </p:cNvPr>
          <p:cNvSpPr>
            <a:spLocks noGrp="1"/>
          </p:cNvSpPr>
          <p:nvPr>
            <p:ph type="title" hasCustomPrompt="1"/>
          </p:nvPr>
        </p:nvSpPr>
        <p:spPr/>
        <p:txBody>
          <a:bodyPr/>
          <a:lstStyle/>
          <a:p>
            <a:r>
              <a:t>Firmware/application development : Software Resources</a:t>
            </a:r>
          </a:p>
        </p:txBody>
      </p:sp>
      <p:sp>
        <p:nvSpPr>
          <p:cNvPr id="7" name="Rectangle 6">
            <a:extLst>
              <a:ext uri="{FF2B5EF4-FFF2-40B4-BE49-F238E27FC236}">
                <a16:creationId xmlns:a16="http://schemas.microsoft.com/office/drawing/2014/main" id="{D05357C6-721D-4893-BB26-0D9355359854}"/>
              </a:ext>
            </a:extLst>
          </p:cNvPr>
          <p:cNvSpPr/>
          <p:nvPr/>
        </p:nvSpPr>
        <p:spPr>
          <a:xfrm>
            <a:off x="335360" y="1066696"/>
            <a:ext cx="9217024" cy="400110"/>
          </a:xfrm>
          <a:prstGeom prst="rect">
            <a:avLst/>
          </a:prstGeom>
        </p:spPr>
        <p:txBody>
          <a:bodyPr wrap="square">
            <a:spAutoFit/>
          </a:bodyPr>
          <a:lstStyle/>
          <a:p>
            <a:r>
              <a:rPr lang="en-US" sz="2000">
                <a:hlinkClick r:id="rId3"/>
              </a:rPr>
              <a:t>https://infineon.github.io/mtb-hal-cat1/html/index.html</a:t>
            </a:r>
            <a:r>
              <a:rPr lang="en-US" sz="2000"/>
              <a:t> </a:t>
            </a:r>
            <a:endParaRPr lang="en-US" sz="2000" dirty="0"/>
          </a:p>
        </p:txBody>
      </p:sp>
      <p:pic>
        <p:nvPicPr>
          <p:cNvPr id="2" name="Picture 1">
            <a:extLst>
              <a:ext uri="{FF2B5EF4-FFF2-40B4-BE49-F238E27FC236}">
                <a16:creationId xmlns:a16="http://schemas.microsoft.com/office/drawing/2014/main" id="{80E9C534-78A8-4AC0-9876-2B5E6C0A6496}"/>
              </a:ext>
            </a:extLst>
          </p:cNvPr>
          <p:cNvPicPr>
            <a:picLocks noChangeAspect="1"/>
          </p:cNvPicPr>
          <p:nvPr/>
        </p:nvPicPr>
        <p:blipFill>
          <a:blip r:embed="rId4"/>
          <a:stretch>
            <a:fillRect/>
          </a:stretch>
        </p:blipFill>
        <p:spPr>
          <a:xfrm>
            <a:off x="479376" y="1624782"/>
            <a:ext cx="11089232" cy="4612530"/>
          </a:xfrm>
          <a:prstGeom prst="rect">
            <a:avLst/>
          </a:prstGeom>
        </p:spPr>
      </p:pic>
      <p:sp>
        <p:nvSpPr>
          <p:cNvPr id="8" name="Rectangle 7">
            <a:extLst>
              <a:ext uri="{FF2B5EF4-FFF2-40B4-BE49-F238E27FC236}">
                <a16:creationId xmlns:a16="http://schemas.microsoft.com/office/drawing/2014/main" id="{9E2FE962-D2C0-41E2-9C1F-7EBEB1F6D3CA}"/>
              </a:ext>
            </a:extLst>
          </p:cNvPr>
          <p:cNvSpPr/>
          <p:nvPr/>
        </p:nvSpPr>
        <p:spPr bwMode="auto">
          <a:xfrm>
            <a:off x="366815" y="1031830"/>
            <a:ext cx="6161234" cy="43497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80833008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58646B-0312-871A-A5EC-7F865179F889}"/>
              </a:ext>
            </a:extLst>
          </p:cNvPr>
          <p:cNvSpPr>
            <a:spLocks noGrp="1"/>
          </p:cNvSpPr>
          <p:nvPr>
            <p:ph sz="quarter" idx="13" hasCustomPrompt="1"/>
          </p:nvPr>
        </p:nvSpPr>
        <p:spPr/>
        <p:txBody>
          <a:bodyPr/>
          <a:lstStyle/>
          <a:p>
            <a:pPr>
              <a:lnSpc>
                <a:spcPct val="100000"/>
              </a:lnSpc>
            </a:pPr>
            <a:r>
              <a:t>Applications </a:t>
            </a:r>
          </a:p>
          <a:p>
            <a:pPr lvl="1">
              <a:lnSpc>
                <a:spcPct val="100000"/>
              </a:lnSpc>
              <a:buFont typeface="Wingdings" panose="05000000000000000000" pitchFamily="2" charset="2"/>
              <a:buChar char="Ø"/>
            </a:pPr>
            <a:r>
              <a:t>Code examples </a:t>
            </a:r>
          </a:p>
          <a:p>
            <a:pPr lvl="1">
              <a:lnSpc>
                <a:spcPct val="100000"/>
              </a:lnSpc>
              <a:spcAft>
                <a:spcPts val="1200"/>
              </a:spcAft>
              <a:buFont typeface="Wingdings" panose="05000000000000000000" pitchFamily="2" charset="2"/>
              <a:buChar char="Ø"/>
            </a:pPr>
            <a:r>
              <a:t>Reference Designs</a:t>
            </a:r>
          </a:p>
          <a:p>
            <a:pPr lvl="1">
              <a:lnSpc>
                <a:spcPct val="100000"/>
              </a:lnSpc>
              <a:spcAft>
                <a:spcPts val="1200"/>
              </a:spcAft>
              <a:buNone/>
            </a:pPr>
            <a:endParaRPr lang="en-US" dirty="0">
              <a:solidFill>
                <a:srgbClr val="FF0000"/>
              </a:solidFill>
            </a:endParaRPr>
          </a:p>
          <a:p>
            <a:pPr lvl="1">
              <a:lnSpc>
                <a:spcPct val="100000"/>
              </a:lnSpc>
              <a:spcAft>
                <a:spcPts val="1200"/>
              </a:spcAft>
              <a:buFont typeface="Wingdings" panose="05000000000000000000" pitchFamily="2" charset="2"/>
              <a:buChar char="Ø"/>
            </a:pPr>
            <a:endParaRPr lang="en-US" dirty="0"/>
          </a:p>
          <a:p>
            <a:pPr>
              <a:lnSpc>
                <a:spcPct val="100000"/>
              </a:lnSpc>
              <a:spcAft>
                <a:spcPts val="1200"/>
              </a:spcAft>
              <a:buFont typeface="Wingdings" panose="05000000000000000000" pitchFamily="2" charset="2"/>
              <a:buChar char="Ø"/>
            </a:pPr>
            <a:r>
              <a:t>Middleware Libraries</a:t>
            </a:r>
          </a:p>
          <a:p>
            <a:pPr lvl="1">
              <a:lnSpc>
                <a:spcPct val="100000"/>
              </a:lnSpc>
              <a:spcAft>
                <a:spcPts val="1200"/>
              </a:spcAft>
              <a:buFont typeface="Wingdings" panose="05000000000000000000" pitchFamily="2" charset="2"/>
              <a:buChar char="Ø"/>
            </a:pPr>
            <a:endParaRPr lang="en-US" dirty="0"/>
          </a:p>
        </p:txBody>
      </p:sp>
      <p:sp>
        <p:nvSpPr>
          <p:cNvPr id="3" name="Title 2">
            <a:extLst>
              <a:ext uri="{FF2B5EF4-FFF2-40B4-BE49-F238E27FC236}">
                <a16:creationId xmlns:a16="http://schemas.microsoft.com/office/drawing/2014/main" id="{002FB76F-CB34-AE22-1595-2F4C0C63153B}"/>
              </a:ext>
            </a:extLst>
          </p:cNvPr>
          <p:cNvSpPr>
            <a:spLocks noGrp="1"/>
          </p:cNvSpPr>
          <p:nvPr>
            <p:ph type="title" hasCustomPrompt="1"/>
          </p:nvPr>
        </p:nvSpPr>
        <p:spPr/>
        <p:txBody>
          <a:bodyPr/>
          <a:lstStyle/>
          <a:p>
            <a:r>
              <a:t>Firmware/application development :Software Resources</a:t>
            </a:r>
          </a:p>
        </p:txBody>
      </p:sp>
      <p:pic>
        <p:nvPicPr>
          <p:cNvPr id="8" name="Content Placeholder 14">
            <a:extLst>
              <a:ext uri="{FF2B5EF4-FFF2-40B4-BE49-F238E27FC236}">
                <a16:creationId xmlns:a16="http://schemas.microsoft.com/office/drawing/2014/main" id="{330E6802-104E-4623-98DC-2AB86EB8DA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3872" y="1092363"/>
            <a:ext cx="6889099" cy="5113337"/>
          </a:xfrm>
          <a:prstGeom prst="rect">
            <a:avLst/>
          </a:prstGeom>
        </p:spPr>
      </p:pic>
      <p:cxnSp>
        <p:nvCxnSpPr>
          <p:cNvPr id="18" name="Straight Arrow Connector 17">
            <a:extLst>
              <a:ext uri="{FF2B5EF4-FFF2-40B4-BE49-F238E27FC236}">
                <a16:creationId xmlns:a16="http://schemas.microsoft.com/office/drawing/2014/main" id="{0CB2796D-0CB8-4526-8F6C-5E8B80E1DF40}"/>
              </a:ext>
            </a:extLst>
          </p:cNvPr>
          <p:cNvCxnSpPr>
            <a:cxnSpLocks/>
          </p:cNvCxnSpPr>
          <p:nvPr/>
        </p:nvCxnSpPr>
        <p:spPr>
          <a:xfrm>
            <a:off x="2783632" y="3140968"/>
            <a:ext cx="2160240"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5" name="Straight Arrow Connector 14">
            <a:extLst>
              <a:ext uri="{FF2B5EF4-FFF2-40B4-BE49-F238E27FC236}">
                <a16:creationId xmlns:a16="http://schemas.microsoft.com/office/drawing/2014/main" id="{4D054A2F-3801-4AC0-92C0-524084E8EDAE}"/>
              </a:ext>
            </a:extLst>
          </p:cNvPr>
          <p:cNvCxnSpPr>
            <a:cxnSpLocks/>
          </p:cNvCxnSpPr>
          <p:nvPr/>
        </p:nvCxnSpPr>
        <p:spPr>
          <a:xfrm>
            <a:off x="2241900" y="1556792"/>
            <a:ext cx="2661085" cy="569714"/>
          </a:xfrm>
          <a:prstGeom prst="bentConnector3">
            <a:avLst>
              <a:gd name="adj1" fmla="val 50000"/>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415691340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additive="base">
                                        <p:cTn id="11"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 calcmode="lin" valueType="num">
                                      <p:cBhvr additive="base">
                                        <p:cTn id="15"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
                                            <p:txEl>
                                              <p:pRg st="1" end="1"/>
                                            </p:txEl>
                                          </p:spTgt>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0-#ppt_w/2"/>
                                          </p:val>
                                        </p:tav>
                                        <p:tav tm="100000">
                                          <p:val>
                                            <p:strVal val="#ppt_x"/>
                                          </p:val>
                                        </p:tav>
                                      </p:tavLst>
                                    </p:anim>
                                    <p:anim calcmode="lin" valueType="num">
                                      <p:cBhvr additive="base">
                                        <p:cTn id="2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 calcmode="lin" valueType="num">
                                      <p:cBhvr additive="base">
                                        <p:cTn id="29"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0-#ppt_w/2"/>
                                          </p:val>
                                        </p:tav>
                                        <p:tav tm="100000">
                                          <p:val>
                                            <p:strVal val="#ppt_x"/>
                                          </p:val>
                                        </p:tav>
                                      </p:tavLst>
                                    </p:anim>
                                    <p:anim calcmode="lin" valueType="num">
                                      <p:cBhvr additive="base">
                                        <p:cTn id="34"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11BC4A-48FD-4A54-9E27-E913B98DDBA7}"/>
              </a:ext>
            </a:extLst>
          </p:cNvPr>
          <p:cNvSpPr>
            <a:spLocks noGrp="1"/>
          </p:cNvSpPr>
          <p:nvPr>
            <p:ph type="title" hasCustomPrompt="1"/>
          </p:nvPr>
        </p:nvSpPr>
        <p:spPr/>
        <p:txBody>
          <a:bodyPr/>
          <a:lstStyle/>
          <a:p>
            <a:br>
              <a:rPr/>
            </a:br>
            <a:br>
              <a:rPr/>
            </a:br>
            <a:r>
              <a:t>FreeRTOS support with ModusToolbox™</a:t>
            </a:r>
          </a:p>
        </p:txBody>
      </p:sp>
      <p:pic>
        <p:nvPicPr>
          <p:cNvPr id="8" name="Picture 7">
            <a:extLst>
              <a:ext uri="{FF2B5EF4-FFF2-40B4-BE49-F238E27FC236}">
                <a16:creationId xmlns:a16="http://schemas.microsoft.com/office/drawing/2014/main" id="{E7B8A67D-417F-4650-9F3A-8129639A8E2E}"/>
              </a:ext>
            </a:extLst>
          </p:cNvPr>
          <p:cNvPicPr>
            <a:picLocks noChangeAspect="1"/>
          </p:cNvPicPr>
          <p:nvPr/>
        </p:nvPicPr>
        <p:blipFill>
          <a:blip r:embed="rId3"/>
          <a:stretch>
            <a:fillRect/>
          </a:stretch>
        </p:blipFill>
        <p:spPr>
          <a:xfrm>
            <a:off x="335360" y="1236016"/>
            <a:ext cx="11305255" cy="5145312"/>
          </a:xfrm>
          <a:prstGeom prst="rect">
            <a:avLst/>
          </a:prstGeom>
        </p:spPr>
      </p:pic>
      <p:sp>
        <p:nvSpPr>
          <p:cNvPr id="9" name="Rectangle 8">
            <a:extLst>
              <a:ext uri="{FF2B5EF4-FFF2-40B4-BE49-F238E27FC236}">
                <a16:creationId xmlns:a16="http://schemas.microsoft.com/office/drawing/2014/main" id="{59F07130-7E38-4445-86BA-B3E8D54CB107}"/>
              </a:ext>
            </a:extLst>
          </p:cNvPr>
          <p:cNvSpPr/>
          <p:nvPr/>
        </p:nvSpPr>
        <p:spPr bwMode="auto">
          <a:xfrm>
            <a:off x="366815" y="4221088"/>
            <a:ext cx="1912762"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0" name="Rectangle 9">
            <a:extLst>
              <a:ext uri="{FF2B5EF4-FFF2-40B4-BE49-F238E27FC236}">
                <a16:creationId xmlns:a16="http://schemas.microsoft.com/office/drawing/2014/main" id="{5A490CCF-B560-4AB5-8FAC-CFB02E615E5E}"/>
              </a:ext>
            </a:extLst>
          </p:cNvPr>
          <p:cNvSpPr/>
          <p:nvPr/>
        </p:nvSpPr>
        <p:spPr bwMode="auto">
          <a:xfrm>
            <a:off x="3791745" y="4653136"/>
            <a:ext cx="864096"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1" name="Rectangle 10">
            <a:extLst>
              <a:ext uri="{FF2B5EF4-FFF2-40B4-BE49-F238E27FC236}">
                <a16:creationId xmlns:a16="http://schemas.microsoft.com/office/drawing/2014/main" id="{0D3AF73E-88FC-4F63-AE65-AE126EE24C0D}"/>
              </a:ext>
            </a:extLst>
          </p:cNvPr>
          <p:cNvSpPr/>
          <p:nvPr/>
        </p:nvSpPr>
        <p:spPr bwMode="auto">
          <a:xfrm>
            <a:off x="5788052" y="3808672"/>
            <a:ext cx="2098509"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2" name="Rectangle 11">
            <a:extLst>
              <a:ext uri="{FF2B5EF4-FFF2-40B4-BE49-F238E27FC236}">
                <a16:creationId xmlns:a16="http://schemas.microsoft.com/office/drawing/2014/main" id="{1EFA4E7E-7E9B-4DFB-8E67-C7A32CFAA446}"/>
              </a:ext>
            </a:extLst>
          </p:cNvPr>
          <p:cNvSpPr/>
          <p:nvPr/>
        </p:nvSpPr>
        <p:spPr bwMode="auto">
          <a:xfrm>
            <a:off x="9480376" y="5511815"/>
            <a:ext cx="730357" cy="14401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3" name="Rectangle 12">
            <a:extLst>
              <a:ext uri="{FF2B5EF4-FFF2-40B4-BE49-F238E27FC236}">
                <a16:creationId xmlns:a16="http://schemas.microsoft.com/office/drawing/2014/main" id="{DA18593A-A6A1-47E5-80F8-D41C39D6D7DF}"/>
              </a:ext>
            </a:extLst>
          </p:cNvPr>
          <p:cNvSpPr/>
          <p:nvPr/>
        </p:nvSpPr>
        <p:spPr bwMode="auto">
          <a:xfrm>
            <a:off x="10046163" y="6021288"/>
            <a:ext cx="730357" cy="199767"/>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192377308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9"/>
                                        </p:tgtEl>
                                        <p:attrNameLst>
                                          <p:attrName>style.visibility</p:attrName>
                                        </p:attrNameLst>
                                      </p:cBhvr>
                                      <p:to>
                                        <p:strVal val="hidden"/>
                                      </p:to>
                                    </p:set>
                                  </p:childTnLst>
                                </p:cTn>
                              </p:par>
                              <p:par>
                                <p:cTn id="12" presetID="21" presetClass="entr" presetSubtype="1"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heel(1)">
                                      <p:cBhvr>
                                        <p:cTn id="14" dur="20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par>
                                <p:cTn id="19" presetID="21" presetClass="entr" presetSubtype="1"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20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11"/>
                                        </p:tgtEl>
                                        <p:attrNameLst>
                                          <p:attrName>style.visibility</p:attrName>
                                        </p:attrNameLst>
                                      </p:cBhvr>
                                      <p:to>
                                        <p:strVal val="hidden"/>
                                      </p:to>
                                    </p:set>
                                  </p:childTnLst>
                                </p:cTn>
                              </p:par>
                              <p:par>
                                <p:cTn id="26" presetID="21" presetClass="entr" presetSubtype="1"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heel(1)">
                                      <p:cBhvr>
                                        <p:cTn id="28" dur="20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12"/>
                                        </p:tgtEl>
                                        <p:attrNameLst>
                                          <p:attrName>style.visibility</p:attrName>
                                        </p:attrNameLst>
                                      </p:cBhvr>
                                      <p:to>
                                        <p:strVal val="hidden"/>
                                      </p:to>
                                    </p:set>
                                  </p:childTnLst>
                                </p:cTn>
                              </p:par>
                              <p:par>
                                <p:cTn id="33" presetID="21" presetClass="entr" presetSubtype="1"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heel(1)">
                                      <p:cBhvr>
                                        <p:cTn id="35" dur="20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BAB0FF-00AE-4927-ADE7-2AEA4AA35691}"/>
              </a:ext>
            </a:extLst>
          </p:cNvPr>
          <p:cNvSpPr>
            <a:spLocks noGrp="1"/>
          </p:cNvSpPr>
          <p:nvPr>
            <p:ph type="title" hasCustomPrompt="1"/>
          </p:nvPr>
        </p:nvSpPr>
        <p:spPr/>
        <p:txBody>
          <a:bodyPr/>
          <a:lstStyle/>
          <a:p>
            <a:r>
              <a:t>PSOC™ Edge E84 MCU development kit – Top View </a:t>
            </a:r>
          </a:p>
        </p:txBody>
      </p:sp>
      <p:pic>
        <p:nvPicPr>
          <p:cNvPr id="5" name="Content Placeholder 6" descr="A blue circuit board with many small components&#10;&#10;Description automatically generated">
            <a:extLst>
              <a:ext uri="{FF2B5EF4-FFF2-40B4-BE49-F238E27FC236}">
                <a16:creationId xmlns:a16="http://schemas.microsoft.com/office/drawing/2014/main" id="{183C7081-139C-4D94-824D-1C338507BD16}"/>
              </a:ext>
            </a:extLst>
          </p:cNvPr>
          <p:cNvPicPr>
            <a:picLocks noGrp="1" noChangeAspect="1"/>
          </p:cNvPicPr>
          <p:nvPr>
            <p:ph sz="quarter" idx="13" hasCustomPrompt="1"/>
          </p:nvPr>
        </p:nvPicPr>
        <p:blipFill>
          <a:blip r:embed="rId3">
            <a:extLst>
              <a:ext uri="{28A0092B-C50C-407E-A947-70E740481C1C}">
                <a14:useLocalDpi xmlns:a14="http://schemas.microsoft.com/office/drawing/2010/main" val="0"/>
              </a:ext>
            </a:extLst>
          </a:blip>
          <a:stretch>
            <a:fillRect/>
          </a:stretch>
        </p:blipFill>
        <p:spPr/>
      </p:pic>
      <p:sp>
        <p:nvSpPr>
          <p:cNvPr id="6" name="Callout: Line with Accent Bar 5">
            <a:extLst>
              <a:ext uri="{FF2B5EF4-FFF2-40B4-BE49-F238E27FC236}">
                <a16:creationId xmlns:a16="http://schemas.microsoft.com/office/drawing/2014/main" id="{5F0D3F60-A52B-418C-A333-2F3ED7D0AB29}"/>
              </a:ext>
            </a:extLst>
          </p:cNvPr>
          <p:cNvSpPr/>
          <p:nvPr/>
        </p:nvSpPr>
        <p:spPr bwMode="auto">
          <a:xfrm flipH="1">
            <a:off x="1069738" y="1598554"/>
            <a:ext cx="982043" cy="201921"/>
          </a:xfrm>
          <a:prstGeom prst="accentCallout1">
            <a:avLst>
              <a:gd name="adj1" fmla="val 48512"/>
              <a:gd name="adj2" fmla="val 200"/>
              <a:gd name="adj3" fmla="val 158652"/>
              <a:gd name="adj4" fmla="val -48533"/>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KitProg USB </a:t>
            </a:r>
            <a:endParaRPr lang="en-US" sz="1000" dirty="0">
              <a:latin typeface="+mn-lt"/>
            </a:endParaRPr>
          </a:p>
        </p:txBody>
      </p:sp>
      <p:sp>
        <p:nvSpPr>
          <p:cNvPr id="7" name="Callout: Line with Accent Bar 6">
            <a:extLst>
              <a:ext uri="{FF2B5EF4-FFF2-40B4-BE49-F238E27FC236}">
                <a16:creationId xmlns:a16="http://schemas.microsoft.com/office/drawing/2014/main" id="{ADC24ADC-5DB7-42BC-AB72-59C15C264A46}"/>
              </a:ext>
            </a:extLst>
          </p:cNvPr>
          <p:cNvSpPr/>
          <p:nvPr/>
        </p:nvSpPr>
        <p:spPr bwMode="auto">
          <a:xfrm flipH="1">
            <a:off x="2703530" y="839146"/>
            <a:ext cx="1008112" cy="360039"/>
          </a:xfrm>
          <a:prstGeom prst="accentCallout1">
            <a:avLst>
              <a:gd name="adj1" fmla="val 48512"/>
              <a:gd name="adj2" fmla="val 200"/>
              <a:gd name="adj3" fmla="val 224198"/>
              <a:gd name="adj4" fmla="val -38173"/>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Ethernet RJ45; (DNI)</a:t>
            </a:r>
            <a:endParaRPr lang="en-US" sz="1000" dirty="0">
              <a:latin typeface="+mn-lt"/>
            </a:endParaRPr>
          </a:p>
        </p:txBody>
      </p:sp>
      <p:sp>
        <p:nvSpPr>
          <p:cNvPr id="8" name="Callout: Line with Accent Bar 7">
            <a:extLst>
              <a:ext uri="{FF2B5EF4-FFF2-40B4-BE49-F238E27FC236}">
                <a16:creationId xmlns:a16="http://schemas.microsoft.com/office/drawing/2014/main" id="{42B9DF47-545B-4E2A-947C-FF83E6768621}"/>
              </a:ext>
            </a:extLst>
          </p:cNvPr>
          <p:cNvSpPr/>
          <p:nvPr/>
        </p:nvSpPr>
        <p:spPr bwMode="auto">
          <a:xfrm flipH="1">
            <a:off x="4060572" y="925627"/>
            <a:ext cx="1153279" cy="224680"/>
          </a:xfrm>
          <a:prstGeom prst="accentCallout1">
            <a:avLst>
              <a:gd name="adj1" fmla="val 48512"/>
              <a:gd name="adj2" fmla="val 200"/>
              <a:gd name="adj3" fmla="val 889406"/>
              <a:gd name="adj4" fmla="val -90002"/>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M.2 Radio Socket</a:t>
            </a:r>
            <a:endParaRPr lang="en-US" sz="1000" dirty="0">
              <a:latin typeface="+mn-lt"/>
            </a:endParaRPr>
          </a:p>
        </p:txBody>
      </p:sp>
      <p:sp>
        <p:nvSpPr>
          <p:cNvPr id="9" name="Callout: Line with Accent Bar 8">
            <a:extLst>
              <a:ext uri="{FF2B5EF4-FFF2-40B4-BE49-F238E27FC236}">
                <a16:creationId xmlns:a16="http://schemas.microsoft.com/office/drawing/2014/main" id="{C9BEF024-1F92-43DA-8506-3C363932A0EA}"/>
              </a:ext>
            </a:extLst>
          </p:cNvPr>
          <p:cNvSpPr/>
          <p:nvPr/>
        </p:nvSpPr>
        <p:spPr bwMode="auto">
          <a:xfrm flipH="1">
            <a:off x="5260448" y="940304"/>
            <a:ext cx="722153" cy="175761"/>
          </a:xfrm>
          <a:prstGeom prst="accentCallout1">
            <a:avLst>
              <a:gd name="adj1" fmla="val 48512"/>
              <a:gd name="adj2" fmla="val 200"/>
              <a:gd name="adj3" fmla="val 902552"/>
              <a:gd name="adj4" fmla="val -156215"/>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I2S I/Os</a:t>
            </a:r>
            <a:br>
              <a:rPr lang="en-US" sz="1000">
                <a:latin typeface="+mn-lt"/>
              </a:rPr>
            </a:br>
            <a:r>
              <a:rPr lang="en-US" sz="1000">
                <a:latin typeface="+mn-lt"/>
              </a:rPr>
              <a:t>(DNI)</a:t>
            </a:r>
            <a:endParaRPr lang="en-US" sz="1000" dirty="0">
              <a:latin typeface="+mn-lt"/>
            </a:endParaRPr>
          </a:p>
        </p:txBody>
      </p:sp>
      <p:sp>
        <p:nvSpPr>
          <p:cNvPr id="10" name="Callout: Line with Accent Bar 9">
            <a:extLst>
              <a:ext uri="{FF2B5EF4-FFF2-40B4-BE49-F238E27FC236}">
                <a16:creationId xmlns:a16="http://schemas.microsoft.com/office/drawing/2014/main" id="{713B8C27-8E33-4171-8193-40251B4F45BE}"/>
              </a:ext>
            </a:extLst>
          </p:cNvPr>
          <p:cNvSpPr/>
          <p:nvPr/>
        </p:nvSpPr>
        <p:spPr bwMode="auto">
          <a:xfrm flipH="1">
            <a:off x="5930766" y="864715"/>
            <a:ext cx="1230266" cy="288379"/>
          </a:xfrm>
          <a:prstGeom prst="accentCallout1">
            <a:avLst>
              <a:gd name="adj1" fmla="val 48512"/>
              <a:gd name="adj2" fmla="val 200"/>
              <a:gd name="adj3" fmla="val 468566"/>
              <a:gd name="adj4" fmla="val -35991"/>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mikroBUS socket (Click); (DNI)</a:t>
            </a:r>
            <a:endParaRPr lang="en-US" sz="1000" dirty="0">
              <a:latin typeface="+mn-lt"/>
            </a:endParaRPr>
          </a:p>
        </p:txBody>
      </p:sp>
      <p:sp>
        <p:nvSpPr>
          <p:cNvPr id="11" name="Callout: Line with Accent Bar 10">
            <a:extLst>
              <a:ext uri="{FF2B5EF4-FFF2-40B4-BE49-F238E27FC236}">
                <a16:creationId xmlns:a16="http://schemas.microsoft.com/office/drawing/2014/main" id="{197CAB8F-15A9-4999-B55C-0E3DFAB81372}"/>
              </a:ext>
            </a:extLst>
          </p:cNvPr>
          <p:cNvSpPr/>
          <p:nvPr/>
        </p:nvSpPr>
        <p:spPr bwMode="auto">
          <a:xfrm flipH="1">
            <a:off x="971661" y="1225687"/>
            <a:ext cx="1080120" cy="201921"/>
          </a:xfrm>
          <a:prstGeom prst="accentCallout1">
            <a:avLst>
              <a:gd name="adj1" fmla="val 48512"/>
              <a:gd name="adj2" fmla="val 200"/>
              <a:gd name="adj3" fmla="val 413312"/>
              <a:gd name="adj4" fmla="val -106642"/>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KitProg (P5LP)</a:t>
            </a:r>
            <a:endParaRPr lang="en-US" sz="1000" dirty="0">
              <a:latin typeface="+mn-lt"/>
            </a:endParaRPr>
          </a:p>
        </p:txBody>
      </p:sp>
      <p:sp>
        <p:nvSpPr>
          <p:cNvPr id="12" name="Callout: Line with Accent Bar 11">
            <a:extLst>
              <a:ext uri="{FF2B5EF4-FFF2-40B4-BE49-F238E27FC236}">
                <a16:creationId xmlns:a16="http://schemas.microsoft.com/office/drawing/2014/main" id="{E36CBA44-8C85-41FE-8C99-E867BF7CCB47}"/>
              </a:ext>
            </a:extLst>
          </p:cNvPr>
          <p:cNvSpPr/>
          <p:nvPr/>
        </p:nvSpPr>
        <p:spPr bwMode="auto">
          <a:xfrm flipH="1">
            <a:off x="7300992" y="948385"/>
            <a:ext cx="961510" cy="201922"/>
          </a:xfrm>
          <a:prstGeom prst="accentCallout1">
            <a:avLst>
              <a:gd name="adj1" fmla="val 48512"/>
              <a:gd name="adj2" fmla="val 200"/>
              <a:gd name="adj3" fmla="val 294759"/>
              <a:gd name="adj4" fmla="val -41526"/>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I/O Headers</a:t>
            </a:r>
          </a:p>
          <a:p>
            <a:pPr algn="r" eaLnBrk="0" hangingPunct="0"/>
            <a:r>
              <a:rPr lang="en-US" sz="1000">
                <a:latin typeface="+mn-lt"/>
              </a:rPr>
              <a:t>(DNI)</a:t>
            </a:r>
            <a:endParaRPr lang="en-US" sz="1000" dirty="0">
              <a:latin typeface="+mn-lt"/>
            </a:endParaRPr>
          </a:p>
        </p:txBody>
      </p:sp>
      <p:sp>
        <p:nvSpPr>
          <p:cNvPr id="13" name="Callout: Line with Accent Bar 12">
            <a:extLst>
              <a:ext uri="{FF2B5EF4-FFF2-40B4-BE49-F238E27FC236}">
                <a16:creationId xmlns:a16="http://schemas.microsoft.com/office/drawing/2014/main" id="{04C9A610-3EAE-45CA-9C10-FE927D2C1C41}"/>
              </a:ext>
            </a:extLst>
          </p:cNvPr>
          <p:cNvSpPr/>
          <p:nvPr/>
        </p:nvSpPr>
        <p:spPr bwMode="auto">
          <a:xfrm>
            <a:off x="9572334" y="948385"/>
            <a:ext cx="1367286" cy="201922"/>
          </a:xfrm>
          <a:prstGeom prst="accentCallout1">
            <a:avLst>
              <a:gd name="adj1" fmla="val 48512"/>
              <a:gd name="adj2" fmla="val 200"/>
              <a:gd name="adj3" fmla="val 415577"/>
              <a:gd name="adj4" fmla="val -48142"/>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Arduino UNO socket</a:t>
            </a:r>
            <a:endParaRPr lang="en-US" sz="1000" dirty="0">
              <a:latin typeface="+mn-lt"/>
            </a:endParaRPr>
          </a:p>
        </p:txBody>
      </p:sp>
      <p:sp>
        <p:nvSpPr>
          <p:cNvPr id="14" name="Callout: Line with Accent Bar 13">
            <a:extLst>
              <a:ext uri="{FF2B5EF4-FFF2-40B4-BE49-F238E27FC236}">
                <a16:creationId xmlns:a16="http://schemas.microsoft.com/office/drawing/2014/main" id="{A4AB6093-3BED-4C32-8FA7-004C32031BDE}"/>
              </a:ext>
            </a:extLst>
          </p:cNvPr>
          <p:cNvSpPr/>
          <p:nvPr/>
        </p:nvSpPr>
        <p:spPr bwMode="auto">
          <a:xfrm>
            <a:off x="10728248" y="1881098"/>
            <a:ext cx="1270738" cy="201922"/>
          </a:xfrm>
          <a:prstGeom prst="accentCallout1">
            <a:avLst>
              <a:gd name="adj1" fmla="val 48512"/>
              <a:gd name="adj2" fmla="val 200"/>
              <a:gd name="adj3" fmla="val 283911"/>
              <a:gd name="adj4" fmla="val -110871"/>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Sheild2GO socket; </a:t>
            </a:r>
          </a:p>
          <a:p>
            <a:pPr eaLnBrk="0" hangingPunct="0"/>
            <a:r>
              <a:rPr lang="en-US" sz="1000">
                <a:latin typeface="+mn-lt"/>
              </a:rPr>
              <a:t>(DNI)</a:t>
            </a:r>
            <a:endParaRPr lang="en-US" sz="1000" dirty="0">
              <a:latin typeface="+mn-lt"/>
            </a:endParaRPr>
          </a:p>
        </p:txBody>
      </p:sp>
      <p:sp>
        <p:nvSpPr>
          <p:cNvPr id="15" name="Callout: Line with Accent Bar 14">
            <a:extLst>
              <a:ext uri="{FF2B5EF4-FFF2-40B4-BE49-F238E27FC236}">
                <a16:creationId xmlns:a16="http://schemas.microsoft.com/office/drawing/2014/main" id="{D21B34F7-74E7-4BD9-8E4F-7BD53DCB6D0E}"/>
              </a:ext>
            </a:extLst>
          </p:cNvPr>
          <p:cNvSpPr/>
          <p:nvPr/>
        </p:nvSpPr>
        <p:spPr bwMode="auto">
          <a:xfrm>
            <a:off x="10741523" y="2590313"/>
            <a:ext cx="1270738" cy="201922"/>
          </a:xfrm>
          <a:prstGeom prst="accentCallout1">
            <a:avLst>
              <a:gd name="adj1" fmla="val 48512"/>
              <a:gd name="adj2" fmla="val 200"/>
              <a:gd name="adj3" fmla="val 232055"/>
              <a:gd name="adj4" fmla="val -45647"/>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Alt. Serial Interface;</a:t>
            </a:r>
          </a:p>
          <a:p>
            <a:pPr eaLnBrk="0" hangingPunct="0"/>
            <a:r>
              <a:rPr lang="en-US" sz="1000">
                <a:latin typeface="+mn-lt"/>
              </a:rPr>
              <a:t>(DNI)</a:t>
            </a:r>
            <a:endParaRPr lang="en-US" sz="1000" dirty="0">
              <a:latin typeface="+mn-lt"/>
            </a:endParaRPr>
          </a:p>
        </p:txBody>
      </p:sp>
      <p:sp>
        <p:nvSpPr>
          <p:cNvPr id="16" name="Callout: Line with Accent Bar 15">
            <a:extLst>
              <a:ext uri="{FF2B5EF4-FFF2-40B4-BE49-F238E27FC236}">
                <a16:creationId xmlns:a16="http://schemas.microsoft.com/office/drawing/2014/main" id="{28C7AC46-B131-4001-BB01-D6381B7A2933}"/>
              </a:ext>
            </a:extLst>
          </p:cNvPr>
          <p:cNvSpPr/>
          <p:nvPr/>
        </p:nvSpPr>
        <p:spPr bwMode="auto">
          <a:xfrm>
            <a:off x="9183930" y="6221360"/>
            <a:ext cx="792088" cy="201922"/>
          </a:xfrm>
          <a:prstGeom prst="accentCallout1">
            <a:avLst>
              <a:gd name="adj1" fmla="val 48512"/>
              <a:gd name="adj2" fmla="val 1541"/>
              <a:gd name="adj3" fmla="val -143703"/>
              <a:gd name="adj4" fmla="val -28502"/>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Thermistor</a:t>
            </a:r>
            <a:endParaRPr lang="en-US" sz="1000" dirty="0">
              <a:latin typeface="+mn-lt"/>
            </a:endParaRPr>
          </a:p>
        </p:txBody>
      </p:sp>
      <p:sp>
        <p:nvSpPr>
          <p:cNvPr id="17" name="Callout: Line with Accent Bar 16">
            <a:extLst>
              <a:ext uri="{FF2B5EF4-FFF2-40B4-BE49-F238E27FC236}">
                <a16:creationId xmlns:a16="http://schemas.microsoft.com/office/drawing/2014/main" id="{7C33C8F1-8979-496E-88DF-CC44C5081129}"/>
              </a:ext>
            </a:extLst>
          </p:cNvPr>
          <p:cNvSpPr/>
          <p:nvPr/>
        </p:nvSpPr>
        <p:spPr bwMode="auto">
          <a:xfrm>
            <a:off x="10742541" y="4913172"/>
            <a:ext cx="1203056" cy="345938"/>
          </a:xfrm>
          <a:prstGeom prst="accentCallout1">
            <a:avLst>
              <a:gd name="adj1" fmla="val 48512"/>
              <a:gd name="adj2" fmla="val 1541"/>
              <a:gd name="adj3" fmla="val -23873"/>
              <a:gd name="adj4" fmla="val -76742"/>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CapSense Slider and Buttons </a:t>
            </a:r>
            <a:endParaRPr lang="en-US" sz="1000" dirty="0">
              <a:latin typeface="+mn-lt"/>
            </a:endParaRPr>
          </a:p>
        </p:txBody>
      </p:sp>
      <p:sp>
        <p:nvSpPr>
          <p:cNvPr id="19" name="Callout: Line with Accent Bar 18">
            <a:extLst>
              <a:ext uri="{FF2B5EF4-FFF2-40B4-BE49-F238E27FC236}">
                <a16:creationId xmlns:a16="http://schemas.microsoft.com/office/drawing/2014/main" id="{83846DFB-0AC2-4AAD-8CA4-B7ED1B32BD72}"/>
              </a:ext>
            </a:extLst>
          </p:cNvPr>
          <p:cNvSpPr/>
          <p:nvPr/>
        </p:nvSpPr>
        <p:spPr bwMode="auto">
          <a:xfrm flipH="1">
            <a:off x="1264953" y="900886"/>
            <a:ext cx="1080120" cy="201921"/>
          </a:xfrm>
          <a:prstGeom prst="accentCallout1">
            <a:avLst>
              <a:gd name="adj1" fmla="val 48512"/>
              <a:gd name="adj2" fmla="val 200"/>
              <a:gd name="adj3" fmla="val 321896"/>
              <a:gd name="adj4" fmla="val -68652"/>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Power LED</a:t>
            </a:r>
            <a:endParaRPr lang="en-US" sz="1000" dirty="0">
              <a:latin typeface="+mn-lt"/>
            </a:endParaRPr>
          </a:p>
        </p:txBody>
      </p:sp>
      <p:sp>
        <p:nvSpPr>
          <p:cNvPr id="20" name="Callout: Line with Accent Bar 19">
            <a:extLst>
              <a:ext uri="{FF2B5EF4-FFF2-40B4-BE49-F238E27FC236}">
                <a16:creationId xmlns:a16="http://schemas.microsoft.com/office/drawing/2014/main" id="{5B48E379-668B-40B1-B3C8-51041CCD8D6E}"/>
              </a:ext>
            </a:extLst>
          </p:cNvPr>
          <p:cNvSpPr/>
          <p:nvPr/>
        </p:nvSpPr>
        <p:spPr bwMode="auto">
          <a:xfrm flipH="1">
            <a:off x="959904" y="2325476"/>
            <a:ext cx="1080120" cy="201921"/>
          </a:xfrm>
          <a:prstGeom prst="accentCallout1">
            <a:avLst>
              <a:gd name="adj1" fmla="val 48512"/>
              <a:gd name="adj2" fmla="val 200"/>
              <a:gd name="adj3" fmla="val 109481"/>
              <a:gd name="adj4" fmla="val -50607"/>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Reset Button</a:t>
            </a:r>
            <a:endParaRPr lang="en-US" sz="1000" dirty="0">
              <a:latin typeface="+mn-lt"/>
            </a:endParaRPr>
          </a:p>
        </p:txBody>
      </p:sp>
      <p:sp>
        <p:nvSpPr>
          <p:cNvPr id="21" name="Callout: Line with Accent Bar 20">
            <a:extLst>
              <a:ext uri="{FF2B5EF4-FFF2-40B4-BE49-F238E27FC236}">
                <a16:creationId xmlns:a16="http://schemas.microsoft.com/office/drawing/2014/main" id="{C21A124B-B0C8-40B1-91A8-7B5AA903F718}"/>
              </a:ext>
            </a:extLst>
          </p:cNvPr>
          <p:cNvSpPr/>
          <p:nvPr/>
        </p:nvSpPr>
        <p:spPr bwMode="auto">
          <a:xfrm flipH="1">
            <a:off x="721839" y="3072755"/>
            <a:ext cx="1318901" cy="317731"/>
          </a:xfrm>
          <a:prstGeom prst="accentCallout1">
            <a:avLst>
              <a:gd name="adj1" fmla="val 48512"/>
              <a:gd name="adj2" fmla="val 200"/>
              <a:gd name="adj3" fmla="val 3350"/>
              <a:gd name="adj4" fmla="val -38099"/>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SWD/JTAG Header (M33/M55/U55)</a:t>
            </a:r>
            <a:endParaRPr lang="en-US" sz="1000" dirty="0">
              <a:latin typeface="+mn-lt"/>
            </a:endParaRPr>
          </a:p>
        </p:txBody>
      </p:sp>
      <p:sp>
        <p:nvSpPr>
          <p:cNvPr id="22" name="Callout: Line with Accent Bar 21">
            <a:extLst>
              <a:ext uri="{FF2B5EF4-FFF2-40B4-BE49-F238E27FC236}">
                <a16:creationId xmlns:a16="http://schemas.microsoft.com/office/drawing/2014/main" id="{D180FD01-E71A-4C95-BFC7-282E877AE544}"/>
              </a:ext>
            </a:extLst>
          </p:cNvPr>
          <p:cNvSpPr/>
          <p:nvPr/>
        </p:nvSpPr>
        <p:spPr bwMode="auto">
          <a:xfrm flipH="1">
            <a:off x="966883" y="3872253"/>
            <a:ext cx="1080120" cy="201921"/>
          </a:xfrm>
          <a:prstGeom prst="accentCallout1">
            <a:avLst>
              <a:gd name="adj1" fmla="val 48512"/>
              <a:gd name="adj2" fmla="val 200"/>
              <a:gd name="adj3" fmla="val 29345"/>
              <a:gd name="adj4" fmla="val -45040"/>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USB Host</a:t>
            </a:r>
            <a:endParaRPr lang="en-US" sz="1000" dirty="0">
              <a:latin typeface="+mn-lt"/>
            </a:endParaRPr>
          </a:p>
        </p:txBody>
      </p:sp>
      <p:sp>
        <p:nvSpPr>
          <p:cNvPr id="23" name="Callout: Line with Accent Bar 22">
            <a:extLst>
              <a:ext uri="{FF2B5EF4-FFF2-40B4-BE49-F238E27FC236}">
                <a16:creationId xmlns:a16="http://schemas.microsoft.com/office/drawing/2014/main" id="{F3CD423A-EA86-4A72-99F4-56B040F8758C}"/>
              </a:ext>
            </a:extLst>
          </p:cNvPr>
          <p:cNvSpPr/>
          <p:nvPr/>
        </p:nvSpPr>
        <p:spPr bwMode="auto">
          <a:xfrm flipH="1">
            <a:off x="962214" y="5057189"/>
            <a:ext cx="1080120" cy="201921"/>
          </a:xfrm>
          <a:prstGeom prst="accentCallout1">
            <a:avLst>
              <a:gd name="adj1" fmla="val 48512"/>
              <a:gd name="adj2" fmla="val 200"/>
              <a:gd name="adj3" fmla="val -95421"/>
              <a:gd name="adj4" fmla="val -48017"/>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USB Device</a:t>
            </a:r>
            <a:endParaRPr lang="en-US" sz="1000" dirty="0">
              <a:latin typeface="+mn-lt"/>
            </a:endParaRPr>
          </a:p>
        </p:txBody>
      </p:sp>
      <p:sp>
        <p:nvSpPr>
          <p:cNvPr id="24" name="Callout: Line with Accent Bar 23">
            <a:extLst>
              <a:ext uri="{FF2B5EF4-FFF2-40B4-BE49-F238E27FC236}">
                <a16:creationId xmlns:a16="http://schemas.microsoft.com/office/drawing/2014/main" id="{BF7E97F4-F4F0-4EA1-83DE-BE3BC860F8B7}"/>
              </a:ext>
            </a:extLst>
          </p:cNvPr>
          <p:cNvSpPr/>
          <p:nvPr/>
        </p:nvSpPr>
        <p:spPr bwMode="auto">
          <a:xfrm flipH="1">
            <a:off x="811064" y="5409236"/>
            <a:ext cx="1224136" cy="201921"/>
          </a:xfrm>
          <a:prstGeom prst="accentCallout1">
            <a:avLst>
              <a:gd name="adj1" fmla="val 48512"/>
              <a:gd name="adj2" fmla="val 200"/>
              <a:gd name="adj3" fmla="val 50820"/>
              <a:gd name="adj4" fmla="val -47848"/>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DC Power Socket</a:t>
            </a:r>
            <a:endParaRPr lang="en-US" sz="1000" dirty="0">
              <a:latin typeface="+mn-lt"/>
            </a:endParaRPr>
          </a:p>
        </p:txBody>
      </p:sp>
      <p:sp>
        <p:nvSpPr>
          <p:cNvPr id="25" name="Callout: Line with Accent Bar 24">
            <a:extLst>
              <a:ext uri="{FF2B5EF4-FFF2-40B4-BE49-F238E27FC236}">
                <a16:creationId xmlns:a16="http://schemas.microsoft.com/office/drawing/2014/main" id="{2CD80D22-C3DA-485B-9E82-A2F21687C323}"/>
              </a:ext>
            </a:extLst>
          </p:cNvPr>
          <p:cNvSpPr/>
          <p:nvPr/>
        </p:nvSpPr>
        <p:spPr bwMode="auto">
          <a:xfrm flipH="1">
            <a:off x="962214" y="2698343"/>
            <a:ext cx="1080120" cy="201921"/>
          </a:xfrm>
          <a:prstGeom prst="accentCallout1">
            <a:avLst>
              <a:gd name="adj1" fmla="val 48512"/>
              <a:gd name="adj2" fmla="val 200"/>
              <a:gd name="adj3" fmla="val 109203"/>
              <a:gd name="adj4" fmla="val -101075"/>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ETM Header</a:t>
            </a:r>
            <a:endParaRPr lang="en-US" sz="1000" dirty="0">
              <a:latin typeface="+mn-lt"/>
            </a:endParaRPr>
          </a:p>
        </p:txBody>
      </p:sp>
      <p:sp>
        <p:nvSpPr>
          <p:cNvPr id="26" name="Callout: Line with Accent Bar 25">
            <a:extLst>
              <a:ext uri="{FF2B5EF4-FFF2-40B4-BE49-F238E27FC236}">
                <a16:creationId xmlns:a16="http://schemas.microsoft.com/office/drawing/2014/main" id="{9F0ACCFB-BE7C-4372-860C-319EB997B354}"/>
              </a:ext>
            </a:extLst>
          </p:cNvPr>
          <p:cNvSpPr/>
          <p:nvPr/>
        </p:nvSpPr>
        <p:spPr bwMode="auto">
          <a:xfrm flipH="1">
            <a:off x="674182" y="4226786"/>
            <a:ext cx="1366558" cy="201921"/>
          </a:xfrm>
          <a:prstGeom prst="accentCallout1">
            <a:avLst>
              <a:gd name="adj1" fmla="val 48512"/>
              <a:gd name="adj2" fmla="val 200"/>
              <a:gd name="adj3" fmla="val -94179"/>
              <a:gd name="adj4" fmla="val -107468"/>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M.2 Memory Socket</a:t>
            </a:r>
            <a:endParaRPr lang="en-US" sz="1000" dirty="0">
              <a:latin typeface="+mn-lt"/>
            </a:endParaRPr>
          </a:p>
        </p:txBody>
      </p:sp>
      <p:sp>
        <p:nvSpPr>
          <p:cNvPr id="27" name="Callout: Line with Accent Bar 26">
            <a:extLst>
              <a:ext uri="{FF2B5EF4-FFF2-40B4-BE49-F238E27FC236}">
                <a16:creationId xmlns:a16="http://schemas.microsoft.com/office/drawing/2014/main" id="{67B56B14-D8B0-4318-B352-36ACB8635846}"/>
              </a:ext>
            </a:extLst>
          </p:cNvPr>
          <p:cNvSpPr/>
          <p:nvPr/>
        </p:nvSpPr>
        <p:spPr bwMode="auto">
          <a:xfrm flipH="1">
            <a:off x="806838" y="5814725"/>
            <a:ext cx="1224136" cy="201921"/>
          </a:xfrm>
          <a:prstGeom prst="accentCallout1">
            <a:avLst>
              <a:gd name="adj1" fmla="val 48512"/>
              <a:gd name="adj2" fmla="val 200"/>
              <a:gd name="adj3" fmla="val 59320"/>
              <a:gd name="adj4" fmla="val -76517"/>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User Button</a:t>
            </a:r>
            <a:endParaRPr lang="en-US" sz="1000" dirty="0">
              <a:latin typeface="+mn-lt"/>
            </a:endParaRPr>
          </a:p>
        </p:txBody>
      </p:sp>
      <p:sp>
        <p:nvSpPr>
          <p:cNvPr id="28" name="Callout: Line with Accent Bar 27">
            <a:extLst>
              <a:ext uri="{FF2B5EF4-FFF2-40B4-BE49-F238E27FC236}">
                <a16:creationId xmlns:a16="http://schemas.microsoft.com/office/drawing/2014/main" id="{C7F8DCEB-D893-4CBA-9EEE-5894D7E98CE0}"/>
              </a:ext>
            </a:extLst>
          </p:cNvPr>
          <p:cNvSpPr/>
          <p:nvPr/>
        </p:nvSpPr>
        <p:spPr bwMode="auto">
          <a:xfrm flipH="1">
            <a:off x="6218798" y="6198119"/>
            <a:ext cx="1008112" cy="201921"/>
          </a:xfrm>
          <a:prstGeom prst="accentCallout1">
            <a:avLst>
              <a:gd name="adj1" fmla="val 48512"/>
              <a:gd name="adj2" fmla="val 200"/>
              <a:gd name="adj3" fmla="val -376756"/>
              <a:gd name="adj4" fmla="val -68687"/>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Potentiometer</a:t>
            </a:r>
            <a:endParaRPr lang="en-US" sz="1000" dirty="0">
              <a:latin typeface="+mn-lt"/>
            </a:endParaRPr>
          </a:p>
        </p:txBody>
      </p:sp>
      <p:sp>
        <p:nvSpPr>
          <p:cNvPr id="29" name="Callout: Line with Accent Bar 28">
            <a:extLst>
              <a:ext uri="{FF2B5EF4-FFF2-40B4-BE49-F238E27FC236}">
                <a16:creationId xmlns:a16="http://schemas.microsoft.com/office/drawing/2014/main" id="{3BC70F83-D3E4-416F-8BD3-AF724EF33816}"/>
              </a:ext>
            </a:extLst>
          </p:cNvPr>
          <p:cNvSpPr/>
          <p:nvPr/>
        </p:nvSpPr>
        <p:spPr bwMode="auto">
          <a:xfrm>
            <a:off x="8025070" y="6197455"/>
            <a:ext cx="906816" cy="201921"/>
          </a:xfrm>
          <a:prstGeom prst="accentCallout1">
            <a:avLst>
              <a:gd name="adj1" fmla="val 48512"/>
              <a:gd name="adj2" fmla="val 200"/>
              <a:gd name="adj3" fmla="val -135943"/>
              <a:gd name="adj4" fmla="val -22027"/>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User Button</a:t>
            </a:r>
            <a:endParaRPr lang="en-US" sz="1000" dirty="0">
              <a:latin typeface="+mn-lt"/>
            </a:endParaRPr>
          </a:p>
        </p:txBody>
      </p:sp>
      <p:sp>
        <p:nvSpPr>
          <p:cNvPr id="30" name="Callout: Line with Accent Bar 29">
            <a:extLst>
              <a:ext uri="{FF2B5EF4-FFF2-40B4-BE49-F238E27FC236}">
                <a16:creationId xmlns:a16="http://schemas.microsoft.com/office/drawing/2014/main" id="{779E9BC5-2C7B-411B-B5B9-9F2682E1B408}"/>
              </a:ext>
            </a:extLst>
          </p:cNvPr>
          <p:cNvSpPr/>
          <p:nvPr/>
        </p:nvSpPr>
        <p:spPr bwMode="auto">
          <a:xfrm>
            <a:off x="10138854" y="6224159"/>
            <a:ext cx="975971" cy="201921"/>
          </a:xfrm>
          <a:prstGeom prst="accentCallout1">
            <a:avLst>
              <a:gd name="adj1" fmla="val 48512"/>
              <a:gd name="adj2" fmla="val 200"/>
              <a:gd name="adj3" fmla="val -691146"/>
              <a:gd name="adj4" fmla="val -209972"/>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User LED (x3)</a:t>
            </a:r>
            <a:endParaRPr lang="en-US" sz="1000" dirty="0">
              <a:latin typeface="+mn-lt"/>
            </a:endParaRPr>
          </a:p>
        </p:txBody>
      </p:sp>
      <p:sp>
        <p:nvSpPr>
          <p:cNvPr id="31" name="Callout: Line with Accent Bar 30">
            <a:extLst>
              <a:ext uri="{FF2B5EF4-FFF2-40B4-BE49-F238E27FC236}">
                <a16:creationId xmlns:a16="http://schemas.microsoft.com/office/drawing/2014/main" id="{93B0EF14-4005-404A-B30F-E3386A35FF51}"/>
              </a:ext>
            </a:extLst>
          </p:cNvPr>
          <p:cNvSpPr/>
          <p:nvPr/>
        </p:nvSpPr>
        <p:spPr bwMode="auto">
          <a:xfrm>
            <a:off x="10742202" y="4395387"/>
            <a:ext cx="1203056" cy="345938"/>
          </a:xfrm>
          <a:prstGeom prst="accentCallout1">
            <a:avLst>
              <a:gd name="adj1" fmla="val 48512"/>
              <a:gd name="adj2" fmla="val 1541"/>
              <a:gd name="adj3" fmla="val -63073"/>
              <a:gd name="adj4" fmla="val -224013"/>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Boot Select</a:t>
            </a:r>
            <a:endParaRPr lang="en-US" sz="1000" dirty="0">
              <a:latin typeface="+mn-lt"/>
            </a:endParaRPr>
          </a:p>
        </p:txBody>
      </p:sp>
      <p:sp>
        <p:nvSpPr>
          <p:cNvPr id="32" name="Rectangle: Rounded Corners 31">
            <a:extLst>
              <a:ext uri="{FF2B5EF4-FFF2-40B4-BE49-F238E27FC236}">
                <a16:creationId xmlns:a16="http://schemas.microsoft.com/office/drawing/2014/main" id="{063C51EB-FBA6-4D1A-8E08-3D1434C60591}"/>
              </a:ext>
            </a:extLst>
          </p:cNvPr>
          <p:cNvSpPr/>
          <p:nvPr/>
        </p:nvSpPr>
        <p:spPr bwMode="auto">
          <a:xfrm>
            <a:off x="4778638" y="3262476"/>
            <a:ext cx="2016224" cy="482005"/>
          </a:xfrm>
          <a:prstGeom prst="roundRect">
            <a:avLst/>
          </a:prstGeom>
          <a:noFill/>
          <a:ln w="12700">
            <a:solidFill>
              <a:srgbClr val="FFC000"/>
            </a:solidFill>
            <a:prstDash val="dash"/>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endParaRPr lang="en-US" sz="1000" dirty="0">
              <a:solidFill>
                <a:schemeClr val="bg1"/>
              </a:solidFill>
            </a:endParaRPr>
          </a:p>
        </p:txBody>
      </p:sp>
      <p:sp>
        <p:nvSpPr>
          <p:cNvPr id="33" name="Rectangle 32">
            <a:extLst>
              <a:ext uri="{FF2B5EF4-FFF2-40B4-BE49-F238E27FC236}">
                <a16:creationId xmlns:a16="http://schemas.microsoft.com/office/drawing/2014/main" id="{6051C03F-EA4E-4CAB-9EA0-C315472A097C}"/>
              </a:ext>
            </a:extLst>
          </p:cNvPr>
          <p:cNvSpPr/>
          <p:nvPr/>
        </p:nvSpPr>
        <p:spPr>
          <a:xfrm>
            <a:off x="126983" y="6240186"/>
            <a:ext cx="1665841" cy="246221"/>
          </a:xfrm>
          <a:prstGeom prst="rect">
            <a:avLst/>
          </a:prstGeom>
        </p:spPr>
        <p:txBody>
          <a:bodyPr wrap="none">
            <a:spAutoFit/>
          </a:bodyPr>
          <a:lstStyle/>
          <a:p>
            <a:r>
              <a:rPr lang="en-US" sz="1000" i="1"/>
              <a:t>*DNI – Do not insert / load</a:t>
            </a:r>
            <a:endParaRPr lang="en-US" sz="1000" i="1" dirty="0"/>
          </a:p>
        </p:txBody>
      </p:sp>
      <p:sp>
        <p:nvSpPr>
          <p:cNvPr id="34" name="Callout: Line with Accent Bar 33">
            <a:extLst>
              <a:ext uri="{FF2B5EF4-FFF2-40B4-BE49-F238E27FC236}">
                <a16:creationId xmlns:a16="http://schemas.microsoft.com/office/drawing/2014/main" id="{B1DE0E9A-0E23-4215-BD77-49D11707F746}"/>
              </a:ext>
            </a:extLst>
          </p:cNvPr>
          <p:cNvSpPr/>
          <p:nvPr/>
        </p:nvSpPr>
        <p:spPr bwMode="auto">
          <a:xfrm>
            <a:off x="10734441" y="3854987"/>
            <a:ext cx="1292350" cy="345938"/>
          </a:xfrm>
          <a:prstGeom prst="accentCallout1">
            <a:avLst>
              <a:gd name="adj1" fmla="val 48512"/>
              <a:gd name="adj2" fmla="val 1541"/>
              <a:gd name="adj3" fmla="val -21668"/>
              <a:gd name="adj4" fmla="val -232464"/>
            </a:avLst>
          </a:prstGeom>
          <a:noFill/>
          <a:ln w="12700">
            <a:solidFill>
              <a:srgbClr val="FFC000"/>
            </a:solidFill>
            <a:miter lim="800000"/>
            <a:headEnd/>
            <a:tailEnd/>
          </a:ln>
        </p:spPr>
        <p:txBody>
          <a:bodyPr wrap="square" lIns="72000" tIns="72000" rIns="72000" bIns="72000" rtlCol="0" anchor="ctr"/>
          <a:lstStyle/>
          <a:p>
            <a:pPr eaLnBrk="0" hangingPunct="0"/>
            <a:r>
              <a:rPr lang="en-US" sz="1000"/>
              <a:t>IMU (Accelerometer + Gyro) &amp;</a:t>
            </a:r>
          </a:p>
          <a:p>
            <a:pPr eaLnBrk="0" hangingPunct="0"/>
            <a:r>
              <a:rPr lang="en-US" sz="1000"/>
              <a:t>Magnetometer</a:t>
            </a:r>
            <a:endParaRPr lang="en-US" sz="1000" dirty="0"/>
          </a:p>
        </p:txBody>
      </p:sp>
      <p:sp>
        <p:nvSpPr>
          <p:cNvPr id="35" name="Callout: Line with Accent Bar 34">
            <a:extLst>
              <a:ext uri="{FF2B5EF4-FFF2-40B4-BE49-F238E27FC236}">
                <a16:creationId xmlns:a16="http://schemas.microsoft.com/office/drawing/2014/main" id="{23D0F60E-AC8E-402D-85ED-B1A288A4C45A}"/>
              </a:ext>
            </a:extLst>
          </p:cNvPr>
          <p:cNvSpPr/>
          <p:nvPr/>
        </p:nvSpPr>
        <p:spPr bwMode="auto">
          <a:xfrm flipH="1">
            <a:off x="356110" y="1960838"/>
            <a:ext cx="1695671" cy="201921"/>
          </a:xfrm>
          <a:prstGeom prst="accentCallout1">
            <a:avLst>
              <a:gd name="adj1" fmla="val 48512"/>
              <a:gd name="adj2" fmla="val 200"/>
              <a:gd name="adj3" fmla="val 257412"/>
              <a:gd name="adj4" fmla="val -93600"/>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KitProg Mode Select Button</a:t>
            </a:r>
            <a:endParaRPr lang="en-US" sz="1000" dirty="0">
              <a:latin typeface="+mn-lt"/>
            </a:endParaRPr>
          </a:p>
        </p:txBody>
      </p:sp>
      <p:sp>
        <p:nvSpPr>
          <p:cNvPr id="36" name="Callout: Line with Accent Bar 35">
            <a:extLst>
              <a:ext uri="{FF2B5EF4-FFF2-40B4-BE49-F238E27FC236}">
                <a16:creationId xmlns:a16="http://schemas.microsoft.com/office/drawing/2014/main" id="{A540C3A6-761A-4855-AB83-22EFA7D0446D}"/>
              </a:ext>
            </a:extLst>
          </p:cNvPr>
          <p:cNvSpPr/>
          <p:nvPr/>
        </p:nvSpPr>
        <p:spPr bwMode="auto">
          <a:xfrm>
            <a:off x="10754436" y="3267252"/>
            <a:ext cx="1203056" cy="345938"/>
          </a:xfrm>
          <a:prstGeom prst="accentCallout1">
            <a:avLst>
              <a:gd name="adj1" fmla="val 48512"/>
              <a:gd name="adj2" fmla="val 1541"/>
              <a:gd name="adj3" fmla="val 148387"/>
              <a:gd name="adj4" fmla="val -55785"/>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Proximity</a:t>
            </a:r>
            <a:endParaRPr lang="en-US" sz="1000" dirty="0">
              <a:latin typeface="+mn-lt"/>
            </a:endParaRPr>
          </a:p>
        </p:txBody>
      </p:sp>
      <p:sp>
        <p:nvSpPr>
          <p:cNvPr id="37" name="Callout: Line with Accent Bar 36">
            <a:extLst>
              <a:ext uri="{FF2B5EF4-FFF2-40B4-BE49-F238E27FC236}">
                <a16:creationId xmlns:a16="http://schemas.microsoft.com/office/drawing/2014/main" id="{5FB0B4C4-7B30-45A3-867D-79C461390037}"/>
              </a:ext>
            </a:extLst>
          </p:cNvPr>
          <p:cNvSpPr/>
          <p:nvPr/>
        </p:nvSpPr>
        <p:spPr bwMode="auto">
          <a:xfrm flipH="1">
            <a:off x="966883" y="3512823"/>
            <a:ext cx="1080120" cy="201921"/>
          </a:xfrm>
          <a:prstGeom prst="accentCallout1">
            <a:avLst>
              <a:gd name="adj1" fmla="val 48512"/>
              <a:gd name="adj2" fmla="val 200"/>
              <a:gd name="adj3" fmla="val -157078"/>
              <a:gd name="adj4" fmla="val -182467"/>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Speaker</a:t>
            </a:r>
            <a:endParaRPr lang="en-US" sz="1000" dirty="0">
              <a:latin typeface="+mn-lt"/>
            </a:endParaRPr>
          </a:p>
        </p:txBody>
      </p:sp>
      <p:sp>
        <p:nvSpPr>
          <p:cNvPr id="38" name="Rectangle: Rounded Corners 37">
            <a:extLst>
              <a:ext uri="{FF2B5EF4-FFF2-40B4-BE49-F238E27FC236}">
                <a16:creationId xmlns:a16="http://schemas.microsoft.com/office/drawing/2014/main" id="{D9B1EABB-58D3-4066-B948-9A683A1A2CDD}"/>
              </a:ext>
            </a:extLst>
          </p:cNvPr>
          <p:cNvSpPr/>
          <p:nvPr/>
        </p:nvSpPr>
        <p:spPr bwMode="auto">
          <a:xfrm>
            <a:off x="7322696" y="2209269"/>
            <a:ext cx="939806" cy="1053207"/>
          </a:xfrm>
          <a:prstGeom prst="roundRect">
            <a:avLst>
              <a:gd name="adj" fmla="val 5640"/>
            </a:avLst>
          </a:prstGeom>
          <a:noFill/>
          <a:ln w="12700">
            <a:solidFill>
              <a:srgbClr val="FFC000"/>
            </a:solidFill>
            <a:prstDash val="dash"/>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endParaRPr lang="en-US" sz="1000" dirty="0">
              <a:solidFill>
                <a:schemeClr val="bg1"/>
              </a:solidFill>
            </a:endParaRPr>
          </a:p>
        </p:txBody>
      </p:sp>
      <p:sp>
        <p:nvSpPr>
          <p:cNvPr id="39" name="Rectangle: Rounded Corners 38">
            <a:extLst>
              <a:ext uri="{FF2B5EF4-FFF2-40B4-BE49-F238E27FC236}">
                <a16:creationId xmlns:a16="http://schemas.microsoft.com/office/drawing/2014/main" id="{9763F53B-0E9E-4544-92E8-98E082CA2967}"/>
              </a:ext>
            </a:extLst>
          </p:cNvPr>
          <p:cNvSpPr/>
          <p:nvPr/>
        </p:nvSpPr>
        <p:spPr bwMode="auto">
          <a:xfrm>
            <a:off x="8372312" y="2325476"/>
            <a:ext cx="939806" cy="817926"/>
          </a:xfrm>
          <a:prstGeom prst="roundRect">
            <a:avLst>
              <a:gd name="adj" fmla="val 9214"/>
            </a:avLst>
          </a:prstGeom>
          <a:noFill/>
          <a:ln w="12700">
            <a:solidFill>
              <a:srgbClr val="FFC000"/>
            </a:solidFill>
            <a:prstDash val="dash"/>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endParaRPr lang="en-US" sz="1000" dirty="0">
              <a:solidFill>
                <a:schemeClr val="bg1"/>
              </a:solidFill>
            </a:endParaRPr>
          </a:p>
        </p:txBody>
      </p:sp>
      <p:sp>
        <p:nvSpPr>
          <p:cNvPr id="40" name="Rectangle: Rounded Corners 39">
            <a:extLst>
              <a:ext uri="{FF2B5EF4-FFF2-40B4-BE49-F238E27FC236}">
                <a16:creationId xmlns:a16="http://schemas.microsoft.com/office/drawing/2014/main" id="{B2977874-E882-4A9D-BCB3-DCE45EE1D049}"/>
              </a:ext>
            </a:extLst>
          </p:cNvPr>
          <p:cNvSpPr/>
          <p:nvPr/>
        </p:nvSpPr>
        <p:spPr bwMode="auto">
          <a:xfrm>
            <a:off x="7370926" y="3600393"/>
            <a:ext cx="360040" cy="267136"/>
          </a:xfrm>
          <a:prstGeom prst="roundRect">
            <a:avLst>
              <a:gd name="adj" fmla="val 8649"/>
            </a:avLst>
          </a:prstGeom>
          <a:noFill/>
          <a:ln w="12700">
            <a:solidFill>
              <a:srgbClr val="FFC000"/>
            </a:solidFill>
            <a:prstDash val="dash"/>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endParaRPr lang="en-US" sz="1000" dirty="0">
              <a:solidFill>
                <a:schemeClr val="bg1"/>
              </a:solidFill>
            </a:endParaRPr>
          </a:p>
        </p:txBody>
      </p:sp>
      <p:sp>
        <p:nvSpPr>
          <p:cNvPr id="41" name="Callout: Line with Accent Bar 40">
            <a:extLst>
              <a:ext uri="{FF2B5EF4-FFF2-40B4-BE49-F238E27FC236}">
                <a16:creationId xmlns:a16="http://schemas.microsoft.com/office/drawing/2014/main" id="{35E657C4-65E7-4B49-A0BA-9FF008B03DB2}"/>
              </a:ext>
            </a:extLst>
          </p:cNvPr>
          <p:cNvSpPr/>
          <p:nvPr/>
        </p:nvSpPr>
        <p:spPr bwMode="auto">
          <a:xfrm flipH="1">
            <a:off x="890206" y="4690284"/>
            <a:ext cx="1158442" cy="201921"/>
          </a:xfrm>
          <a:prstGeom prst="accentCallout1">
            <a:avLst>
              <a:gd name="adj1" fmla="val 48512"/>
              <a:gd name="adj2" fmla="val 200"/>
              <a:gd name="adj3" fmla="val -481853"/>
              <a:gd name="adj4" fmla="val -235972"/>
            </a:avLst>
          </a:prstGeom>
          <a:noFill/>
          <a:ln w="12700">
            <a:solidFill>
              <a:srgbClr val="FFC000"/>
            </a:solidFill>
            <a:miter lim="800000"/>
            <a:headEnd/>
            <a:tailEnd/>
          </a:ln>
        </p:spPr>
        <p:txBody>
          <a:bodyPr wrap="square" lIns="72000" tIns="72000" rIns="72000" bIns="72000" rtlCol="0" anchor="ctr"/>
          <a:lstStyle/>
          <a:p>
            <a:pPr algn="ctr" eaLnBrk="0" hangingPunct="0"/>
            <a:r>
              <a:rPr lang="en-US" sz="1000"/>
              <a:t>Power Selection   </a:t>
            </a:r>
          </a:p>
          <a:p>
            <a:pPr algn="ctr" eaLnBrk="0" hangingPunct="0"/>
            <a:r>
              <a:rPr lang="en-US" sz="1000"/>
              <a:t>Power Monitoring</a:t>
            </a:r>
            <a:endParaRPr lang="en-US" sz="1000" dirty="0"/>
          </a:p>
        </p:txBody>
      </p:sp>
      <p:sp>
        <p:nvSpPr>
          <p:cNvPr id="42" name="Rectangle: Rounded Corners 41">
            <a:extLst>
              <a:ext uri="{FF2B5EF4-FFF2-40B4-BE49-F238E27FC236}">
                <a16:creationId xmlns:a16="http://schemas.microsoft.com/office/drawing/2014/main" id="{56DE9ECD-9F55-498E-9202-90E8C58B2ABA}"/>
              </a:ext>
            </a:extLst>
          </p:cNvPr>
          <p:cNvSpPr/>
          <p:nvPr/>
        </p:nvSpPr>
        <p:spPr bwMode="auto">
          <a:xfrm>
            <a:off x="7927671" y="4529044"/>
            <a:ext cx="163335" cy="389064"/>
          </a:xfrm>
          <a:prstGeom prst="roundRect">
            <a:avLst>
              <a:gd name="adj" fmla="val 8649"/>
            </a:avLst>
          </a:prstGeom>
          <a:noFill/>
          <a:ln w="12700">
            <a:solidFill>
              <a:srgbClr val="FFC000"/>
            </a:solidFill>
            <a:prstDash val="dash"/>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endParaRPr lang="en-US" sz="1000" dirty="0">
              <a:solidFill>
                <a:schemeClr val="bg1"/>
              </a:solidFill>
            </a:endParaRPr>
          </a:p>
        </p:txBody>
      </p:sp>
      <p:pic>
        <p:nvPicPr>
          <p:cNvPr id="43" name="Picture 42">
            <a:extLst>
              <a:ext uri="{FF2B5EF4-FFF2-40B4-BE49-F238E27FC236}">
                <a16:creationId xmlns:a16="http://schemas.microsoft.com/office/drawing/2014/main" id="{BF324A4E-44D3-4519-8CFA-0D27F314F6ED}"/>
              </a:ext>
            </a:extLst>
          </p:cNvPr>
          <p:cNvPicPr>
            <a:picLocks noChangeAspect="1"/>
          </p:cNvPicPr>
          <p:nvPr/>
        </p:nvPicPr>
        <p:blipFill>
          <a:blip r:embed="rId4"/>
          <a:stretch>
            <a:fillRect/>
          </a:stretch>
        </p:blipFill>
        <p:spPr>
          <a:xfrm>
            <a:off x="4481825" y="4100874"/>
            <a:ext cx="2609850" cy="1057275"/>
          </a:xfrm>
          <a:prstGeom prst="rect">
            <a:avLst/>
          </a:prstGeom>
        </p:spPr>
      </p:pic>
      <p:pic>
        <p:nvPicPr>
          <p:cNvPr id="44" name="Picture 43">
            <a:extLst>
              <a:ext uri="{FF2B5EF4-FFF2-40B4-BE49-F238E27FC236}">
                <a16:creationId xmlns:a16="http://schemas.microsoft.com/office/drawing/2014/main" id="{7EDAE4B0-051B-4FEA-9973-747268237CF2}"/>
              </a:ext>
            </a:extLst>
          </p:cNvPr>
          <p:cNvPicPr>
            <a:picLocks noChangeAspect="1"/>
          </p:cNvPicPr>
          <p:nvPr/>
        </p:nvPicPr>
        <p:blipFill>
          <a:blip r:embed="rId5"/>
          <a:stretch>
            <a:fillRect/>
          </a:stretch>
        </p:blipFill>
        <p:spPr>
          <a:xfrm>
            <a:off x="4562613" y="5514543"/>
            <a:ext cx="2011989" cy="516088"/>
          </a:xfrm>
          <a:prstGeom prst="rect">
            <a:avLst/>
          </a:prstGeom>
        </p:spPr>
      </p:pic>
      <p:sp>
        <p:nvSpPr>
          <p:cNvPr id="45" name="Callout: Line with Accent Bar 44">
            <a:extLst>
              <a:ext uri="{FF2B5EF4-FFF2-40B4-BE49-F238E27FC236}">
                <a16:creationId xmlns:a16="http://schemas.microsoft.com/office/drawing/2014/main" id="{12F42651-0FD3-49B2-8F44-4411903AA739}"/>
              </a:ext>
            </a:extLst>
          </p:cNvPr>
          <p:cNvSpPr/>
          <p:nvPr/>
        </p:nvSpPr>
        <p:spPr bwMode="auto">
          <a:xfrm flipH="1">
            <a:off x="2546390" y="6191938"/>
            <a:ext cx="1434664" cy="246220"/>
          </a:xfrm>
          <a:prstGeom prst="accentCallout1">
            <a:avLst>
              <a:gd name="adj1" fmla="val 48512"/>
              <a:gd name="adj2" fmla="val 200"/>
              <a:gd name="adj3" fmla="val -882636"/>
              <a:gd name="adj4" fmla="val -48798"/>
            </a:avLst>
          </a:prstGeom>
          <a:noFill/>
          <a:ln w="12700">
            <a:solidFill>
              <a:srgbClr val="FFC000"/>
            </a:solidFill>
            <a:miter lim="800000"/>
            <a:headEnd/>
            <a:tailEnd/>
          </a:ln>
        </p:spPr>
        <p:txBody>
          <a:bodyPr wrap="square" lIns="72000" tIns="72000" rIns="72000" bIns="72000" rtlCol="0" anchor="ctr"/>
          <a:lstStyle/>
          <a:p>
            <a:pPr algn="ctr" eaLnBrk="0" hangingPunct="0"/>
            <a:r>
              <a:rPr lang="en-US" sz="1000"/>
              <a:t>Processor SoM socket</a:t>
            </a:r>
            <a:endParaRPr lang="en-US" sz="1000" dirty="0"/>
          </a:p>
        </p:txBody>
      </p:sp>
    </p:spTree>
    <p:extLst>
      <p:ext uri="{BB962C8B-B14F-4D97-AF65-F5344CB8AC3E}">
        <p14:creationId xmlns:p14="http://schemas.microsoft.com/office/powerpoint/2010/main" val="618651658"/>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F5378-2606-462C-A911-D975D3A2C553}"/>
              </a:ext>
            </a:extLst>
          </p:cNvPr>
          <p:cNvSpPr>
            <a:spLocks noGrp="1"/>
          </p:cNvSpPr>
          <p:nvPr>
            <p:ph type="title" hasCustomPrompt="1"/>
          </p:nvPr>
        </p:nvSpPr>
        <p:spPr/>
        <p:txBody>
          <a:bodyPr/>
          <a:lstStyle/>
          <a:p>
            <a:r>
              <a:t>PSOC™ Edge E84 MCU development kit – Back View </a:t>
            </a:r>
          </a:p>
        </p:txBody>
      </p:sp>
      <p:pic>
        <p:nvPicPr>
          <p:cNvPr id="4" name="Content Placeholder 5" descr="A blue circuit board with many different components&#10;&#10;Description automatically generated">
            <a:extLst>
              <a:ext uri="{FF2B5EF4-FFF2-40B4-BE49-F238E27FC236}">
                <a16:creationId xmlns:a16="http://schemas.microsoft.com/office/drawing/2014/main" id="{29E84FD3-A2E5-4097-BB66-808C0D6E98A1}"/>
              </a:ext>
            </a:extLst>
          </p:cNvPr>
          <p:cNvPicPr>
            <a:picLocks noGrp="1" noChangeAspect="1"/>
          </p:cNvPicPr>
          <p:nvPr>
            <p:ph sz="quarter" idx="13" hasCustomPrompt="1"/>
          </p:nvPr>
        </p:nvPicPr>
        <p:blipFill>
          <a:blip r:embed="rId3">
            <a:extLst>
              <a:ext uri="{28A0092B-C50C-407E-A947-70E740481C1C}">
                <a14:useLocalDpi xmlns:a14="http://schemas.microsoft.com/office/drawing/2010/main" val="0"/>
              </a:ext>
            </a:extLst>
          </a:blip>
          <a:stretch>
            <a:fillRect/>
          </a:stretch>
        </p:blipFill>
        <p:spPr/>
      </p:pic>
      <p:sp>
        <p:nvSpPr>
          <p:cNvPr id="5" name="Callout: Line with Accent Bar 4">
            <a:extLst>
              <a:ext uri="{FF2B5EF4-FFF2-40B4-BE49-F238E27FC236}">
                <a16:creationId xmlns:a16="http://schemas.microsoft.com/office/drawing/2014/main" id="{6E4EB7B4-A5D3-46A8-A4E3-9AB041D3BBAF}"/>
              </a:ext>
            </a:extLst>
          </p:cNvPr>
          <p:cNvSpPr/>
          <p:nvPr/>
        </p:nvSpPr>
        <p:spPr bwMode="auto">
          <a:xfrm flipH="1">
            <a:off x="681612" y="1793200"/>
            <a:ext cx="1054051" cy="201921"/>
          </a:xfrm>
          <a:prstGeom prst="accentCallout1">
            <a:avLst>
              <a:gd name="adj1" fmla="val 48512"/>
              <a:gd name="adj2" fmla="val 200"/>
              <a:gd name="adj3" fmla="val 206650"/>
              <a:gd name="adj4" fmla="val -67239"/>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SD Card Socket</a:t>
            </a:r>
            <a:endParaRPr lang="en-US" sz="1000" dirty="0">
              <a:latin typeface="+mn-lt"/>
            </a:endParaRPr>
          </a:p>
        </p:txBody>
      </p:sp>
      <p:sp>
        <p:nvSpPr>
          <p:cNvPr id="6" name="Callout: Line with Accent Bar 5">
            <a:extLst>
              <a:ext uri="{FF2B5EF4-FFF2-40B4-BE49-F238E27FC236}">
                <a16:creationId xmlns:a16="http://schemas.microsoft.com/office/drawing/2014/main" id="{EE374BB4-387F-4999-9076-9A4FA105018C}"/>
              </a:ext>
            </a:extLst>
          </p:cNvPr>
          <p:cNvSpPr/>
          <p:nvPr/>
        </p:nvSpPr>
        <p:spPr bwMode="auto">
          <a:xfrm flipH="1">
            <a:off x="1199456" y="1188184"/>
            <a:ext cx="527025" cy="201921"/>
          </a:xfrm>
          <a:prstGeom prst="accentCallout1">
            <a:avLst>
              <a:gd name="adj1" fmla="val 48512"/>
              <a:gd name="adj2" fmla="val 200"/>
              <a:gd name="adj3" fmla="val 147270"/>
              <a:gd name="adj4" fmla="val -154555"/>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DMIC</a:t>
            </a:r>
            <a:endParaRPr lang="en-US" sz="1000" dirty="0">
              <a:latin typeface="+mn-lt"/>
            </a:endParaRPr>
          </a:p>
        </p:txBody>
      </p:sp>
      <p:sp>
        <p:nvSpPr>
          <p:cNvPr id="7" name="Callout: Line with Accent Bar 6">
            <a:extLst>
              <a:ext uri="{FF2B5EF4-FFF2-40B4-BE49-F238E27FC236}">
                <a16:creationId xmlns:a16="http://schemas.microsoft.com/office/drawing/2014/main" id="{3B427E57-9617-4B14-AFA8-EEEDDF24837C}"/>
              </a:ext>
            </a:extLst>
          </p:cNvPr>
          <p:cNvSpPr/>
          <p:nvPr/>
        </p:nvSpPr>
        <p:spPr bwMode="auto">
          <a:xfrm flipH="1">
            <a:off x="2855640" y="895905"/>
            <a:ext cx="527025" cy="201921"/>
          </a:xfrm>
          <a:prstGeom prst="accentCallout1">
            <a:avLst>
              <a:gd name="adj1" fmla="val 48512"/>
              <a:gd name="adj2" fmla="val 200"/>
              <a:gd name="adj3" fmla="val 268837"/>
              <a:gd name="adj4" fmla="val -139615"/>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DMIC</a:t>
            </a:r>
            <a:endParaRPr lang="en-US" sz="1000" dirty="0">
              <a:latin typeface="+mn-lt"/>
            </a:endParaRPr>
          </a:p>
        </p:txBody>
      </p:sp>
      <p:sp>
        <p:nvSpPr>
          <p:cNvPr id="8" name="Callout: Line with Accent Bar 7">
            <a:extLst>
              <a:ext uri="{FF2B5EF4-FFF2-40B4-BE49-F238E27FC236}">
                <a16:creationId xmlns:a16="http://schemas.microsoft.com/office/drawing/2014/main" id="{78568C38-20AF-4298-9534-D0BCCC4C9BDF}"/>
              </a:ext>
            </a:extLst>
          </p:cNvPr>
          <p:cNvSpPr/>
          <p:nvPr/>
        </p:nvSpPr>
        <p:spPr bwMode="auto">
          <a:xfrm flipH="1">
            <a:off x="1199456" y="5422554"/>
            <a:ext cx="527025" cy="201921"/>
          </a:xfrm>
          <a:prstGeom prst="accentCallout1">
            <a:avLst>
              <a:gd name="adj1" fmla="val 48512"/>
              <a:gd name="adj2" fmla="val 200"/>
              <a:gd name="adj3" fmla="val 221643"/>
              <a:gd name="adj4" fmla="val -154446"/>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AMIC</a:t>
            </a:r>
            <a:endParaRPr lang="en-US" sz="1000" dirty="0">
              <a:latin typeface="+mn-lt"/>
            </a:endParaRPr>
          </a:p>
        </p:txBody>
      </p:sp>
      <p:sp>
        <p:nvSpPr>
          <p:cNvPr id="9" name="Callout: Line with Accent Bar 8">
            <a:extLst>
              <a:ext uri="{FF2B5EF4-FFF2-40B4-BE49-F238E27FC236}">
                <a16:creationId xmlns:a16="http://schemas.microsoft.com/office/drawing/2014/main" id="{0306A303-56D0-4A0A-9A2F-705347A75B8F}"/>
              </a:ext>
            </a:extLst>
          </p:cNvPr>
          <p:cNvSpPr/>
          <p:nvPr/>
        </p:nvSpPr>
        <p:spPr bwMode="auto">
          <a:xfrm flipH="1">
            <a:off x="3051566" y="6113679"/>
            <a:ext cx="527025" cy="201921"/>
          </a:xfrm>
          <a:prstGeom prst="accentCallout1">
            <a:avLst>
              <a:gd name="adj1" fmla="val 48512"/>
              <a:gd name="adj2" fmla="val 200"/>
              <a:gd name="adj3" fmla="val -114441"/>
              <a:gd name="adj4" fmla="val -105363"/>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AMIC</a:t>
            </a:r>
            <a:endParaRPr lang="en-US" sz="1000" dirty="0">
              <a:latin typeface="+mn-lt"/>
            </a:endParaRPr>
          </a:p>
        </p:txBody>
      </p:sp>
      <p:sp>
        <p:nvSpPr>
          <p:cNvPr id="10" name="Callout: Line with Accent Bar 9">
            <a:extLst>
              <a:ext uri="{FF2B5EF4-FFF2-40B4-BE49-F238E27FC236}">
                <a16:creationId xmlns:a16="http://schemas.microsoft.com/office/drawing/2014/main" id="{7F0CC399-106D-4FE4-92B4-26F12882C179}"/>
              </a:ext>
            </a:extLst>
          </p:cNvPr>
          <p:cNvSpPr/>
          <p:nvPr/>
        </p:nvSpPr>
        <p:spPr bwMode="auto">
          <a:xfrm>
            <a:off x="6709958" y="6127784"/>
            <a:ext cx="1402266" cy="201921"/>
          </a:xfrm>
          <a:prstGeom prst="accentCallout1">
            <a:avLst>
              <a:gd name="adj1" fmla="val 48512"/>
              <a:gd name="adj2" fmla="val 200"/>
              <a:gd name="adj3" fmla="val -254955"/>
              <a:gd name="adj4" fmla="val -35593"/>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10” MIPI-DSI Display connector </a:t>
            </a:r>
            <a:endParaRPr lang="en-US" sz="1000" dirty="0">
              <a:latin typeface="+mn-lt"/>
            </a:endParaRPr>
          </a:p>
        </p:txBody>
      </p:sp>
      <p:sp>
        <p:nvSpPr>
          <p:cNvPr id="11" name="Callout: Line with Accent Bar 10">
            <a:extLst>
              <a:ext uri="{FF2B5EF4-FFF2-40B4-BE49-F238E27FC236}">
                <a16:creationId xmlns:a16="http://schemas.microsoft.com/office/drawing/2014/main" id="{CC2F158E-3255-405D-99B0-0A16D4BF9CEA}"/>
              </a:ext>
            </a:extLst>
          </p:cNvPr>
          <p:cNvSpPr/>
          <p:nvPr/>
        </p:nvSpPr>
        <p:spPr bwMode="auto">
          <a:xfrm>
            <a:off x="10344472" y="2873321"/>
            <a:ext cx="1296144" cy="301622"/>
          </a:xfrm>
          <a:prstGeom prst="accentCallout1">
            <a:avLst>
              <a:gd name="adj1" fmla="val 48512"/>
              <a:gd name="adj2" fmla="val 200"/>
              <a:gd name="adj3" fmla="val 336410"/>
              <a:gd name="adj4" fmla="val -113165"/>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10” Display Touchpad connector </a:t>
            </a:r>
            <a:endParaRPr lang="en-US" sz="1000" dirty="0">
              <a:latin typeface="+mn-lt"/>
            </a:endParaRPr>
          </a:p>
        </p:txBody>
      </p:sp>
      <p:sp>
        <p:nvSpPr>
          <p:cNvPr id="12" name="Callout: Line with Accent Bar 11">
            <a:extLst>
              <a:ext uri="{FF2B5EF4-FFF2-40B4-BE49-F238E27FC236}">
                <a16:creationId xmlns:a16="http://schemas.microsoft.com/office/drawing/2014/main" id="{4F18AEC1-D6FF-406C-893F-4591848BDA30}"/>
              </a:ext>
            </a:extLst>
          </p:cNvPr>
          <p:cNvSpPr/>
          <p:nvPr/>
        </p:nvSpPr>
        <p:spPr bwMode="auto">
          <a:xfrm>
            <a:off x="7896200" y="836712"/>
            <a:ext cx="1512168" cy="301622"/>
          </a:xfrm>
          <a:prstGeom prst="accentCallout1">
            <a:avLst>
              <a:gd name="adj1" fmla="val 48512"/>
              <a:gd name="adj2" fmla="val 200"/>
              <a:gd name="adj3" fmla="val 179057"/>
              <a:gd name="adj4" fmla="val -25079"/>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Headphone Jack (DNI)</a:t>
            </a:r>
            <a:endParaRPr lang="en-US" sz="1000" dirty="0">
              <a:latin typeface="+mn-lt"/>
            </a:endParaRPr>
          </a:p>
        </p:txBody>
      </p:sp>
      <p:sp>
        <p:nvSpPr>
          <p:cNvPr id="13" name="Callout: Line with Accent Bar 12">
            <a:extLst>
              <a:ext uri="{FF2B5EF4-FFF2-40B4-BE49-F238E27FC236}">
                <a16:creationId xmlns:a16="http://schemas.microsoft.com/office/drawing/2014/main" id="{606B7F89-7205-4F3D-B33D-4F4814393697}"/>
              </a:ext>
            </a:extLst>
          </p:cNvPr>
          <p:cNvSpPr/>
          <p:nvPr/>
        </p:nvSpPr>
        <p:spPr bwMode="auto">
          <a:xfrm>
            <a:off x="8264624" y="6113681"/>
            <a:ext cx="1683804" cy="201920"/>
          </a:xfrm>
          <a:prstGeom prst="accentCallout1">
            <a:avLst>
              <a:gd name="adj1" fmla="val 48512"/>
              <a:gd name="adj2" fmla="val 200"/>
              <a:gd name="adj3" fmla="val -233537"/>
              <a:gd name="adj4" fmla="val -42202"/>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MIPI-DSI R-Pi Display connector </a:t>
            </a:r>
            <a:endParaRPr lang="en-US" sz="1000" dirty="0">
              <a:latin typeface="+mn-lt"/>
            </a:endParaRPr>
          </a:p>
        </p:txBody>
      </p:sp>
    </p:spTree>
    <p:extLst>
      <p:ext uri="{BB962C8B-B14F-4D97-AF65-F5344CB8AC3E}">
        <p14:creationId xmlns:p14="http://schemas.microsoft.com/office/powerpoint/2010/main" val="1296969613"/>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113D11-FD44-481E-B56B-0A08AA438C4A}"/>
              </a:ext>
            </a:extLst>
          </p:cNvPr>
          <p:cNvSpPr>
            <a:spLocks noGrp="1"/>
          </p:cNvSpPr>
          <p:nvPr>
            <p:ph type="title" hasCustomPrompt="1"/>
          </p:nvPr>
        </p:nvSpPr>
        <p:spPr/>
        <p:txBody>
          <a:bodyPr/>
          <a:lstStyle/>
          <a:p>
            <a:r>
              <a:t>PSOC™ Edge E84 MCU SOM – Top View</a:t>
            </a:r>
          </a:p>
        </p:txBody>
      </p:sp>
      <p:pic>
        <p:nvPicPr>
          <p:cNvPr id="95" name="Picture 94">
            <a:extLst>
              <a:ext uri="{FF2B5EF4-FFF2-40B4-BE49-F238E27FC236}">
                <a16:creationId xmlns:a16="http://schemas.microsoft.com/office/drawing/2014/main" id="{9E502E82-547F-4C4A-8089-0F26FC8C1C13}"/>
              </a:ext>
            </a:extLst>
          </p:cNvPr>
          <p:cNvPicPr>
            <a:picLocks noChangeAspect="1"/>
          </p:cNvPicPr>
          <p:nvPr/>
        </p:nvPicPr>
        <p:blipFill>
          <a:blip r:embed="rId3"/>
          <a:stretch>
            <a:fillRect/>
          </a:stretch>
        </p:blipFill>
        <p:spPr>
          <a:xfrm>
            <a:off x="191344" y="1181919"/>
            <a:ext cx="10910812" cy="5127401"/>
          </a:xfrm>
          <a:prstGeom prst="rect">
            <a:avLst/>
          </a:prstGeom>
        </p:spPr>
      </p:pic>
    </p:spTree>
    <p:extLst>
      <p:ext uri="{BB962C8B-B14F-4D97-AF65-F5344CB8AC3E}">
        <p14:creationId xmlns:p14="http://schemas.microsoft.com/office/powerpoint/2010/main" val="2321986698"/>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113D11-FD44-481E-B56B-0A08AA438C4A}"/>
              </a:ext>
            </a:extLst>
          </p:cNvPr>
          <p:cNvSpPr>
            <a:spLocks noGrp="1"/>
          </p:cNvSpPr>
          <p:nvPr>
            <p:ph type="title" hasCustomPrompt="1"/>
          </p:nvPr>
        </p:nvSpPr>
        <p:spPr/>
        <p:txBody>
          <a:bodyPr/>
          <a:lstStyle/>
          <a:p>
            <a:r>
              <a:t>PSOC™ Edge E84 MCU SOM – Bottom View</a:t>
            </a:r>
          </a:p>
        </p:txBody>
      </p:sp>
      <p:pic>
        <p:nvPicPr>
          <p:cNvPr id="2" name="Picture 1">
            <a:extLst>
              <a:ext uri="{FF2B5EF4-FFF2-40B4-BE49-F238E27FC236}">
                <a16:creationId xmlns:a16="http://schemas.microsoft.com/office/drawing/2014/main" id="{9756CAB5-782C-4019-B8DF-4CEA837413DD}"/>
              </a:ext>
            </a:extLst>
          </p:cNvPr>
          <p:cNvPicPr>
            <a:picLocks noChangeAspect="1"/>
          </p:cNvPicPr>
          <p:nvPr/>
        </p:nvPicPr>
        <p:blipFill>
          <a:blip r:embed="rId3"/>
          <a:stretch>
            <a:fillRect/>
          </a:stretch>
        </p:blipFill>
        <p:spPr>
          <a:xfrm>
            <a:off x="911424" y="1046374"/>
            <a:ext cx="9243764" cy="5273463"/>
          </a:xfrm>
          <a:prstGeom prst="rect">
            <a:avLst/>
          </a:prstGeom>
        </p:spPr>
      </p:pic>
    </p:spTree>
    <p:extLst>
      <p:ext uri="{BB962C8B-B14F-4D97-AF65-F5344CB8AC3E}">
        <p14:creationId xmlns:p14="http://schemas.microsoft.com/office/powerpoint/2010/main" val="945847595"/>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A7DB01-DE02-465E-8957-66125CBFA8FD}"/>
              </a:ext>
            </a:extLst>
          </p:cNvPr>
          <p:cNvSpPr>
            <a:spLocks noGrp="1"/>
          </p:cNvSpPr>
          <p:nvPr>
            <p:ph sz="quarter" idx="13" hasCustomPrompt="1"/>
          </p:nvPr>
        </p:nvSpPr>
        <p:spPr/>
        <p:txBody>
          <a:bodyPr/>
          <a:lstStyle/>
          <a:p>
            <a:pPr lvl="1">
              <a:lnSpc>
                <a:spcPct val="150000"/>
              </a:lnSpc>
            </a:pPr>
            <a:r>
              <a:t>Programming and Debugging PSOC™ Edge E84 MCU</a:t>
            </a:r>
            <a:endParaRPr lang="en-US" sz="2800" b="1" dirty="0"/>
          </a:p>
          <a:p>
            <a:pPr lvl="2">
              <a:lnSpc>
                <a:spcPct val="150000"/>
              </a:lnSpc>
              <a:buFont typeface="Wingdings" panose="05000000000000000000" pitchFamily="2" charset="2"/>
              <a:buChar char="Ø"/>
            </a:pPr>
            <a:r>
              <a:t>Comes with a KitProg3 onboard programmer and debugger</a:t>
            </a:r>
          </a:p>
          <a:p>
            <a:pPr lvl="2">
              <a:lnSpc>
                <a:spcPct val="150000"/>
              </a:lnSpc>
              <a:buFont typeface="Wingdings" panose="05000000000000000000" pitchFamily="2" charset="2"/>
              <a:buChar char="Ø"/>
            </a:pPr>
            <a:r>
              <a:t>Supports CMSIS-DAP</a:t>
            </a:r>
          </a:p>
          <a:p>
            <a:pPr lvl="2">
              <a:lnSpc>
                <a:spcPct val="150000"/>
              </a:lnSpc>
              <a:buFont typeface="Wingdings" panose="05000000000000000000" pitchFamily="2" charset="2"/>
              <a:buChar char="Ø"/>
            </a:pPr>
            <a:r>
              <a:t>Supports OpenOCD using a GDB server and the J-Link debug probe</a:t>
            </a:r>
          </a:p>
          <a:p>
            <a:pPr lvl="2">
              <a:lnSpc>
                <a:spcPct val="150000"/>
              </a:lnSpc>
              <a:buFont typeface="Wingdings" panose="05000000000000000000" pitchFamily="2" charset="2"/>
              <a:buChar char="Ø"/>
            </a:pPr>
            <a:r>
              <a:t>Debug environment is IDE specific – refer to MTB documentation.</a:t>
            </a:r>
          </a:p>
          <a:p>
            <a:endParaRPr lang="en-US" dirty="0"/>
          </a:p>
        </p:txBody>
      </p:sp>
      <p:sp>
        <p:nvSpPr>
          <p:cNvPr id="3" name="Title 2">
            <a:extLst>
              <a:ext uri="{FF2B5EF4-FFF2-40B4-BE49-F238E27FC236}">
                <a16:creationId xmlns:a16="http://schemas.microsoft.com/office/drawing/2014/main" id="{435961A2-3561-413D-8657-C19CFDF581CC}"/>
              </a:ext>
            </a:extLst>
          </p:cNvPr>
          <p:cNvSpPr>
            <a:spLocks noGrp="1"/>
          </p:cNvSpPr>
          <p:nvPr>
            <p:ph type="title" hasCustomPrompt="1"/>
          </p:nvPr>
        </p:nvSpPr>
        <p:spPr/>
        <p:txBody>
          <a:bodyPr/>
          <a:lstStyle/>
          <a:p>
            <a:r>
              <a:t>Programming/debugging</a:t>
            </a:r>
          </a:p>
        </p:txBody>
      </p:sp>
    </p:spTree>
    <p:extLst>
      <p:ext uri="{BB962C8B-B14F-4D97-AF65-F5344CB8AC3E}">
        <p14:creationId xmlns:p14="http://schemas.microsoft.com/office/powerpoint/2010/main" val="1678905602"/>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40BC71-B4B5-1B01-7D92-00C634BA904E}"/>
              </a:ext>
            </a:extLst>
          </p:cNvPr>
          <p:cNvSpPr>
            <a:spLocks noGrp="1"/>
          </p:cNvSpPr>
          <p:nvPr>
            <p:ph type="title" hasCustomPrompt="1"/>
          </p:nvPr>
        </p:nvSpPr>
        <p:spPr/>
        <p:txBody>
          <a:bodyPr/>
          <a:lstStyle/>
          <a:p>
            <a:r>
              <a:t>Code Example #1:</a:t>
            </a:r>
            <a:br>
              <a:rPr/>
            </a:br>
            <a:r>
              <a:t>Hello World</a:t>
            </a:r>
          </a:p>
        </p:txBody>
      </p:sp>
    </p:spTree>
    <p:extLst>
      <p:ext uri="{BB962C8B-B14F-4D97-AF65-F5344CB8AC3E}">
        <p14:creationId xmlns:p14="http://schemas.microsoft.com/office/powerpoint/2010/main" val="2072419450"/>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836982-1FDD-4605-B402-A753140C29CA}"/>
              </a:ext>
            </a:extLst>
          </p:cNvPr>
          <p:cNvSpPr>
            <a:spLocks noGrp="1"/>
          </p:cNvSpPr>
          <p:nvPr>
            <p:ph sz="quarter" idx="13" hasCustomPrompt="1"/>
          </p:nvPr>
        </p:nvSpPr>
        <p:spPr/>
        <p:txBody>
          <a:bodyPr/>
          <a:lstStyle/>
          <a:p>
            <a:pPr>
              <a:buNone/>
            </a:pPr>
            <a:r>
              <a:rPr>
                <a:solidFill>
                  <a:srgbClr val="1D1D1D"/>
                </a:solidFill>
              </a:rPr>
              <a:t>Algorithm flow :This PSOC™ Edge E84 Hello World Code example demonstrates </a:t>
            </a:r>
          </a:p>
          <a:p>
            <a:pPr>
              <a:buNone/>
            </a:pPr>
            <a:r>
              <a:rPr>
                <a:solidFill>
                  <a:srgbClr val="1D1D1D"/>
                </a:solidFill>
              </a:rPr>
              <a:t> </a:t>
            </a:r>
          </a:p>
          <a:p>
            <a:pPr>
              <a:buNone/>
            </a:pPr>
            <a:endParaRPr lang="en-US" sz="2400" b="1" dirty="0">
              <a:solidFill>
                <a:srgbClr val="1D1D1D"/>
              </a:solidFill>
            </a:endParaRPr>
          </a:p>
        </p:txBody>
      </p:sp>
      <p:sp>
        <p:nvSpPr>
          <p:cNvPr id="3" name="Title 2">
            <a:extLst>
              <a:ext uri="{FF2B5EF4-FFF2-40B4-BE49-F238E27FC236}">
                <a16:creationId xmlns:a16="http://schemas.microsoft.com/office/drawing/2014/main" id="{D7EB4136-58DF-4310-AAD1-0CD9303AE91D}"/>
              </a:ext>
            </a:extLst>
          </p:cNvPr>
          <p:cNvSpPr>
            <a:spLocks noGrp="1"/>
          </p:cNvSpPr>
          <p:nvPr>
            <p:ph type="title" hasCustomPrompt="1"/>
          </p:nvPr>
        </p:nvSpPr>
        <p:spPr/>
        <p:txBody>
          <a:bodyPr/>
          <a:lstStyle/>
          <a:p>
            <a:r>
              <a:t>Description of Hello World + Blinky example </a:t>
            </a:r>
          </a:p>
        </p:txBody>
      </p:sp>
      <p:pic>
        <p:nvPicPr>
          <p:cNvPr id="12" name="Picture 11">
            <a:extLst>
              <a:ext uri="{FF2B5EF4-FFF2-40B4-BE49-F238E27FC236}">
                <a16:creationId xmlns:a16="http://schemas.microsoft.com/office/drawing/2014/main" id="{DC37612C-71F3-4DB1-A194-9E999FA852C9}"/>
              </a:ext>
            </a:extLst>
          </p:cNvPr>
          <p:cNvPicPr>
            <a:picLocks noChangeAspect="1"/>
          </p:cNvPicPr>
          <p:nvPr/>
        </p:nvPicPr>
        <p:blipFill>
          <a:blip r:embed="rId3"/>
          <a:stretch>
            <a:fillRect/>
          </a:stretch>
        </p:blipFill>
        <p:spPr>
          <a:xfrm>
            <a:off x="504799" y="1556792"/>
            <a:ext cx="11305256" cy="4824536"/>
          </a:xfrm>
          <a:prstGeom prst="rect">
            <a:avLst/>
          </a:prstGeom>
        </p:spPr>
      </p:pic>
    </p:spTree>
    <p:extLst>
      <p:ext uri="{BB962C8B-B14F-4D97-AF65-F5344CB8AC3E}">
        <p14:creationId xmlns:p14="http://schemas.microsoft.com/office/powerpoint/2010/main" val="2462418399"/>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1E969-0D1C-4401-9E6D-3DC27753A7BA}"/>
              </a:ext>
            </a:extLst>
          </p:cNvPr>
          <p:cNvSpPr>
            <a:spLocks noGrp="1"/>
          </p:cNvSpPr>
          <p:nvPr>
            <p:ph type="title" hasCustomPrompt="1"/>
          </p:nvPr>
        </p:nvSpPr>
        <p:spPr/>
        <p:txBody>
          <a:bodyPr/>
          <a:lstStyle/>
          <a:p>
            <a:r>
              <a:t>Flow chart</a:t>
            </a:r>
          </a:p>
        </p:txBody>
      </p:sp>
      <p:pic>
        <p:nvPicPr>
          <p:cNvPr id="5" name="Picture 4">
            <a:extLst>
              <a:ext uri="{FF2B5EF4-FFF2-40B4-BE49-F238E27FC236}">
                <a16:creationId xmlns:a16="http://schemas.microsoft.com/office/drawing/2014/main" id="{4A55D3DD-A7F9-43FF-A8CA-79502A01CF84}"/>
              </a:ext>
            </a:extLst>
          </p:cNvPr>
          <p:cNvPicPr>
            <a:picLocks noChangeAspect="1"/>
          </p:cNvPicPr>
          <p:nvPr/>
        </p:nvPicPr>
        <p:blipFill>
          <a:blip r:embed="rId3"/>
          <a:stretch>
            <a:fillRect/>
          </a:stretch>
        </p:blipFill>
        <p:spPr>
          <a:xfrm>
            <a:off x="4151784" y="396044"/>
            <a:ext cx="7791434" cy="6065912"/>
          </a:xfrm>
          <a:prstGeom prst="rect">
            <a:avLst/>
          </a:prstGeom>
        </p:spPr>
      </p:pic>
      <p:pic>
        <p:nvPicPr>
          <p:cNvPr id="7" name="Picture 6">
            <a:extLst>
              <a:ext uri="{FF2B5EF4-FFF2-40B4-BE49-F238E27FC236}">
                <a16:creationId xmlns:a16="http://schemas.microsoft.com/office/drawing/2014/main" id="{8DFBB574-284B-405B-AA61-8A2F23B213BD}"/>
              </a:ext>
            </a:extLst>
          </p:cNvPr>
          <p:cNvPicPr>
            <a:picLocks noChangeAspect="1"/>
          </p:cNvPicPr>
          <p:nvPr/>
        </p:nvPicPr>
        <p:blipFill>
          <a:blip r:embed="rId4"/>
          <a:stretch>
            <a:fillRect/>
          </a:stretch>
        </p:blipFill>
        <p:spPr>
          <a:xfrm>
            <a:off x="479376" y="1294646"/>
            <a:ext cx="4185105" cy="4654634"/>
          </a:xfrm>
          <a:prstGeom prst="rect">
            <a:avLst/>
          </a:prstGeom>
        </p:spPr>
      </p:pic>
    </p:spTree>
    <p:extLst>
      <p:ext uri="{BB962C8B-B14F-4D97-AF65-F5344CB8AC3E}">
        <p14:creationId xmlns:p14="http://schemas.microsoft.com/office/powerpoint/2010/main" val="2273079542"/>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26261F-AF6F-4E57-AC6A-AF429532B8E5}"/>
              </a:ext>
            </a:extLst>
          </p:cNvPr>
          <p:cNvSpPr>
            <a:spLocks noGrp="1"/>
          </p:cNvSpPr>
          <p:nvPr>
            <p:ph type="title" hasCustomPrompt="1"/>
          </p:nvPr>
        </p:nvSpPr>
        <p:spPr/>
        <p:txBody>
          <a:bodyPr/>
          <a:lstStyle/>
          <a:p>
            <a:r>
              <a:t>Code Example #2:</a:t>
            </a:r>
            <a:br>
              <a:rPr/>
            </a:br>
            <a:r>
              <a:t>IPC queues using HAL</a:t>
            </a:r>
          </a:p>
        </p:txBody>
      </p:sp>
    </p:spTree>
    <p:extLst>
      <p:ext uri="{BB962C8B-B14F-4D97-AF65-F5344CB8AC3E}">
        <p14:creationId xmlns:p14="http://schemas.microsoft.com/office/powerpoint/2010/main" val="3213834819"/>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1">
            <a:extLst>
              <a:ext uri="{FF2B5EF4-FFF2-40B4-BE49-F238E27FC236}">
                <a16:creationId xmlns:a16="http://schemas.microsoft.com/office/drawing/2014/main" id="{3715B761-83DC-C9ED-DF42-31C9835EB450}"/>
              </a:ext>
            </a:extLst>
          </p:cNvPr>
          <p:cNvSpPr>
            <a:spLocks noGrp="1"/>
          </p:cNvSpPr>
          <p:nvPr>
            <p:ph sz="quarter" idx="13" hasCustomPrompt="1"/>
          </p:nvPr>
        </p:nvSpPr>
        <p:spPr/>
        <p:txBody>
          <a:bodyPr/>
          <a:lstStyle/>
          <a:p>
            <a:pPr lvl="1">
              <a:buNone/>
            </a:pPr>
            <a:endParaRPr lang="en-US" sz="1800" dirty="0"/>
          </a:p>
          <a:p>
            <a:r>
              <a:t>Supports 16 communication channels</a:t>
            </a:r>
          </a:p>
          <a:p>
            <a:pPr>
              <a:buNone/>
            </a:pPr>
            <a:endParaRPr lang="en-US" dirty="0"/>
          </a:p>
          <a:p>
            <a:r>
              <a:t>Supports 16 interrupt structures</a:t>
            </a:r>
          </a:p>
          <a:p>
            <a:pPr>
              <a:buNone/>
            </a:pPr>
            <a:endParaRPr lang="en-US" dirty="0"/>
          </a:p>
          <a:p>
            <a:r>
              <a:t>Inter processor communication methods</a:t>
            </a:r>
          </a:p>
          <a:p>
            <a:pPr lvl="1"/>
            <a:r>
              <a:t>Half-duplex with shared event handling</a:t>
            </a:r>
          </a:p>
          <a:p>
            <a:pPr lvl="1"/>
            <a:r>
              <a:t>Half-duplex with independent event handling</a:t>
            </a:r>
          </a:p>
          <a:p>
            <a:pPr lvl="1"/>
            <a:r>
              <a:t>Full-duplex communication</a:t>
            </a:r>
          </a:p>
          <a:p>
            <a:pPr lvl="1"/>
            <a:endParaRPr lang="en-US" sz="1800" dirty="0"/>
          </a:p>
          <a:p>
            <a:r>
              <a:t>IPC is available in CPU active power mode only.</a:t>
            </a:r>
          </a:p>
          <a:p>
            <a:endParaRPr lang="en-US" dirty="0"/>
          </a:p>
        </p:txBody>
      </p:sp>
      <p:sp>
        <p:nvSpPr>
          <p:cNvPr id="3" name="Titel 2">
            <a:extLst>
              <a:ext uri="{FF2B5EF4-FFF2-40B4-BE49-F238E27FC236}">
                <a16:creationId xmlns:a16="http://schemas.microsoft.com/office/drawing/2014/main" id="{AE92E142-CF5A-B9C7-ADBE-AAD6B1E5F96E}"/>
              </a:ext>
            </a:extLst>
          </p:cNvPr>
          <p:cNvSpPr>
            <a:spLocks noGrp="1"/>
          </p:cNvSpPr>
          <p:nvPr>
            <p:ph type="title" hasCustomPrompt="1"/>
          </p:nvPr>
        </p:nvSpPr>
        <p:spPr/>
        <p:txBody>
          <a:bodyPr anchor="b">
            <a:normAutofit/>
          </a:bodyPr>
          <a:lstStyle/>
          <a:p>
            <a:r>
              <a:t>Overview of IPC </a:t>
            </a:r>
          </a:p>
        </p:txBody>
      </p:sp>
      <p:sp>
        <p:nvSpPr>
          <p:cNvPr id="9" name="Rectangle 2">
            <a:extLst>
              <a:ext uri="{FF2B5EF4-FFF2-40B4-BE49-F238E27FC236}">
                <a16:creationId xmlns:a16="http://schemas.microsoft.com/office/drawing/2014/main" id="{1C8E1E52-64D8-4161-7243-306B7553210B}"/>
              </a:ext>
            </a:extLst>
          </p:cNvPr>
          <p:cNvSpPr>
            <a:spLocks noChangeArrowheads="1"/>
          </p:cNvSpPr>
          <p:nvPr/>
        </p:nvSpPr>
        <p:spPr bwMode="auto">
          <a:xfrm>
            <a:off x="6096000" y="2528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1D1D1D"/>
              </a:solidFill>
              <a:effectLst/>
              <a:uLnTx/>
              <a:uFillTx/>
              <a:latin typeface="Arial" charset="0"/>
              <a:cs typeface="Arial"/>
            </a:endParaRPr>
          </a:p>
        </p:txBody>
      </p:sp>
      <p:sp>
        <p:nvSpPr>
          <p:cNvPr id="15" name="Arrow: Right 14">
            <a:extLst>
              <a:ext uri="{FF2B5EF4-FFF2-40B4-BE49-F238E27FC236}">
                <a16:creationId xmlns:a16="http://schemas.microsoft.com/office/drawing/2014/main" id="{3DF95B02-FF97-EC43-987D-DD85596AB8B6}"/>
              </a:ext>
            </a:extLst>
          </p:cNvPr>
          <p:cNvSpPr/>
          <p:nvPr/>
        </p:nvSpPr>
        <p:spPr bwMode="auto">
          <a:xfrm>
            <a:off x="6129222" y="1446007"/>
            <a:ext cx="1119419" cy="360031"/>
          </a:xfrm>
          <a:prstGeom prst="rightArrow">
            <a:avLst/>
          </a:prstGeom>
          <a:solidFill>
            <a:schemeClr val="tx2"/>
          </a:solidFill>
          <a:ln w="9525">
            <a:noFill/>
            <a:miter lim="800000"/>
            <a:headEnd/>
            <a:tailEnd/>
          </a:ln>
        </p:spPr>
        <p:txBody>
          <a:bodyPr wrap="square" lIns="72000" tIns="72000" rIns="72000" bIns="72000" rtlCol="0" anchor="ctr"/>
          <a:lstStyle/>
          <a:p>
            <a:pPr marL="0" marR="0" lvl="0" indent="0" algn="ctr" defTabSz="576000" rtl="0" eaLnBrk="0" fontAlgn="base" latinLnBrk="0" hangingPunct="0">
              <a:lnSpc>
                <a:spcPct val="12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AHB5 slave </a:t>
            </a:r>
          </a:p>
        </p:txBody>
      </p:sp>
      <p:sp>
        <p:nvSpPr>
          <p:cNvPr id="12" name="Rectangle 11">
            <a:extLst>
              <a:ext uri="{FF2B5EF4-FFF2-40B4-BE49-F238E27FC236}">
                <a16:creationId xmlns:a16="http://schemas.microsoft.com/office/drawing/2014/main" id="{76C030B5-F48B-4937-1B3D-37D4E327B4AD}"/>
              </a:ext>
            </a:extLst>
          </p:cNvPr>
          <p:cNvSpPr/>
          <p:nvPr/>
        </p:nvSpPr>
        <p:spPr bwMode="auto">
          <a:xfrm>
            <a:off x="7247066" y="1445194"/>
            <a:ext cx="4119019" cy="337373"/>
          </a:xfrm>
          <a:prstGeom prst="rect">
            <a:avLst/>
          </a:prstGeom>
          <a:solidFill>
            <a:schemeClr val="tx2"/>
          </a:solidFill>
          <a:ln w="9525">
            <a:noFill/>
            <a:miter lim="800000"/>
            <a:headEnd/>
            <a:tailEnd/>
          </a:ln>
        </p:spPr>
        <p:txBody>
          <a:bodyPr wrap="square" lIns="72000" tIns="72000" rIns="72000" bIns="72000" rtlCol="0" anchor="ctr"/>
          <a:lstStyle/>
          <a:p>
            <a:pPr marL="0" marR="0" lvl="0" indent="0" algn="ctr" defTabSz="576000" rtl="0" eaLnBrk="0" fontAlgn="base" latinLnBrk="0" hangingPunct="0">
              <a:lnSpc>
                <a:spcPct val="12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AHB5 </a:t>
            </a:r>
            <a:r>
              <a:rPr kumimoji="0" lang="en-US" sz="1200" b="0" i="0" u="none" strike="noStrike" kern="1200" cap="none" spc="0" normalizeH="0" baseline="0" noProof="0" dirty="0">
                <a:ln>
                  <a:noFill/>
                </a:ln>
                <a:solidFill>
                  <a:srgbClr val="FFFFFF"/>
                </a:solidFill>
                <a:effectLst/>
                <a:uLnTx/>
                <a:uFillTx/>
                <a:latin typeface="Arial"/>
                <a:cs typeface="Arial"/>
              </a:rPr>
              <a:t>Slave interface</a:t>
            </a:r>
            <a:endParaRPr kumimoji="0" lang="en-US" sz="1200" b="0" i="0" u="none" strike="noStrike" kern="1200" cap="none" spc="0" normalizeH="0" baseline="0" noProof="0" dirty="0">
              <a:ln>
                <a:noFill/>
              </a:ln>
              <a:solidFill>
                <a:srgbClr val="FFFFFF"/>
              </a:solidFill>
              <a:effectLst/>
              <a:uLnTx/>
              <a:uFillTx/>
              <a:latin typeface="Arial"/>
              <a:ea typeface="+mn-ea"/>
              <a:cs typeface="Arial"/>
            </a:endParaRPr>
          </a:p>
        </p:txBody>
      </p:sp>
      <p:cxnSp>
        <p:nvCxnSpPr>
          <p:cNvPr id="17" name="Straight Arrow Connector 16">
            <a:extLst>
              <a:ext uri="{FF2B5EF4-FFF2-40B4-BE49-F238E27FC236}">
                <a16:creationId xmlns:a16="http://schemas.microsoft.com/office/drawing/2014/main" id="{5EE2A517-0AF7-D630-6123-DE9B98FA7A89}"/>
              </a:ext>
            </a:extLst>
          </p:cNvPr>
          <p:cNvCxnSpPr>
            <a:cxnSpLocks/>
            <a:stCxn id="16" idx="0"/>
          </p:cNvCxnSpPr>
          <p:nvPr/>
        </p:nvCxnSpPr>
        <p:spPr>
          <a:xfrm flipH="1" flipV="1">
            <a:off x="8285264" y="1782567"/>
            <a:ext cx="7418" cy="924254"/>
          </a:xfrm>
          <a:prstGeom prst="straightConnector1">
            <a:avLst/>
          </a:prstGeom>
          <a:ln w="38100" cap="flat" cmpd="sng" algn="ctr">
            <a:solidFill>
              <a:schemeClr val="accent6"/>
            </a:solidFill>
            <a:prstDash val="solid"/>
            <a:round/>
            <a:headEnd type="triangl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21" name="Straight Arrow Connector 20">
            <a:extLst>
              <a:ext uri="{FF2B5EF4-FFF2-40B4-BE49-F238E27FC236}">
                <a16:creationId xmlns:a16="http://schemas.microsoft.com/office/drawing/2014/main" id="{48B9AD1A-DCB5-88FC-A381-00F0C8FC2191}"/>
              </a:ext>
            </a:extLst>
          </p:cNvPr>
          <p:cNvCxnSpPr>
            <a:cxnSpLocks/>
          </p:cNvCxnSpPr>
          <p:nvPr/>
        </p:nvCxnSpPr>
        <p:spPr>
          <a:xfrm>
            <a:off x="8852035" y="3778748"/>
            <a:ext cx="1276413" cy="0"/>
          </a:xfrm>
          <a:prstGeom prst="straightConnector1">
            <a:avLst/>
          </a:prstGeom>
          <a:ln w="38100" cap="flat" cmpd="sng" algn="ctr">
            <a:solidFill>
              <a:schemeClr val="accent6"/>
            </a:solidFill>
            <a:prstDash val="solid"/>
            <a:round/>
            <a:headEnd type="triangl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24" name="Connector: Elbow 23">
            <a:extLst>
              <a:ext uri="{FF2B5EF4-FFF2-40B4-BE49-F238E27FC236}">
                <a16:creationId xmlns:a16="http://schemas.microsoft.com/office/drawing/2014/main" id="{DF333D89-A9D8-2C2F-59ED-63AD3905D597}"/>
              </a:ext>
            </a:extLst>
          </p:cNvPr>
          <p:cNvCxnSpPr>
            <a:cxnSpLocks/>
          </p:cNvCxnSpPr>
          <p:nvPr/>
        </p:nvCxnSpPr>
        <p:spPr>
          <a:xfrm rot="16200000" flipH="1">
            <a:off x="10603518" y="4575880"/>
            <a:ext cx="720080" cy="522058"/>
          </a:xfrm>
          <a:prstGeom prst="bentConnector3">
            <a:avLst>
              <a:gd name="adj1" fmla="val 99736"/>
            </a:avLst>
          </a:prstGeom>
          <a:ln w="38100" cap="flat" cmpd="sng" algn="ctr">
            <a:solidFill>
              <a:schemeClr val="accent6"/>
            </a:solidFill>
            <a:prstDash val="solid"/>
            <a:round/>
            <a:headEnd type="none" w="med" len="med"/>
            <a:tailEnd type="triangle" w="med" len="med"/>
          </a:ln>
        </p:spPr>
        <p:style>
          <a:lnRef idx="1">
            <a:schemeClr val="accent6"/>
          </a:lnRef>
          <a:fillRef idx="0">
            <a:schemeClr val="accent6"/>
          </a:fillRef>
          <a:effectRef idx="0">
            <a:schemeClr val="accent6"/>
          </a:effectRef>
          <a:fontRef idx="minor">
            <a:schemeClr val="tx1"/>
          </a:fontRef>
        </p:style>
      </p:cxnSp>
      <p:sp>
        <p:nvSpPr>
          <p:cNvPr id="28" name="TextBox 27">
            <a:extLst>
              <a:ext uri="{FF2B5EF4-FFF2-40B4-BE49-F238E27FC236}">
                <a16:creationId xmlns:a16="http://schemas.microsoft.com/office/drawing/2014/main" id="{D8F7D7A2-B55E-DE99-C331-CAC2C90A6EF8}"/>
              </a:ext>
            </a:extLst>
          </p:cNvPr>
          <p:cNvSpPr txBox="1"/>
          <p:nvPr/>
        </p:nvSpPr>
        <p:spPr bwMode="auto">
          <a:xfrm>
            <a:off x="10702529" y="5225988"/>
            <a:ext cx="768661" cy="234744"/>
          </a:xfrm>
          <a:prstGeom prst="rect">
            <a:avLst/>
          </a:prstGeom>
          <a:noFill/>
          <a:ln w="9525">
            <a:noFill/>
            <a:miter lim="800000"/>
            <a:headEnd/>
            <a:tailEnd/>
          </a:ln>
          <a:effectLst/>
        </p:spPr>
        <p:txBody>
          <a:bodyPr wrap="square" lIns="0" tIns="0" rIns="0" bIns="0" rtlCol="0" anchor="t" anchorCtr="0">
            <a:spAutoFit/>
          </a:bodyPr>
          <a:lstStyle/>
          <a:p>
            <a:pPr marL="0" marR="0" lvl="0" indent="0" algn="l" defTabSz="576000" rtl="0" eaLnBrk="0" fontAlgn="auto" latinLnBrk="0" hangingPunct="0">
              <a:lnSpc>
                <a:spcPct val="120000"/>
              </a:lnSpc>
              <a:spcBef>
                <a:spcPts val="0"/>
              </a:spcBef>
              <a:spcAft>
                <a:spcPts val="0"/>
              </a:spcAft>
              <a:buClr>
                <a:srgbClr val="0A8276"/>
              </a:buClr>
              <a:buSzTx/>
              <a:buFontTx/>
              <a:buNone/>
              <a:tabLst/>
              <a:defRPr/>
            </a:pPr>
            <a:r>
              <a:rPr kumimoji="0" lang="en-US" sz="1400" b="0" i="0" u="none" strike="noStrike" kern="0" cap="none" spc="0" normalizeH="0" baseline="0" noProof="0" dirty="0">
                <a:ln>
                  <a:noFill/>
                </a:ln>
                <a:solidFill>
                  <a:srgbClr val="1D1D1D"/>
                </a:solidFill>
                <a:effectLst/>
                <a:uLnTx/>
                <a:uFillTx/>
                <a:latin typeface="Arial"/>
                <a:cs typeface="Arial"/>
              </a:rPr>
              <a:t>Interrupts</a:t>
            </a:r>
            <a:endParaRPr kumimoji="0" lang="en-US" sz="1400" b="0" i="0" u="none" strike="noStrike" kern="0" cap="none" spc="0" normalizeH="0" baseline="0" noProof="0" dirty="0">
              <a:ln>
                <a:noFill/>
              </a:ln>
              <a:solidFill>
                <a:srgbClr val="1D1D1D"/>
              </a:solidFill>
              <a:effectLst/>
              <a:uLnTx/>
              <a:uFillTx/>
              <a:latin typeface="Arial"/>
              <a:ea typeface="+mn-ea"/>
              <a:cs typeface="Arial"/>
            </a:endParaRPr>
          </a:p>
        </p:txBody>
      </p:sp>
      <p:cxnSp>
        <p:nvCxnSpPr>
          <p:cNvPr id="11" name="Connector: Elbow 10">
            <a:extLst>
              <a:ext uri="{FF2B5EF4-FFF2-40B4-BE49-F238E27FC236}">
                <a16:creationId xmlns:a16="http://schemas.microsoft.com/office/drawing/2014/main" id="{0540DD36-BEFE-9C28-ABD1-B40FDB338964}"/>
              </a:ext>
            </a:extLst>
          </p:cNvPr>
          <p:cNvCxnSpPr>
            <a:cxnSpLocks/>
            <a:stCxn id="46" idx="3"/>
          </p:cNvCxnSpPr>
          <p:nvPr/>
        </p:nvCxnSpPr>
        <p:spPr>
          <a:xfrm flipV="1">
            <a:off x="7083850" y="1779316"/>
            <a:ext cx="378473" cy="436029"/>
          </a:xfrm>
          <a:prstGeom prst="bentConnector2">
            <a:avLst/>
          </a:prstGeom>
          <a:ln w="28575">
            <a:tailEnd type="triangle"/>
          </a:ln>
        </p:spPr>
        <p:style>
          <a:lnRef idx="1">
            <a:schemeClr val="accent6"/>
          </a:lnRef>
          <a:fillRef idx="0">
            <a:schemeClr val="accent6"/>
          </a:fillRef>
          <a:effectRef idx="0">
            <a:schemeClr val="accent6"/>
          </a:effectRef>
          <a:fontRef idx="minor">
            <a:schemeClr val="tx1"/>
          </a:fontRef>
        </p:style>
      </p:cxnSp>
      <p:graphicFrame>
        <p:nvGraphicFramePr>
          <p:cNvPr id="16" name="Table 18">
            <a:extLst>
              <a:ext uri="{FF2B5EF4-FFF2-40B4-BE49-F238E27FC236}">
                <a16:creationId xmlns:a16="http://schemas.microsoft.com/office/drawing/2014/main" id="{3A0F305F-B2BC-E13F-93B4-1EE05DEE4D63}"/>
              </a:ext>
            </a:extLst>
          </p:cNvPr>
          <p:cNvGraphicFramePr>
            <a:graphicFrameLocks noGrp="1"/>
          </p:cNvGraphicFramePr>
          <p:nvPr/>
        </p:nvGraphicFramePr>
        <p:xfrm>
          <a:off x="7733330" y="2706821"/>
          <a:ext cx="1118705" cy="1871280"/>
        </p:xfrm>
        <a:graphic>
          <a:graphicData uri="http://schemas.openxmlformats.org/drawingml/2006/table">
            <a:tbl>
              <a:tblPr firstRow="1" bandRow="1">
                <a:tableStyleId>{69012ECD-51FC-41F1-AA8D-1B2483CD663E}</a:tableStyleId>
              </a:tblPr>
              <a:tblGrid>
                <a:gridCol w="1118705">
                  <a:extLst>
                    <a:ext uri="{9D8B030D-6E8A-4147-A177-3AD203B41FA5}">
                      <a16:colId xmlns:a16="http://schemas.microsoft.com/office/drawing/2014/main" val="73243031"/>
                    </a:ext>
                  </a:extLst>
                </a:gridCol>
              </a:tblGrid>
              <a:tr h="295008">
                <a:tc>
                  <a:txBody>
                    <a:bodyPr/>
                    <a:lstStyle/>
                    <a:p>
                      <a:pPr algn="ctr"/>
                      <a:r>
                        <a:rPr lang="en-US" sz="1000" dirty="0"/>
                        <a:t>IPC </a:t>
                      </a:r>
                    </a:p>
                    <a:p>
                      <a:pPr algn="ctr"/>
                      <a:r>
                        <a:rPr lang="en-US" sz="1000" dirty="0"/>
                        <a:t>Structure</a:t>
                      </a:r>
                    </a:p>
                  </a:txBody>
                  <a:tcPr/>
                </a:tc>
                <a:extLst>
                  <a:ext uri="{0D108BD9-81ED-4DB2-BD59-A6C34878D82A}">
                    <a16:rowId xmlns:a16="http://schemas.microsoft.com/office/drawing/2014/main" val="747986202"/>
                  </a:ext>
                </a:extLst>
              </a:tr>
              <a:tr h="295008">
                <a:tc>
                  <a:txBody>
                    <a:bodyPr/>
                    <a:lstStyle/>
                    <a:p>
                      <a:pPr algn="ctr"/>
                      <a:r>
                        <a:rPr lang="en-US" sz="1000" b="0" dirty="0"/>
                        <a:t>ACQUIRE*</a:t>
                      </a:r>
                    </a:p>
                  </a:txBody>
                  <a:tcPr anchor="ctr">
                    <a:solidFill>
                      <a:srgbClr val="B8DEDA"/>
                    </a:solidFill>
                  </a:tcPr>
                </a:tc>
                <a:extLst>
                  <a:ext uri="{0D108BD9-81ED-4DB2-BD59-A6C34878D82A}">
                    <a16:rowId xmlns:a16="http://schemas.microsoft.com/office/drawing/2014/main" val="820000739"/>
                  </a:ext>
                </a:extLst>
              </a:tr>
              <a:tr h="295008">
                <a:tc>
                  <a:txBody>
                    <a:bodyPr/>
                    <a:lstStyle/>
                    <a:p>
                      <a:pPr algn="ctr"/>
                      <a:r>
                        <a:rPr lang="en-US" sz="1000" dirty="0"/>
                        <a:t>NOTIFY</a:t>
                      </a:r>
                    </a:p>
                  </a:txBody>
                  <a:tcPr anchor="ctr">
                    <a:solidFill>
                      <a:srgbClr val="B8DEDA"/>
                    </a:solidFill>
                  </a:tcPr>
                </a:tc>
                <a:extLst>
                  <a:ext uri="{0D108BD9-81ED-4DB2-BD59-A6C34878D82A}">
                    <a16:rowId xmlns:a16="http://schemas.microsoft.com/office/drawing/2014/main" val="428968837"/>
                  </a:ext>
                </a:extLst>
              </a:tr>
              <a:tr h="295008">
                <a:tc>
                  <a:txBody>
                    <a:bodyPr/>
                    <a:lstStyle/>
                    <a:p>
                      <a:pPr algn="ctr"/>
                      <a:r>
                        <a:rPr lang="en-US" sz="1000" dirty="0"/>
                        <a:t>RELEASE </a:t>
                      </a:r>
                    </a:p>
                  </a:txBody>
                  <a:tcPr anchor="ctr">
                    <a:solidFill>
                      <a:srgbClr val="B8DEDA"/>
                    </a:solidFill>
                  </a:tcPr>
                </a:tc>
                <a:extLst>
                  <a:ext uri="{0D108BD9-81ED-4DB2-BD59-A6C34878D82A}">
                    <a16:rowId xmlns:a16="http://schemas.microsoft.com/office/drawing/2014/main" val="728456935"/>
                  </a:ext>
                </a:extLst>
              </a:tr>
              <a:tr h="295008">
                <a:tc>
                  <a:txBody>
                    <a:bodyPr/>
                    <a:lstStyle/>
                    <a:p>
                      <a:pPr algn="ctr"/>
                      <a:r>
                        <a:rPr lang="en-US" sz="1000" dirty="0"/>
                        <a:t>DATA</a:t>
                      </a:r>
                    </a:p>
                  </a:txBody>
                  <a:tcPr anchor="ctr">
                    <a:solidFill>
                      <a:srgbClr val="B8DEDA"/>
                    </a:solidFill>
                  </a:tcPr>
                </a:tc>
                <a:extLst>
                  <a:ext uri="{0D108BD9-81ED-4DB2-BD59-A6C34878D82A}">
                    <a16:rowId xmlns:a16="http://schemas.microsoft.com/office/drawing/2014/main" val="1956340948"/>
                  </a:ext>
                </a:extLst>
              </a:tr>
              <a:tr h="295008">
                <a:tc>
                  <a:txBody>
                    <a:bodyPr/>
                    <a:lstStyle/>
                    <a:p>
                      <a:pPr algn="ctr"/>
                      <a:r>
                        <a:rPr lang="en-US" sz="1000" dirty="0"/>
                        <a:t>STATUS</a:t>
                      </a:r>
                    </a:p>
                  </a:txBody>
                  <a:tcPr anchor="ctr">
                    <a:solidFill>
                      <a:srgbClr val="B8DEDA"/>
                    </a:solidFill>
                  </a:tcPr>
                </a:tc>
                <a:extLst>
                  <a:ext uri="{0D108BD9-81ED-4DB2-BD59-A6C34878D82A}">
                    <a16:rowId xmlns:a16="http://schemas.microsoft.com/office/drawing/2014/main" val="1575484724"/>
                  </a:ext>
                </a:extLst>
              </a:tr>
            </a:tbl>
          </a:graphicData>
        </a:graphic>
      </p:graphicFrame>
      <p:graphicFrame>
        <p:nvGraphicFramePr>
          <p:cNvPr id="25" name="Table 18">
            <a:extLst>
              <a:ext uri="{FF2B5EF4-FFF2-40B4-BE49-F238E27FC236}">
                <a16:creationId xmlns:a16="http://schemas.microsoft.com/office/drawing/2014/main" id="{3EFAAB74-D561-7F30-BC7E-4D2F10257638}"/>
              </a:ext>
            </a:extLst>
          </p:cNvPr>
          <p:cNvGraphicFramePr>
            <a:graphicFrameLocks noGrp="1"/>
          </p:cNvGraphicFramePr>
          <p:nvPr/>
        </p:nvGraphicFramePr>
        <p:xfrm>
          <a:off x="10136158" y="2648122"/>
          <a:ext cx="1118705" cy="1915590"/>
        </p:xfrm>
        <a:graphic>
          <a:graphicData uri="http://schemas.openxmlformats.org/drawingml/2006/table">
            <a:tbl>
              <a:tblPr firstRow="1" bandRow="1">
                <a:tableStyleId>{69012ECD-51FC-41F1-AA8D-1B2483CD663E}</a:tableStyleId>
              </a:tblPr>
              <a:tblGrid>
                <a:gridCol w="1118705">
                  <a:extLst>
                    <a:ext uri="{9D8B030D-6E8A-4147-A177-3AD203B41FA5}">
                      <a16:colId xmlns:a16="http://schemas.microsoft.com/office/drawing/2014/main" val="73243031"/>
                    </a:ext>
                  </a:extLst>
                </a:gridCol>
              </a:tblGrid>
              <a:tr h="445436">
                <a:tc>
                  <a:txBody>
                    <a:bodyPr/>
                    <a:lstStyle/>
                    <a:p>
                      <a:pPr algn="ctr"/>
                      <a:r>
                        <a:rPr lang="en-US" sz="1000" dirty="0"/>
                        <a:t>Interrupt Structure</a:t>
                      </a:r>
                    </a:p>
                  </a:txBody>
                  <a:tcPr/>
                </a:tc>
                <a:extLst>
                  <a:ext uri="{0D108BD9-81ED-4DB2-BD59-A6C34878D82A}">
                    <a16:rowId xmlns:a16="http://schemas.microsoft.com/office/drawing/2014/main" val="747986202"/>
                  </a:ext>
                </a:extLst>
              </a:tr>
              <a:tr h="735077">
                <a:tc>
                  <a:txBody>
                    <a:bodyPr/>
                    <a:lstStyle/>
                    <a:p>
                      <a:pPr algn="ctr"/>
                      <a:r>
                        <a:rPr lang="en-US" sz="1000" b="0" dirty="0"/>
                        <a:t>NOTIFY</a:t>
                      </a:r>
                    </a:p>
                  </a:txBody>
                  <a:tcPr anchor="ctr">
                    <a:solidFill>
                      <a:srgbClr val="B8DEDA"/>
                    </a:solidFill>
                  </a:tcPr>
                </a:tc>
                <a:extLst>
                  <a:ext uri="{0D108BD9-81ED-4DB2-BD59-A6C34878D82A}">
                    <a16:rowId xmlns:a16="http://schemas.microsoft.com/office/drawing/2014/main" val="820000739"/>
                  </a:ext>
                </a:extLst>
              </a:tr>
              <a:tr h="735077">
                <a:tc>
                  <a:txBody>
                    <a:bodyPr/>
                    <a:lstStyle/>
                    <a:p>
                      <a:pPr algn="ctr"/>
                      <a:r>
                        <a:rPr lang="en-US" sz="1000" dirty="0"/>
                        <a:t>RELEASE</a:t>
                      </a:r>
                    </a:p>
                  </a:txBody>
                  <a:tcPr anchor="ctr">
                    <a:solidFill>
                      <a:srgbClr val="B8DEDA"/>
                    </a:solidFill>
                  </a:tcPr>
                </a:tc>
                <a:extLst>
                  <a:ext uri="{0D108BD9-81ED-4DB2-BD59-A6C34878D82A}">
                    <a16:rowId xmlns:a16="http://schemas.microsoft.com/office/drawing/2014/main" val="428968837"/>
                  </a:ext>
                </a:extLst>
              </a:tr>
            </a:tbl>
          </a:graphicData>
        </a:graphic>
      </p:graphicFrame>
      <p:cxnSp>
        <p:nvCxnSpPr>
          <p:cNvPr id="31" name="Straight Arrow Connector 30">
            <a:extLst>
              <a:ext uri="{FF2B5EF4-FFF2-40B4-BE49-F238E27FC236}">
                <a16:creationId xmlns:a16="http://schemas.microsoft.com/office/drawing/2014/main" id="{4BEA39A8-EFE8-0838-B7B0-197B68C20C04}"/>
              </a:ext>
            </a:extLst>
          </p:cNvPr>
          <p:cNvCxnSpPr>
            <a:cxnSpLocks/>
          </p:cNvCxnSpPr>
          <p:nvPr/>
        </p:nvCxnSpPr>
        <p:spPr>
          <a:xfrm flipV="1">
            <a:off x="10695510" y="1782567"/>
            <a:ext cx="0" cy="865556"/>
          </a:xfrm>
          <a:prstGeom prst="straightConnector1">
            <a:avLst/>
          </a:prstGeom>
          <a:ln w="38100" cap="flat" cmpd="sng" algn="ctr">
            <a:solidFill>
              <a:schemeClr val="accent6"/>
            </a:solidFill>
            <a:prstDash val="solid"/>
            <a:round/>
            <a:headEnd type="triangle" w="med" len="med"/>
            <a:tailEnd type="triangle" w="med" len="med"/>
          </a:ln>
        </p:spPr>
        <p:style>
          <a:lnRef idx="1">
            <a:schemeClr val="accent6"/>
          </a:lnRef>
          <a:fillRef idx="0">
            <a:schemeClr val="accent6"/>
          </a:fillRef>
          <a:effectRef idx="0">
            <a:schemeClr val="accent6"/>
          </a:effectRef>
          <a:fontRef idx="minor">
            <a:schemeClr val="tx1"/>
          </a:fontRef>
        </p:style>
      </p:cxnSp>
      <p:sp>
        <p:nvSpPr>
          <p:cNvPr id="46" name="Rectangle 45">
            <a:extLst>
              <a:ext uri="{FF2B5EF4-FFF2-40B4-BE49-F238E27FC236}">
                <a16:creationId xmlns:a16="http://schemas.microsoft.com/office/drawing/2014/main" id="{83DB3C59-D8CA-10AF-EC76-A0575574B3D7}"/>
              </a:ext>
            </a:extLst>
          </p:cNvPr>
          <p:cNvSpPr/>
          <p:nvPr/>
        </p:nvSpPr>
        <p:spPr bwMode="auto">
          <a:xfrm>
            <a:off x="6136641" y="1909311"/>
            <a:ext cx="947209" cy="612068"/>
          </a:xfrm>
          <a:prstGeom prst="rect">
            <a:avLst/>
          </a:prstGeom>
          <a:solidFill>
            <a:srgbClr val="9BBA43"/>
          </a:solidFill>
          <a:ln w="9525">
            <a:noFill/>
            <a:miter lim="800000"/>
            <a:headEnd/>
            <a:tailEnd/>
          </a:ln>
        </p:spPr>
        <p:txBody>
          <a:bodyPr wrap="square" lIns="72000" tIns="72000" rIns="72000" bIns="72000" rtlCol="0" anchor="ctr"/>
          <a:lstStyle/>
          <a:p>
            <a:pPr marL="0" marR="0" lvl="0" indent="0" algn="ctr" defTabSz="576000" rtl="0" eaLnBrk="0" fontAlgn="base" latinLnBrk="0" hangingPunct="0">
              <a:lnSpc>
                <a:spcPct val="12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cs typeface="Arial"/>
              </a:rPr>
              <a:t>SRSS</a:t>
            </a:r>
            <a:endParaRPr kumimoji="0" lang="en-US" sz="1200" b="0" i="0" u="none" strike="noStrike" kern="1200" cap="none" spc="0" normalizeH="0" baseline="0" noProof="0" dirty="0">
              <a:ln>
                <a:noFill/>
              </a:ln>
              <a:solidFill>
                <a:srgbClr val="FFFFFF"/>
              </a:solidFill>
              <a:effectLst/>
              <a:uLnTx/>
              <a:uFillTx/>
              <a:latin typeface="Arial"/>
              <a:ea typeface="+mn-ea"/>
              <a:cs typeface="Arial"/>
            </a:endParaRPr>
          </a:p>
        </p:txBody>
      </p:sp>
      <p:sp>
        <p:nvSpPr>
          <p:cNvPr id="2" name="TextBox 1">
            <a:extLst>
              <a:ext uri="{FF2B5EF4-FFF2-40B4-BE49-F238E27FC236}">
                <a16:creationId xmlns:a16="http://schemas.microsoft.com/office/drawing/2014/main" id="{8AF6E6E7-2E17-A662-0F27-C6FDE88BB72D}"/>
              </a:ext>
            </a:extLst>
          </p:cNvPr>
          <p:cNvSpPr txBox="1"/>
          <p:nvPr/>
        </p:nvSpPr>
        <p:spPr bwMode="auto">
          <a:xfrm>
            <a:off x="6181593" y="6129300"/>
            <a:ext cx="3384376" cy="134139"/>
          </a:xfrm>
          <a:prstGeom prst="rect">
            <a:avLst/>
          </a:prstGeom>
          <a:noFill/>
          <a:ln w="9525">
            <a:noFill/>
            <a:miter lim="800000"/>
            <a:headEnd/>
            <a:tailEnd/>
          </a:ln>
          <a:effectLst/>
        </p:spPr>
        <p:txBody>
          <a:bodyPr wrap="square" lIns="0" tIns="0" rIns="0" bIns="0" rtlCol="0" anchor="t" anchorCtr="0">
            <a:spAutoFit/>
          </a:bodyPr>
          <a:lstStyle/>
          <a:p>
            <a:pPr marL="0" marR="0" lvl="0" indent="0" algn="l" defTabSz="576000" rtl="0" eaLnBrk="0" fontAlgn="auto" latinLnBrk="0" hangingPunct="0">
              <a:lnSpc>
                <a:spcPct val="120000"/>
              </a:lnSpc>
              <a:spcBef>
                <a:spcPts val="0"/>
              </a:spcBef>
              <a:spcAft>
                <a:spcPts val="0"/>
              </a:spcAft>
              <a:buClr>
                <a:srgbClr val="0A8276"/>
              </a:buClr>
              <a:buSzTx/>
              <a:buFontTx/>
              <a:buNone/>
              <a:tabLst/>
              <a:defRPr/>
            </a:pPr>
            <a:r>
              <a:rPr kumimoji="0" lang="en-US" sz="800" b="0" i="0" u="none" strike="noStrike" kern="0" cap="none" spc="0" normalizeH="0" baseline="0" noProof="0" dirty="0">
                <a:ln>
                  <a:noFill/>
                </a:ln>
                <a:solidFill>
                  <a:srgbClr val="1D1D1D"/>
                </a:solidFill>
                <a:effectLst/>
                <a:uLnTx/>
                <a:uFillTx/>
                <a:latin typeface="Arial"/>
                <a:ea typeface="+mn-ea"/>
                <a:cs typeface="Arial"/>
              </a:rPr>
              <a:t>* MS </a:t>
            </a:r>
            <a:r>
              <a:rPr lang="en-US" sz="800" kern="0" dirty="0">
                <a:solidFill>
                  <a:srgbClr val="1D1D1D"/>
                </a:solidFill>
                <a:latin typeface="Arial"/>
                <a:cs typeface="Arial"/>
              </a:rPr>
              <a:t>field</a:t>
            </a:r>
            <a:r>
              <a:rPr kumimoji="0" lang="en-US" sz="800" b="0" i="0" u="none" strike="noStrike" kern="0" cap="none" spc="0" normalizeH="0" baseline="0" noProof="0" dirty="0">
                <a:ln>
                  <a:noFill/>
                </a:ln>
                <a:solidFill>
                  <a:srgbClr val="1D1D1D"/>
                </a:solidFill>
                <a:effectLst/>
                <a:uLnTx/>
                <a:uFillTx/>
                <a:latin typeface="Arial"/>
                <a:ea typeface="+mn-ea"/>
                <a:cs typeface="Arial"/>
              </a:rPr>
              <a:t> of the Acquire register width has been expanded to 8 bits</a:t>
            </a:r>
          </a:p>
        </p:txBody>
      </p:sp>
    </p:spTree>
    <p:extLst>
      <p:ext uri="{BB962C8B-B14F-4D97-AF65-F5344CB8AC3E}">
        <p14:creationId xmlns:p14="http://schemas.microsoft.com/office/powerpoint/2010/main" val="608026598"/>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B3DCD2-C182-4270-932C-829EDBA9AC06}"/>
              </a:ext>
            </a:extLst>
          </p:cNvPr>
          <p:cNvSpPr>
            <a:spLocks noGrp="1"/>
          </p:cNvSpPr>
          <p:nvPr>
            <p:ph type="title" hasCustomPrompt="1"/>
          </p:nvPr>
        </p:nvSpPr>
        <p:spPr/>
        <p:txBody>
          <a:bodyPr/>
          <a:lstStyle/>
          <a:p>
            <a:r>
              <a:t>Block Diagram of IPC HAL</a:t>
            </a:r>
          </a:p>
        </p:txBody>
      </p:sp>
      <p:pic>
        <p:nvPicPr>
          <p:cNvPr id="6" name="Picture 5">
            <a:extLst>
              <a:ext uri="{FF2B5EF4-FFF2-40B4-BE49-F238E27FC236}">
                <a16:creationId xmlns:a16="http://schemas.microsoft.com/office/drawing/2014/main" id="{CAB8A0A0-39B7-4839-8732-C2537E1C5A44}"/>
              </a:ext>
            </a:extLst>
          </p:cNvPr>
          <p:cNvPicPr>
            <a:picLocks noChangeAspect="1"/>
          </p:cNvPicPr>
          <p:nvPr/>
        </p:nvPicPr>
        <p:blipFill>
          <a:blip r:embed="rId3"/>
          <a:stretch>
            <a:fillRect/>
          </a:stretch>
        </p:blipFill>
        <p:spPr>
          <a:xfrm>
            <a:off x="1487488" y="1491660"/>
            <a:ext cx="7920880" cy="4413306"/>
          </a:xfrm>
          <a:prstGeom prst="rect">
            <a:avLst/>
          </a:prstGeom>
        </p:spPr>
      </p:pic>
    </p:spTree>
    <p:extLst>
      <p:ext uri="{BB962C8B-B14F-4D97-AF65-F5344CB8AC3E}">
        <p14:creationId xmlns:p14="http://schemas.microsoft.com/office/powerpoint/2010/main" val="2391874926"/>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5204081-2036-4EA1-B6D0-A6338531915A}"/>
              </a:ext>
            </a:extLst>
          </p:cNvPr>
          <p:cNvSpPr>
            <a:spLocks noGrp="1"/>
          </p:cNvSpPr>
          <p:nvPr>
            <p:ph type="title" hasCustomPrompt="1"/>
          </p:nvPr>
        </p:nvSpPr>
        <p:spPr/>
        <p:txBody>
          <a:bodyPr/>
          <a:lstStyle/>
          <a:p>
            <a:r>
              <a:t>Queues</a:t>
            </a:r>
          </a:p>
        </p:txBody>
      </p:sp>
      <p:pic>
        <p:nvPicPr>
          <p:cNvPr id="6" name="Picture 5">
            <a:extLst>
              <a:ext uri="{FF2B5EF4-FFF2-40B4-BE49-F238E27FC236}">
                <a16:creationId xmlns:a16="http://schemas.microsoft.com/office/drawing/2014/main" id="{851A52EF-C918-44F3-84FE-5C2C71607FA5}"/>
              </a:ext>
            </a:extLst>
          </p:cNvPr>
          <p:cNvPicPr>
            <a:picLocks noChangeAspect="1"/>
          </p:cNvPicPr>
          <p:nvPr/>
        </p:nvPicPr>
        <p:blipFill>
          <a:blip r:embed="rId3"/>
          <a:stretch>
            <a:fillRect/>
          </a:stretch>
        </p:blipFill>
        <p:spPr>
          <a:xfrm>
            <a:off x="839415" y="1268760"/>
            <a:ext cx="10303909" cy="4610719"/>
          </a:xfrm>
          <a:prstGeom prst="rect">
            <a:avLst/>
          </a:prstGeom>
        </p:spPr>
      </p:pic>
    </p:spTree>
    <p:extLst>
      <p:ext uri="{BB962C8B-B14F-4D97-AF65-F5344CB8AC3E}">
        <p14:creationId xmlns:p14="http://schemas.microsoft.com/office/powerpoint/2010/main" val="4162780716"/>
      </p:ext>
    </p:ext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6F534964-88F1-3188-966D-D25A9D6C5664}"/>
              </a:ext>
            </a:extLst>
          </p:cNvPr>
          <p:cNvSpPr>
            <a:spLocks noGrp="1"/>
          </p:cNvSpPr>
          <p:nvPr>
            <p:ph type="title" hasCustomPrompt="1"/>
          </p:nvPr>
        </p:nvSpPr>
        <p:spPr/>
        <p:txBody>
          <a:bodyPr/>
          <a:lstStyle/>
          <a:p>
            <a:r>
              <a:t>IPC HAL (Hardware Abstraction Layer)</a:t>
            </a:r>
          </a:p>
        </p:txBody>
      </p:sp>
      <p:graphicFrame>
        <p:nvGraphicFramePr>
          <p:cNvPr id="5" name="Table 5">
            <a:extLst>
              <a:ext uri="{FF2B5EF4-FFF2-40B4-BE49-F238E27FC236}">
                <a16:creationId xmlns:a16="http://schemas.microsoft.com/office/drawing/2014/main" id="{A1730990-4D58-17BB-82B0-2897842688F5}"/>
              </a:ext>
            </a:extLst>
          </p:cNvPr>
          <p:cNvGraphicFramePr>
            <a:graphicFrameLocks noGrp="1"/>
          </p:cNvGraphicFramePr>
          <p:nvPr>
            <p:extLst/>
          </p:nvPr>
        </p:nvGraphicFramePr>
        <p:xfrm>
          <a:off x="345012" y="1260373"/>
          <a:ext cx="11521678" cy="4394200"/>
        </p:xfrm>
        <a:graphic>
          <a:graphicData uri="http://schemas.openxmlformats.org/drawingml/2006/table">
            <a:tbl>
              <a:tblPr firstRow="1" bandRow="1">
                <a:tableStyleId>{69012ECD-51FC-41F1-AA8D-1B2483CD663E}</a:tableStyleId>
              </a:tblPr>
              <a:tblGrid>
                <a:gridCol w="5760839">
                  <a:extLst>
                    <a:ext uri="{9D8B030D-6E8A-4147-A177-3AD203B41FA5}">
                      <a16:colId xmlns:a16="http://schemas.microsoft.com/office/drawing/2014/main" val="1979229114"/>
                    </a:ext>
                  </a:extLst>
                </a:gridCol>
                <a:gridCol w="5760839">
                  <a:extLst>
                    <a:ext uri="{9D8B030D-6E8A-4147-A177-3AD203B41FA5}">
                      <a16:colId xmlns:a16="http://schemas.microsoft.com/office/drawing/2014/main" val="2261435513"/>
                    </a:ext>
                  </a:extLst>
                </a:gridCol>
              </a:tblGrid>
              <a:tr h="370840">
                <a:tc>
                  <a:txBody>
                    <a:bodyPr/>
                    <a:lstStyle/>
                    <a:p>
                      <a:pPr algn="ctr"/>
                      <a:r>
                        <a:rPr lang="en-US" dirty="0"/>
                        <a:t>Feature</a:t>
                      </a:r>
                    </a:p>
                  </a:txBody>
                  <a:tcPr/>
                </a:tc>
                <a:tc>
                  <a:txBody>
                    <a:bodyPr/>
                    <a:lstStyle/>
                    <a:p>
                      <a:pPr algn="ctr"/>
                      <a:r>
                        <a:rPr lang="en-US" dirty="0"/>
                        <a:t>API Functions</a:t>
                      </a:r>
                    </a:p>
                  </a:txBody>
                  <a:tcPr/>
                </a:tc>
                <a:extLst>
                  <a:ext uri="{0D108BD9-81ED-4DB2-BD59-A6C34878D82A}">
                    <a16:rowId xmlns:a16="http://schemas.microsoft.com/office/drawing/2014/main" val="2430956200"/>
                  </a:ext>
                </a:extLst>
              </a:tr>
              <a:tr h="370840">
                <a:tc>
                  <a:txBody>
                    <a:bodyPr/>
                    <a:lstStyle/>
                    <a:p>
                      <a:pPr algn="ctr"/>
                      <a:r>
                        <a:rPr lang="en-US" dirty="0"/>
                        <a:t>Binary semaphore</a:t>
                      </a:r>
                    </a:p>
                  </a:txBody>
                  <a:tcPr/>
                </a:tc>
                <a:tc>
                  <a:txBody>
                    <a:bodyPr/>
                    <a:lstStyle>
                      <a:lvl1pPr>
                        <a:buClr>
                          <a:schemeClr val="tx2"/>
                        </a:buClr>
                        <a:buSzPct val="100000"/>
                        <a:buFont typeface="Arial" panose="020B0604020202020204" pitchFamily="34" charset="0"/>
                        <a:buChar char="‒"/>
                      </a:lvl1pPr>
                      <a:lvl2pPr>
                        <a:buClr>
                          <a:schemeClr val="tx2"/>
                        </a:buClr>
                        <a:buSzPct val="100000"/>
                        <a:buFont typeface="Arial" panose="020B0604020202020204" pitchFamily="34" charset="0"/>
                        <a:buChar char="‒"/>
                      </a:lvl2pPr>
                      <a:lvl3pPr>
                        <a:buClr>
                          <a:schemeClr val="tx2"/>
                        </a:buClr>
                        <a:buSzPct val="100000"/>
                        <a:buFont typeface="Arial" panose="020B0604020202020204" pitchFamily="34" charset="0"/>
                        <a:buChar char="‒"/>
                      </a:lvl3pPr>
                      <a:lvl4pPr>
                        <a:buClr>
                          <a:schemeClr val="tx2"/>
                        </a:buClr>
                        <a:buSzPct val="100000"/>
                        <a:buFont typeface="Arial" panose="020B0604020202020204" pitchFamily="34" charset="0"/>
                        <a:buChar char="‒"/>
                      </a:lvl4pPr>
                      <a:lvl5pPr>
                        <a:buClr>
                          <a:schemeClr val="tx2"/>
                        </a:buClr>
                        <a:buSzPct val="100000"/>
                        <a:buFont typeface="Arial" panose="020B0604020202020204" pitchFamily="34" charset="0"/>
                        <a:buChar char="‒"/>
                      </a:lvl5pPr>
                      <a:lvl6pPr>
                        <a:buClr>
                          <a:schemeClr val="tx2"/>
                        </a:buClr>
                        <a:buFont typeface="Arial" panose="020B0604020202020204" pitchFamily="34" charset="0"/>
                        <a:buChar char="‒"/>
                      </a:lvl6pPr>
                      <a:lvl7pPr>
                        <a:buClr>
                          <a:schemeClr val="tx2"/>
                        </a:buClr>
                        <a:buFont typeface="Arial" panose="020B0604020202020204" pitchFamily="34" charset="0"/>
                        <a:buChar char="‒"/>
                      </a:lvl7pPr>
                      <a:lvl8pPr>
                        <a:buClr>
                          <a:schemeClr val="tx2"/>
                        </a:buClr>
                        <a:buFont typeface="Arial" panose="020B0604020202020204" pitchFamily="34" charset="0"/>
                        <a:buChar char="‒"/>
                      </a:lvl8pPr>
                      <a:lvl9pPr>
                        <a:buClr>
                          <a:schemeClr val="tx2"/>
                        </a:buClr>
                        <a:buFont typeface="Arial" panose="020B0604020202020204" pitchFamily="34" charset="0"/>
                        <a:buChar char="‒"/>
                      </a:lvl9pPr>
                    </a:lstStyle>
                    <a:p>
                      <a:pPr marL="285750" indent="-285750"/>
                      <a:r>
                        <a:rPr lang="en-US" dirty="0" err="1"/>
                        <a:t>cyhal_ipc_semaphore_init</a:t>
                      </a:r>
                      <a:endParaRPr lang="en-US" dirty="0"/>
                    </a:p>
                    <a:p>
                      <a:pPr marL="285750" indent="-285750"/>
                      <a:r>
                        <a:rPr lang="en-US" dirty="0" err="1"/>
                        <a:t>cyhal_ipc_semaphore_free</a:t>
                      </a:r>
                      <a:endParaRPr lang="en-US" dirty="0"/>
                    </a:p>
                    <a:p>
                      <a:pPr marL="285750" indent="-285750"/>
                      <a:r>
                        <a:rPr lang="en-US" dirty="0" err="1"/>
                        <a:t>cyhal_ipc_semaphore_take</a:t>
                      </a:r>
                      <a:endParaRPr lang="en-US" dirty="0"/>
                    </a:p>
                    <a:p>
                      <a:pPr marL="285750" indent="-285750"/>
                      <a:r>
                        <a:rPr lang="en-US" dirty="0" err="1"/>
                        <a:t>cyhal_ipc_semaphore_give</a:t>
                      </a:r>
                      <a:endParaRPr lang="en-US" dirty="0"/>
                    </a:p>
                    <a:p>
                      <a:pPr>
                        <a:buNone/>
                      </a:pPr>
                      <a:endParaRPr lang="en-US" dirty="0"/>
                    </a:p>
                  </a:txBody>
                  <a:tcPr/>
                </a:tc>
                <a:extLst>
                  <a:ext uri="{0D108BD9-81ED-4DB2-BD59-A6C34878D82A}">
                    <a16:rowId xmlns:a16="http://schemas.microsoft.com/office/drawing/2014/main" val="3128463064"/>
                  </a:ext>
                </a:extLst>
              </a:tr>
              <a:tr h="370840">
                <a:tc>
                  <a:txBody>
                    <a:bodyPr/>
                    <a:lstStyle/>
                    <a:p>
                      <a:pPr algn="ctr"/>
                      <a:r>
                        <a:rPr lang="en-US" dirty="0"/>
                        <a:t>Message queue</a:t>
                      </a:r>
                    </a:p>
                  </a:txBody>
                  <a:tcPr/>
                </a:tc>
                <a:tc>
                  <a:txBody>
                    <a:bodyPr/>
                    <a:lstStyle>
                      <a:lvl1pPr>
                        <a:buClr>
                          <a:schemeClr val="tx2"/>
                        </a:buClr>
                        <a:buSzPct val="100000"/>
                        <a:buFont typeface="Arial" panose="020B0604020202020204" pitchFamily="34" charset="0"/>
                        <a:buChar char="‒"/>
                      </a:lvl1pPr>
                      <a:lvl2pPr>
                        <a:buClr>
                          <a:schemeClr val="tx2"/>
                        </a:buClr>
                        <a:buSzPct val="100000"/>
                        <a:buFont typeface="Arial" panose="020B0604020202020204" pitchFamily="34" charset="0"/>
                        <a:buChar char="‒"/>
                      </a:lvl2pPr>
                      <a:lvl3pPr>
                        <a:buClr>
                          <a:schemeClr val="tx2"/>
                        </a:buClr>
                        <a:buSzPct val="100000"/>
                        <a:buFont typeface="Arial" panose="020B0604020202020204" pitchFamily="34" charset="0"/>
                        <a:buChar char="‒"/>
                      </a:lvl3pPr>
                      <a:lvl4pPr>
                        <a:buClr>
                          <a:schemeClr val="tx2"/>
                        </a:buClr>
                        <a:buSzPct val="100000"/>
                        <a:buFont typeface="Arial" panose="020B0604020202020204" pitchFamily="34" charset="0"/>
                        <a:buChar char="‒"/>
                      </a:lvl4pPr>
                      <a:lvl5pPr>
                        <a:buClr>
                          <a:schemeClr val="tx2"/>
                        </a:buClr>
                        <a:buSzPct val="100000"/>
                        <a:buFont typeface="Arial" panose="020B0604020202020204" pitchFamily="34" charset="0"/>
                        <a:buChar char="‒"/>
                      </a:lvl5pPr>
                      <a:lvl6pPr>
                        <a:buClr>
                          <a:schemeClr val="tx2"/>
                        </a:buClr>
                        <a:buFont typeface="Arial" panose="020B0604020202020204" pitchFamily="34" charset="0"/>
                        <a:buChar char="‒"/>
                      </a:lvl6pPr>
                      <a:lvl7pPr>
                        <a:buClr>
                          <a:schemeClr val="tx2"/>
                        </a:buClr>
                        <a:buFont typeface="Arial" panose="020B0604020202020204" pitchFamily="34" charset="0"/>
                        <a:buChar char="‒"/>
                      </a:lvl7pPr>
                      <a:lvl8pPr>
                        <a:buClr>
                          <a:schemeClr val="tx2"/>
                        </a:buClr>
                        <a:buFont typeface="Arial" panose="020B0604020202020204" pitchFamily="34" charset="0"/>
                        <a:buChar char="‒"/>
                      </a:lvl8pPr>
                      <a:lvl9pPr>
                        <a:buClr>
                          <a:schemeClr val="tx2"/>
                        </a:buClr>
                        <a:buFont typeface="Arial" panose="020B0604020202020204" pitchFamily="34" charset="0"/>
                        <a:buChar char="‒"/>
                      </a:lvl9pPr>
                    </a:lstStyle>
                    <a:p>
                      <a:pPr marL="285750" indent="-285750"/>
                      <a:r>
                        <a:rPr lang="en-US" dirty="0" err="1"/>
                        <a:t>cyhal_ipc_queue_init</a:t>
                      </a:r>
                      <a:endParaRPr lang="en-US" dirty="0"/>
                    </a:p>
                    <a:p>
                      <a:pPr marL="285750" indent="-285750"/>
                      <a:r>
                        <a:rPr lang="en-US" dirty="0" err="1"/>
                        <a:t>cyhal_ipc_queue_free</a:t>
                      </a:r>
                      <a:endParaRPr lang="en-US" dirty="0"/>
                    </a:p>
                    <a:p>
                      <a:pPr marL="285750" indent="-285750"/>
                      <a:r>
                        <a:rPr lang="en-US" dirty="0" err="1"/>
                        <a:t>cyhal_ipc_queue_get_handle</a:t>
                      </a:r>
                      <a:endParaRPr lang="en-US" dirty="0"/>
                    </a:p>
                    <a:p>
                      <a:pPr marL="285750" indent="-285750"/>
                      <a:r>
                        <a:rPr lang="en-US" dirty="0" err="1"/>
                        <a:t>cyhal_ipc_queue_register_callback</a:t>
                      </a:r>
                      <a:endParaRPr lang="en-US" dirty="0"/>
                    </a:p>
                    <a:p>
                      <a:pPr marL="285750" indent="-285750"/>
                      <a:r>
                        <a:rPr lang="en-US" dirty="0" err="1"/>
                        <a:t>cyhal_ipc_queue_enable_event</a:t>
                      </a:r>
                      <a:endParaRPr lang="en-US" dirty="0"/>
                    </a:p>
                    <a:p>
                      <a:pPr marL="285750" indent="-285750"/>
                      <a:r>
                        <a:rPr lang="en-US" dirty="0" err="1"/>
                        <a:t>cyhal_ipc_queue_put</a:t>
                      </a:r>
                      <a:endParaRPr lang="en-US" dirty="0"/>
                    </a:p>
                    <a:p>
                      <a:pPr marL="285750" indent="-285750"/>
                      <a:r>
                        <a:rPr lang="en-US" dirty="0" err="1"/>
                        <a:t>cyhal_ipc_queue_get</a:t>
                      </a:r>
                      <a:endParaRPr lang="en-US" dirty="0"/>
                    </a:p>
                    <a:p>
                      <a:pPr marL="285750" indent="-285750"/>
                      <a:r>
                        <a:rPr lang="en-US" dirty="0" err="1"/>
                        <a:t>cyhal_ipc_queue_count</a:t>
                      </a:r>
                      <a:endParaRPr lang="en-US" dirty="0"/>
                    </a:p>
                    <a:p>
                      <a:pPr marL="285750" indent="-285750"/>
                      <a:r>
                        <a:rPr lang="en-US" dirty="0" err="1"/>
                        <a:t>cyhal_ipc_queue_reset</a:t>
                      </a:r>
                      <a:endParaRPr lang="en-US" dirty="0"/>
                    </a:p>
                  </a:txBody>
                  <a:tcPr/>
                </a:tc>
                <a:extLst>
                  <a:ext uri="{0D108BD9-81ED-4DB2-BD59-A6C34878D82A}">
                    <a16:rowId xmlns:a16="http://schemas.microsoft.com/office/drawing/2014/main" val="3905581698"/>
                  </a:ext>
                </a:extLst>
              </a:tr>
            </a:tbl>
          </a:graphicData>
        </a:graphic>
      </p:graphicFrame>
    </p:spTree>
    <p:extLst>
      <p:ext uri="{BB962C8B-B14F-4D97-AF65-F5344CB8AC3E}">
        <p14:creationId xmlns:p14="http://schemas.microsoft.com/office/powerpoint/2010/main" val="2410884083"/>
      </p:ext>
    </p:ext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836982-1FDD-4605-B402-A753140C29CA}"/>
              </a:ext>
            </a:extLst>
          </p:cNvPr>
          <p:cNvSpPr>
            <a:spLocks noGrp="1"/>
          </p:cNvSpPr>
          <p:nvPr>
            <p:ph sz="quarter" idx="13" hasCustomPrompt="1"/>
          </p:nvPr>
        </p:nvSpPr>
        <p:spPr/>
        <p:txBody>
          <a:bodyPr/>
          <a:lstStyle/>
          <a:p>
            <a:pPr>
              <a:buNone/>
            </a:pPr>
            <a:r>
              <a:rPr>
                <a:solidFill>
                  <a:srgbClr val="1D1D1D"/>
                </a:solidFill>
              </a:rPr>
              <a:t> </a:t>
            </a:r>
          </a:p>
        </p:txBody>
      </p:sp>
      <p:sp>
        <p:nvSpPr>
          <p:cNvPr id="3" name="Title 2">
            <a:extLst>
              <a:ext uri="{FF2B5EF4-FFF2-40B4-BE49-F238E27FC236}">
                <a16:creationId xmlns:a16="http://schemas.microsoft.com/office/drawing/2014/main" id="{D7EB4136-58DF-4310-AAD1-0CD9303AE91D}"/>
              </a:ext>
            </a:extLst>
          </p:cNvPr>
          <p:cNvSpPr>
            <a:spLocks noGrp="1"/>
          </p:cNvSpPr>
          <p:nvPr>
            <p:ph type="title" hasCustomPrompt="1"/>
          </p:nvPr>
        </p:nvSpPr>
        <p:spPr/>
        <p:txBody>
          <a:bodyPr/>
          <a:lstStyle/>
          <a:p>
            <a:r>
              <a:t>Description of PSOC™ Edge MCU: IPC queues using HAL</a:t>
            </a:r>
          </a:p>
        </p:txBody>
      </p:sp>
      <p:sp>
        <p:nvSpPr>
          <p:cNvPr id="4" name="Rectangle 3">
            <a:extLst>
              <a:ext uri="{FF2B5EF4-FFF2-40B4-BE49-F238E27FC236}">
                <a16:creationId xmlns:a16="http://schemas.microsoft.com/office/drawing/2014/main" id="{C953DBD2-C066-4808-ADC5-AE0D7EFFED55}"/>
              </a:ext>
            </a:extLst>
          </p:cNvPr>
          <p:cNvSpPr/>
          <p:nvPr/>
        </p:nvSpPr>
        <p:spPr bwMode="auto">
          <a:xfrm>
            <a:off x="479376" y="1988840"/>
            <a:ext cx="3052395" cy="4320480"/>
          </a:xfrm>
          <a:prstGeom prst="rect">
            <a:avLst/>
          </a:prstGeom>
          <a:solidFill>
            <a:srgbClr val="6CB4AD"/>
          </a:solidFill>
          <a:ln w="9525">
            <a:noFill/>
            <a:miter lim="800000"/>
            <a:headEnd/>
            <a:tailEnd/>
          </a:ln>
        </p:spPr>
        <p:txBody>
          <a:bodyPr wrap="square" lIns="72000" tIns="72000" rIns="72000" bIns="72000" rtlCol="0" anchor="t" anchorCtr="0"/>
          <a:lstStyle/>
          <a:p>
            <a:pPr defTabSz="576000" eaLnBrk="0" hangingPunct="0">
              <a:lnSpc>
                <a:spcPct val="120000"/>
              </a:lnSpc>
            </a:pPr>
            <a:r>
              <a:rPr lang="en-US" sz="1600" b="1" baseline="0">
                <a:solidFill>
                  <a:schemeClr val="bg1"/>
                </a:solidFill>
                <a:latin typeface="+mn-lt"/>
                <a:ea typeface="+mn-ea"/>
                <a:cs typeface="+mn-cs"/>
              </a:rPr>
              <a:t>CM33</a:t>
            </a:r>
            <a:endParaRPr lang="en-US" sz="1600" b="1"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74F7D48F-1611-41FA-9890-0D468E969965}"/>
              </a:ext>
            </a:extLst>
          </p:cNvPr>
          <p:cNvSpPr/>
          <p:nvPr/>
        </p:nvSpPr>
        <p:spPr bwMode="auto">
          <a:xfrm>
            <a:off x="7009692" y="1882315"/>
            <a:ext cx="2952328" cy="4407132"/>
          </a:xfrm>
          <a:prstGeom prst="rect">
            <a:avLst/>
          </a:prstGeom>
          <a:solidFill>
            <a:srgbClr val="FFFFFF"/>
          </a:solidFill>
          <a:ln w="12700">
            <a:solidFill>
              <a:schemeClr val="tx1"/>
            </a:solidFill>
            <a:miter lim="800000"/>
            <a:headEnd/>
            <a:tailEnd/>
          </a:ln>
        </p:spPr>
        <p:txBody>
          <a:bodyPr wrap="square" lIns="72000" tIns="72000" rIns="72000" bIns="72000" rtlCol="0" anchor="t" anchorCtr="0"/>
          <a:lstStyle/>
          <a:p>
            <a:pPr defTabSz="576000" eaLnBrk="0" hangingPunct="0">
              <a:lnSpc>
                <a:spcPct val="120000"/>
              </a:lnSpc>
            </a:pPr>
            <a:r>
              <a:rPr lang="en-US" sz="1600" b="1" baseline="0">
                <a:latin typeface="+mn-lt"/>
                <a:ea typeface="+mn-ea"/>
                <a:cs typeface="+mn-cs"/>
              </a:rPr>
              <a:t>CM55</a:t>
            </a:r>
            <a:endParaRPr lang="en-US" sz="1600" b="1" baseline="0" dirty="0">
              <a:latin typeface="+mn-lt"/>
              <a:ea typeface="+mn-ea"/>
              <a:cs typeface="+mn-cs"/>
            </a:endParaRPr>
          </a:p>
        </p:txBody>
      </p:sp>
      <p:sp>
        <p:nvSpPr>
          <p:cNvPr id="5" name="Rectangle 4">
            <a:extLst>
              <a:ext uri="{FF2B5EF4-FFF2-40B4-BE49-F238E27FC236}">
                <a16:creationId xmlns:a16="http://schemas.microsoft.com/office/drawing/2014/main" id="{08008F89-B707-4DBE-9D97-19C879D78CE3}"/>
              </a:ext>
            </a:extLst>
          </p:cNvPr>
          <p:cNvSpPr/>
          <p:nvPr/>
        </p:nvSpPr>
        <p:spPr bwMode="auto">
          <a:xfrm>
            <a:off x="673425" y="2475857"/>
            <a:ext cx="2664296" cy="431747"/>
          </a:xfrm>
          <a:prstGeom prst="rect">
            <a:avLst/>
          </a:prstGeom>
          <a:solidFill>
            <a:srgbClr val="9C216E"/>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100" b="1" baseline="0">
                <a:solidFill>
                  <a:schemeClr val="bg1"/>
                </a:solidFill>
                <a:latin typeface="+mn-lt"/>
                <a:ea typeface="+mn-ea"/>
                <a:cs typeface="+mn-cs"/>
              </a:rPr>
              <a:t>Step 1 : Initialize HAL IPC Queues</a:t>
            </a:r>
            <a:endParaRPr lang="en-US" sz="1100" b="1" baseline="0" dirty="0">
              <a:solidFill>
                <a:schemeClr val="bg1"/>
              </a:solidFill>
              <a:latin typeface="+mn-lt"/>
              <a:ea typeface="+mn-ea"/>
              <a:cs typeface="+mn-cs"/>
            </a:endParaRPr>
          </a:p>
        </p:txBody>
      </p:sp>
      <p:sp>
        <p:nvSpPr>
          <p:cNvPr id="7" name="Arrow: Right 6">
            <a:extLst>
              <a:ext uri="{FF2B5EF4-FFF2-40B4-BE49-F238E27FC236}">
                <a16:creationId xmlns:a16="http://schemas.microsoft.com/office/drawing/2014/main" id="{48989E2A-4071-4240-A02E-1378A6A9DFBD}"/>
              </a:ext>
            </a:extLst>
          </p:cNvPr>
          <p:cNvSpPr/>
          <p:nvPr/>
        </p:nvSpPr>
        <p:spPr bwMode="auto">
          <a:xfrm>
            <a:off x="3337721" y="2639699"/>
            <a:ext cx="3815987" cy="213237"/>
          </a:xfrm>
          <a:prstGeom prst="rightArrow">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8" name="TextBox 7">
            <a:extLst>
              <a:ext uri="{FF2B5EF4-FFF2-40B4-BE49-F238E27FC236}">
                <a16:creationId xmlns:a16="http://schemas.microsoft.com/office/drawing/2014/main" id="{0CDC4BB2-FD82-42EF-8217-10120866DE72}"/>
              </a:ext>
            </a:extLst>
          </p:cNvPr>
          <p:cNvSpPr txBox="1"/>
          <p:nvPr/>
        </p:nvSpPr>
        <p:spPr bwMode="auto">
          <a:xfrm>
            <a:off x="4518113" y="2467383"/>
            <a:ext cx="2088232" cy="201274"/>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200" b="1" kern="0" baseline="0">
                <a:latin typeface="+mn-lt"/>
                <a:ea typeface="+mn-ea"/>
                <a:cs typeface="+mn-cs"/>
              </a:rPr>
              <a:t>Enable CM55 CPU</a:t>
            </a:r>
            <a:endParaRPr lang="en-US" sz="1200" b="1" kern="0" baseline="0" dirty="0">
              <a:latin typeface="+mn-lt"/>
              <a:ea typeface="+mn-ea"/>
              <a:cs typeface="+mn-cs"/>
            </a:endParaRPr>
          </a:p>
        </p:txBody>
      </p:sp>
      <p:sp>
        <p:nvSpPr>
          <p:cNvPr id="10" name="Rectangle 9">
            <a:extLst>
              <a:ext uri="{FF2B5EF4-FFF2-40B4-BE49-F238E27FC236}">
                <a16:creationId xmlns:a16="http://schemas.microsoft.com/office/drawing/2014/main" id="{869B441B-5527-464A-B136-55CF85C74D92}"/>
              </a:ext>
            </a:extLst>
          </p:cNvPr>
          <p:cNvSpPr/>
          <p:nvPr/>
        </p:nvSpPr>
        <p:spPr bwMode="auto">
          <a:xfrm>
            <a:off x="7174059" y="2389205"/>
            <a:ext cx="2664296" cy="980480"/>
          </a:xfrm>
          <a:prstGeom prst="rect">
            <a:avLst/>
          </a:prstGeom>
          <a:solidFill>
            <a:srgbClr val="9C216E"/>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100" b="1">
                <a:solidFill>
                  <a:schemeClr val="bg1"/>
                </a:solidFill>
                <a:latin typeface="+mn-lt"/>
              </a:rPr>
              <a:t>Step 2 : Initialize CM55 system</a:t>
            </a:r>
            <a:endParaRPr lang="en-US" sz="1100" b="1" dirty="0">
              <a:solidFill>
                <a:schemeClr val="bg1"/>
              </a:solidFill>
              <a:latin typeface="+mn-lt"/>
            </a:endParaRPr>
          </a:p>
        </p:txBody>
      </p:sp>
      <p:sp>
        <p:nvSpPr>
          <p:cNvPr id="13" name="TextBox 12">
            <a:extLst>
              <a:ext uri="{FF2B5EF4-FFF2-40B4-BE49-F238E27FC236}">
                <a16:creationId xmlns:a16="http://schemas.microsoft.com/office/drawing/2014/main" id="{CF239ECC-BADB-4631-BBF8-531AD31A7121}"/>
              </a:ext>
            </a:extLst>
          </p:cNvPr>
          <p:cNvSpPr txBox="1"/>
          <p:nvPr/>
        </p:nvSpPr>
        <p:spPr bwMode="auto">
          <a:xfrm>
            <a:off x="4463824" y="2852936"/>
            <a:ext cx="1356140" cy="644472"/>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200" b="1" kern="0">
                <a:solidFill>
                  <a:srgbClr val="00B0F0"/>
                </a:solidFill>
                <a:latin typeface="+mn-lt"/>
              </a:rPr>
              <a:t>Step</a:t>
            </a:r>
            <a:r>
              <a:rPr lang="en-US" sz="1200" b="1" kern="0" baseline="0">
                <a:solidFill>
                  <a:srgbClr val="00B0F0"/>
                </a:solidFill>
                <a:latin typeface="+mn-lt"/>
                <a:ea typeface="+mn-ea"/>
                <a:cs typeface="+mn-cs"/>
              </a:rPr>
              <a:t> 3 :Add CMD_</a:t>
            </a:r>
            <a:r>
              <a:rPr lang="en-US" sz="1200" b="1" kern="0">
                <a:solidFill>
                  <a:srgbClr val="00B0F0"/>
                </a:solidFill>
                <a:latin typeface="+mn-lt"/>
              </a:rPr>
              <a:t>INIT</a:t>
            </a:r>
            <a:r>
              <a:rPr lang="en-US" sz="1200" b="1" kern="0" baseline="0">
                <a:solidFill>
                  <a:srgbClr val="00B0F0"/>
                </a:solidFill>
                <a:latin typeface="+mn-lt"/>
                <a:ea typeface="+mn-ea"/>
                <a:cs typeface="+mn-cs"/>
              </a:rPr>
              <a:t> to command queue</a:t>
            </a:r>
            <a:endParaRPr lang="en-US" sz="1200" b="1" kern="0" baseline="0" dirty="0">
              <a:solidFill>
                <a:srgbClr val="00B0F0"/>
              </a:solidFill>
              <a:latin typeface="+mn-lt"/>
              <a:ea typeface="+mn-ea"/>
              <a:cs typeface="+mn-cs"/>
            </a:endParaRPr>
          </a:p>
        </p:txBody>
      </p:sp>
      <p:sp>
        <p:nvSpPr>
          <p:cNvPr id="14" name="Rectangle 13">
            <a:extLst>
              <a:ext uri="{FF2B5EF4-FFF2-40B4-BE49-F238E27FC236}">
                <a16:creationId xmlns:a16="http://schemas.microsoft.com/office/drawing/2014/main" id="{FBB66F9F-37D3-4C48-99E0-E3F16749612B}"/>
              </a:ext>
            </a:extLst>
          </p:cNvPr>
          <p:cNvSpPr/>
          <p:nvPr/>
        </p:nvSpPr>
        <p:spPr bwMode="auto">
          <a:xfrm>
            <a:off x="673423" y="2995961"/>
            <a:ext cx="2664296" cy="521095"/>
          </a:xfrm>
          <a:prstGeom prst="rect">
            <a:avLst/>
          </a:prstGeom>
          <a:solidFill>
            <a:srgbClr val="9C216E"/>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100" b="1">
                <a:solidFill>
                  <a:schemeClr val="bg1"/>
                </a:solidFill>
                <a:latin typeface="+mn-lt"/>
              </a:rPr>
              <a:t>Step 4 : Initialize Watchdog timer</a:t>
            </a:r>
            <a:endParaRPr lang="en-US" sz="1100" b="1" dirty="0">
              <a:solidFill>
                <a:schemeClr val="bg1"/>
              </a:solidFill>
              <a:latin typeface="+mn-lt"/>
            </a:endParaRPr>
          </a:p>
        </p:txBody>
      </p:sp>
      <p:sp>
        <p:nvSpPr>
          <p:cNvPr id="15" name="Rectangle 14">
            <a:extLst>
              <a:ext uri="{FF2B5EF4-FFF2-40B4-BE49-F238E27FC236}">
                <a16:creationId xmlns:a16="http://schemas.microsoft.com/office/drawing/2014/main" id="{FBF93DE8-7682-41A8-B518-102A2D154A15}"/>
              </a:ext>
            </a:extLst>
          </p:cNvPr>
          <p:cNvSpPr/>
          <p:nvPr/>
        </p:nvSpPr>
        <p:spPr bwMode="auto">
          <a:xfrm>
            <a:off x="7174059" y="3664761"/>
            <a:ext cx="2664296" cy="613692"/>
          </a:xfrm>
          <a:prstGeom prst="rect">
            <a:avLst/>
          </a:prstGeom>
          <a:solidFill>
            <a:srgbClr val="9C216E"/>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100" b="1">
                <a:solidFill>
                  <a:schemeClr val="bg1"/>
                </a:solidFill>
                <a:latin typeface="+mn-lt"/>
              </a:rPr>
              <a:t>Step 5 : 1st button press </a:t>
            </a:r>
            <a:endParaRPr lang="en-US" sz="1100" b="1" dirty="0">
              <a:solidFill>
                <a:schemeClr val="bg1"/>
              </a:solidFill>
              <a:latin typeface="+mn-lt"/>
            </a:endParaRPr>
          </a:p>
        </p:txBody>
      </p:sp>
      <p:sp>
        <p:nvSpPr>
          <p:cNvPr id="17" name="TextBox 16">
            <a:extLst>
              <a:ext uri="{FF2B5EF4-FFF2-40B4-BE49-F238E27FC236}">
                <a16:creationId xmlns:a16="http://schemas.microsoft.com/office/drawing/2014/main" id="{4E4E1AFC-16D0-4F51-A8F0-68E7671563EB}"/>
              </a:ext>
            </a:extLst>
          </p:cNvPr>
          <p:cNvSpPr txBox="1"/>
          <p:nvPr/>
        </p:nvSpPr>
        <p:spPr bwMode="auto">
          <a:xfrm>
            <a:off x="4511419" y="3631401"/>
            <a:ext cx="1011008" cy="866071"/>
          </a:xfrm>
          <a:prstGeom prst="rect">
            <a:avLst/>
          </a:prstGeom>
          <a:noFill/>
          <a:ln w="9525">
            <a:noFill/>
            <a:miter lim="800000"/>
            <a:headEnd/>
            <a:tailEnd/>
          </a:ln>
          <a:effectLst/>
        </p:spPr>
        <p:txBody>
          <a:bodyPr wrap="square" lIns="0" tIns="0" rIns="0" bIns="0" rtlCol="0" anchor="t" anchorCtr="0">
            <a:spAutoFit/>
          </a:bodyPr>
          <a:lstStyle/>
          <a:p>
            <a:pPr defTabSz="576000" eaLnBrk="0" fontAlgn="auto" hangingPunct="0">
              <a:lnSpc>
                <a:spcPct val="120000"/>
              </a:lnSpc>
              <a:spcBef>
                <a:spcPts val="0"/>
              </a:spcBef>
              <a:spcAft>
                <a:spcPts val="0"/>
              </a:spcAft>
              <a:buClr>
                <a:schemeClr val="tx2"/>
              </a:buClr>
            </a:pPr>
            <a:r>
              <a:rPr lang="en-US" sz="1200" b="1" kern="0" baseline="0">
                <a:solidFill>
                  <a:schemeClr val="accent1">
                    <a:lumMod val="60000"/>
                    <a:lumOff val="40000"/>
                  </a:schemeClr>
                </a:solidFill>
                <a:latin typeface="+mn-lt"/>
                <a:ea typeface="+mn-ea"/>
                <a:cs typeface="+mn-cs"/>
              </a:rPr>
              <a:t>Step 6 :Add CMD_START to </a:t>
            </a:r>
            <a:r>
              <a:rPr lang="en-US" sz="1200" b="1" kern="0">
                <a:solidFill>
                  <a:schemeClr val="accent1">
                    <a:lumMod val="60000"/>
                    <a:lumOff val="40000"/>
                  </a:schemeClr>
                </a:solidFill>
              </a:rPr>
              <a:t>command</a:t>
            </a:r>
            <a:r>
              <a:rPr lang="en-US" sz="1200" b="1" kern="0" baseline="0">
                <a:solidFill>
                  <a:schemeClr val="accent1">
                    <a:lumMod val="60000"/>
                    <a:lumOff val="40000"/>
                  </a:schemeClr>
                </a:solidFill>
                <a:latin typeface="+mn-lt"/>
                <a:ea typeface="+mn-ea"/>
                <a:cs typeface="+mn-cs"/>
              </a:rPr>
              <a:t> queue</a:t>
            </a:r>
            <a:endParaRPr lang="en-US" sz="1200" b="1" kern="0" baseline="0" dirty="0">
              <a:solidFill>
                <a:schemeClr val="accent1">
                  <a:lumMod val="60000"/>
                  <a:lumOff val="40000"/>
                </a:schemeClr>
              </a:solidFill>
              <a:latin typeface="+mn-lt"/>
              <a:ea typeface="+mn-ea"/>
              <a:cs typeface="+mn-cs"/>
            </a:endParaRPr>
          </a:p>
        </p:txBody>
      </p:sp>
      <p:sp>
        <p:nvSpPr>
          <p:cNvPr id="19" name="Rectangle 18">
            <a:extLst>
              <a:ext uri="{FF2B5EF4-FFF2-40B4-BE49-F238E27FC236}">
                <a16:creationId xmlns:a16="http://schemas.microsoft.com/office/drawing/2014/main" id="{FC3912D9-9AD3-4F3D-B32F-09D924EB17BD}"/>
              </a:ext>
            </a:extLst>
          </p:cNvPr>
          <p:cNvSpPr/>
          <p:nvPr/>
        </p:nvSpPr>
        <p:spPr bwMode="auto">
          <a:xfrm>
            <a:off x="673425" y="3645025"/>
            <a:ext cx="2664296" cy="521095"/>
          </a:xfrm>
          <a:prstGeom prst="rect">
            <a:avLst/>
          </a:prstGeom>
          <a:solidFill>
            <a:srgbClr val="9C216E"/>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100" b="1">
                <a:solidFill>
                  <a:schemeClr val="bg1"/>
                </a:solidFill>
                <a:latin typeface="+mn-lt"/>
              </a:rPr>
              <a:t>Step 7 : Enable Watchdog and crypto </a:t>
            </a:r>
            <a:endParaRPr lang="en-US" sz="1100" b="1" dirty="0">
              <a:solidFill>
                <a:schemeClr val="bg1"/>
              </a:solidFill>
              <a:latin typeface="+mn-lt"/>
            </a:endParaRPr>
          </a:p>
        </p:txBody>
      </p:sp>
      <p:sp>
        <p:nvSpPr>
          <p:cNvPr id="20" name="Rectangle 19">
            <a:extLst>
              <a:ext uri="{FF2B5EF4-FFF2-40B4-BE49-F238E27FC236}">
                <a16:creationId xmlns:a16="http://schemas.microsoft.com/office/drawing/2014/main" id="{2A3ABFE5-5246-4E99-985B-D0283B8D40D3}"/>
              </a:ext>
            </a:extLst>
          </p:cNvPr>
          <p:cNvSpPr/>
          <p:nvPr/>
        </p:nvSpPr>
        <p:spPr bwMode="auto">
          <a:xfrm>
            <a:off x="630835" y="4444793"/>
            <a:ext cx="2664296" cy="792088"/>
          </a:xfrm>
          <a:prstGeom prst="rect">
            <a:avLst/>
          </a:prstGeom>
          <a:solidFill>
            <a:srgbClr val="9C216E"/>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100" b="1">
                <a:solidFill>
                  <a:schemeClr val="bg1"/>
                </a:solidFill>
                <a:latin typeface="+mn-lt"/>
              </a:rPr>
              <a:t>Step 8 : if wdt_flag is set , generate random number and add to message queue </a:t>
            </a:r>
            <a:endParaRPr lang="en-US" sz="1100" b="1" dirty="0">
              <a:solidFill>
                <a:schemeClr val="bg1"/>
              </a:solidFill>
              <a:latin typeface="+mn-lt"/>
            </a:endParaRPr>
          </a:p>
        </p:txBody>
      </p:sp>
      <p:sp>
        <p:nvSpPr>
          <p:cNvPr id="21" name="Rectangle 20">
            <a:extLst>
              <a:ext uri="{FF2B5EF4-FFF2-40B4-BE49-F238E27FC236}">
                <a16:creationId xmlns:a16="http://schemas.microsoft.com/office/drawing/2014/main" id="{76A5B718-17F6-4370-BAD0-7C5991942416}"/>
              </a:ext>
            </a:extLst>
          </p:cNvPr>
          <p:cNvSpPr/>
          <p:nvPr/>
        </p:nvSpPr>
        <p:spPr bwMode="auto">
          <a:xfrm>
            <a:off x="7153708" y="4456847"/>
            <a:ext cx="2664296" cy="884384"/>
          </a:xfrm>
          <a:prstGeom prst="rect">
            <a:avLst/>
          </a:prstGeom>
          <a:solidFill>
            <a:srgbClr val="9C216E"/>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100" b="1">
                <a:solidFill>
                  <a:schemeClr val="bg1"/>
                </a:solidFill>
                <a:latin typeface="+mn-lt"/>
              </a:rPr>
              <a:t>Step 10 : if message queue contains Random number print on serial terminal </a:t>
            </a:r>
            <a:endParaRPr lang="en-US" sz="1100" b="1" dirty="0">
              <a:solidFill>
                <a:schemeClr val="bg1"/>
              </a:solidFill>
              <a:latin typeface="+mn-lt"/>
            </a:endParaRPr>
          </a:p>
        </p:txBody>
      </p:sp>
      <p:sp>
        <p:nvSpPr>
          <p:cNvPr id="23" name="Arrow: Right 22">
            <a:extLst>
              <a:ext uri="{FF2B5EF4-FFF2-40B4-BE49-F238E27FC236}">
                <a16:creationId xmlns:a16="http://schemas.microsoft.com/office/drawing/2014/main" id="{3E580FC6-5918-464F-91C3-F6ED6534F248}"/>
              </a:ext>
            </a:extLst>
          </p:cNvPr>
          <p:cNvSpPr/>
          <p:nvPr/>
        </p:nvSpPr>
        <p:spPr bwMode="auto">
          <a:xfrm>
            <a:off x="9818004" y="4745211"/>
            <a:ext cx="788979" cy="201274"/>
          </a:xfrm>
          <a:prstGeom prst="rightArrow">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4" name="Rectangle 23">
            <a:extLst>
              <a:ext uri="{FF2B5EF4-FFF2-40B4-BE49-F238E27FC236}">
                <a16:creationId xmlns:a16="http://schemas.microsoft.com/office/drawing/2014/main" id="{2380B1F1-6D9A-49BD-9406-4E6197B5BE9F}"/>
              </a:ext>
            </a:extLst>
          </p:cNvPr>
          <p:cNvSpPr/>
          <p:nvPr/>
        </p:nvSpPr>
        <p:spPr bwMode="auto">
          <a:xfrm>
            <a:off x="7174058" y="5498418"/>
            <a:ext cx="2664296" cy="613692"/>
          </a:xfrm>
          <a:prstGeom prst="rect">
            <a:avLst/>
          </a:prstGeom>
          <a:solidFill>
            <a:srgbClr val="9C216E"/>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100" b="1">
                <a:solidFill>
                  <a:schemeClr val="bg1"/>
                </a:solidFill>
                <a:latin typeface="+mn-lt"/>
              </a:rPr>
              <a:t>Step 11 : 2</a:t>
            </a:r>
            <a:r>
              <a:rPr lang="en-US" sz="1100" b="1" baseline="30000">
                <a:solidFill>
                  <a:schemeClr val="bg1"/>
                </a:solidFill>
                <a:latin typeface="+mn-lt"/>
              </a:rPr>
              <a:t>nd</a:t>
            </a:r>
            <a:r>
              <a:rPr lang="en-US" sz="1100" b="1">
                <a:solidFill>
                  <a:schemeClr val="bg1"/>
                </a:solidFill>
                <a:latin typeface="+mn-lt"/>
              </a:rPr>
              <a:t>  button press </a:t>
            </a:r>
            <a:endParaRPr lang="en-US" sz="1100" b="1" dirty="0">
              <a:solidFill>
                <a:schemeClr val="bg1"/>
              </a:solidFill>
              <a:latin typeface="+mn-lt"/>
            </a:endParaRPr>
          </a:p>
        </p:txBody>
      </p:sp>
      <p:sp>
        <p:nvSpPr>
          <p:cNvPr id="26" name="TextBox 25">
            <a:extLst>
              <a:ext uri="{FF2B5EF4-FFF2-40B4-BE49-F238E27FC236}">
                <a16:creationId xmlns:a16="http://schemas.microsoft.com/office/drawing/2014/main" id="{1B39B8DD-0B3B-4BA3-BDC2-8F284B39F338}"/>
              </a:ext>
            </a:extLst>
          </p:cNvPr>
          <p:cNvSpPr txBox="1"/>
          <p:nvPr/>
        </p:nvSpPr>
        <p:spPr bwMode="auto">
          <a:xfrm>
            <a:off x="4480564" y="5504197"/>
            <a:ext cx="1307974" cy="644472"/>
          </a:xfrm>
          <a:prstGeom prst="rect">
            <a:avLst/>
          </a:prstGeom>
          <a:noFill/>
          <a:ln w="9525">
            <a:noFill/>
            <a:miter lim="800000"/>
            <a:headEnd/>
            <a:tailEnd/>
          </a:ln>
          <a:effectLst/>
        </p:spPr>
        <p:txBody>
          <a:bodyPr wrap="square" lIns="0" tIns="0" rIns="0" bIns="0" rtlCol="0" anchor="t" anchorCtr="0">
            <a:spAutoFit/>
          </a:bodyPr>
          <a:lstStyle/>
          <a:p>
            <a:pPr defTabSz="576000" eaLnBrk="0" fontAlgn="auto" hangingPunct="0">
              <a:lnSpc>
                <a:spcPct val="120000"/>
              </a:lnSpc>
              <a:spcBef>
                <a:spcPts val="0"/>
              </a:spcBef>
              <a:spcAft>
                <a:spcPts val="0"/>
              </a:spcAft>
              <a:buClr>
                <a:schemeClr val="tx2"/>
              </a:buClr>
            </a:pPr>
            <a:r>
              <a:rPr lang="en-US" sz="1200" b="1" kern="0" baseline="0">
                <a:solidFill>
                  <a:srgbClr val="FFC000"/>
                </a:solidFill>
                <a:latin typeface="+mn-lt"/>
                <a:ea typeface="+mn-ea"/>
                <a:cs typeface="+mn-cs"/>
              </a:rPr>
              <a:t>Step 12 :Add CMD_STOP to </a:t>
            </a:r>
            <a:r>
              <a:rPr lang="en-US" sz="1200" b="1" kern="0">
                <a:solidFill>
                  <a:srgbClr val="FFC000"/>
                </a:solidFill>
              </a:rPr>
              <a:t>command</a:t>
            </a:r>
            <a:r>
              <a:rPr lang="en-US" sz="1200" b="1" kern="0" baseline="0">
                <a:solidFill>
                  <a:srgbClr val="FFC000"/>
                </a:solidFill>
                <a:latin typeface="+mn-lt"/>
                <a:ea typeface="+mn-ea"/>
                <a:cs typeface="+mn-cs"/>
              </a:rPr>
              <a:t> queue</a:t>
            </a:r>
            <a:endParaRPr lang="en-US" sz="1200" b="1" kern="0" baseline="0" dirty="0">
              <a:solidFill>
                <a:srgbClr val="FFC000"/>
              </a:solidFill>
              <a:latin typeface="+mn-lt"/>
              <a:ea typeface="+mn-ea"/>
              <a:cs typeface="+mn-cs"/>
            </a:endParaRPr>
          </a:p>
        </p:txBody>
      </p:sp>
      <p:sp>
        <p:nvSpPr>
          <p:cNvPr id="30" name="Rectangle 29">
            <a:extLst>
              <a:ext uri="{FF2B5EF4-FFF2-40B4-BE49-F238E27FC236}">
                <a16:creationId xmlns:a16="http://schemas.microsoft.com/office/drawing/2014/main" id="{CB5AA165-5D0F-4574-9060-D75771330FA8}"/>
              </a:ext>
            </a:extLst>
          </p:cNvPr>
          <p:cNvSpPr/>
          <p:nvPr/>
        </p:nvSpPr>
        <p:spPr bwMode="auto">
          <a:xfrm>
            <a:off x="630835" y="5487636"/>
            <a:ext cx="2664296" cy="521095"/>
          </a:xfrm>
          <a:prstGeom prst="rect">
            <a:avLst/>
          </a:prstGeom>
          <a:solidFill>
            <a:srgbClr val="9C216E"/>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100" b="1">
                <a:solidFill>
                  <a:schemeClr val="bg1"/>
                </a:solidFill>
                <a:latin typeface="+mn-lt"/>
              </a:rPr>
              <a:t>Step 13 : Disable Watchdog and crypto </a:t>
            </a:r>
            <a:endParaRPr lang="en-US" sz="1100" b="1" dirty="0">
              <a:solidFill>
                <a:schemeClr val="bg1"/>
              </a:solidFill>
              <a:latin typeface="+mn-lt"/>
            </a:endParaRPr>
          </a:p>
        </p:txBody>
      </p:sp>
      <p:sp>
        <p:nvSpPr>
          <p:cNvPr id="33" name="Rectangle: Rounded Corners 32">
            <a:extLst>
              <a:ext uri="{FF2B5EF4-FFF2-40B4-BE49-F238E27FC236}">
                <a16:creationId xmlns:a16="http://schemas.microsoft.com/office/drawing/2014/main" id="{0FE21460-6492-49B9-8D72-D15F46E0B684}"/>
              </a:ext>
            </a:extLst>
          </p:cNvPr>
          <p:cNvSpPr/>
          <p:nvPr/>
        </p:nvSpPr>
        <p:spPr bwMode="auto">
          <a:xfrm>
            <a:off x="4313802" y="1421059"/>
            <a:ext cx="1656184" cy="319555"/>
          </a:xfrm>
          <a:prstGeom prst="roundRect">
            <a:avLst/>
          </a:prstGeom>
          <a:solidFill>
            <a:schemeClr val="tx2"/>
          </a:solidFill>
          <a:ln w="28575">
            <a:solidFill>
              <a:srgbClr val="9C216E"/>
            </a:solidFill>
            <a:miter lim="800000"/>
            <a:headEnd/>
            <a:tailEnd/>
          </a:ln>
        </p:spPr>
        <p:txBody>
          <a:bodyPr wrap="square" lIns="72000" tIns="72000" rIns="72000" bIns="72000" rtlCol="0" anchor="ctr"/>
          <a:lstStyle/>
          <a:p>
            <a:pPr algn="ctr" defTabSz="576000" eaLnBrk="0" hangingPunct="0">
              <a:lnSpc>
                <a:spcPct val="120000"/>
              </a:lnSpc>
            </a:pPr>
            <a:r>
              <a:rPr lang="en-US" sz="1600" baseline="0">
                <a:solidFill>
                  <a:schemeClr val="bg1"/>
                </a:solidFill>
                <a:latin typeface="+mn-lt"/>
                <a:ea typeface="+mn-ea"/>
                <a:cs typeface="+mn-cs"/>
              </a:rPr>
              <a:t>MSG Queue </a:t>
            </a:r>
            <a:endParaRPr lang="en-US" sz="1600" baseline="0" dirty="0">
              <a:solidFill>
                <a:schemeClr val="bg1"/>
              </a:solidFill>
              <a:latin typeface="+mn-lt"/>
              <a:ea typeface="+mn-ea"/>
              <a:cs typeface="+mn-cs"/>
            </a:endParaRPr>
          </a:p>
        </p:txBody>
      </p:sp>
      <p:sp>
        <p:nvSpPr>
          <p:cNvPr id="34" name="Rectangle: Rounded Corners 33">
            <a:extLst>
              <a:ext uri="{FF2B5EF4-FFF2-40B4-BE49-F238E27FC236}">
                <a16:creationId xmlns:a16="http://schemas.microsoft.com/office/drawing/2014/main" id="{1F171073-A262-4967-9B6E-5DA294657662}"/>
              </a:ext>
            </a:extLst>
          </p:cNvPr>
          <p:cNvSpPr/>
          <p:nvPr/>
        </p:nvSpPr>
        <p:spPr bwMode="auto">
          <a:xfrm>
            <a:off x="4295800" y="1750165"/>
            <a:ext cx="1656184" cy="651223"/>
          </a:xfrm>
          <a:prstGeom prst="roundRect">
            <a:avLst/>
          </a:prstGeom>
          <a:solidFill>
            <a:schemeClr val="tx2"/>
          </a:solidFill>
          <a:ln w="28575">
            <a:solidFill>
              <a:srgbClr val="9C216E"/>
            </a:solid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a:solidFill>
                  <a:schemeClr val="bg1"/>
                </a:solidFill>
                <a:latin typeface="+mn-lt"/>
              </a:rPr>
              <a:t>CMD Queue </a:t>
            </a:r>
            <a:endParaRPr lang="en-US" sz="1600" dirty="0">
              <a:solidFill>
                <a:schemeClr val="bg1"/>
              </a:solidFill>
              <a:latin typeface="+mn-lt"/>
            </a:endParaRPr>
          </a:p>
        </p:txBody>
      </p:sp>
      <p:sp>
        <p:nvSpPr>
          <p:cNvPr id="35" name="TextBox 34">
            <a:extLst>
              <a:ext uri="{FF2B5EF4-FFF2-40B4-BE49-F238E27FC236}">
                <a16:creationId xmlns:a16="http://schemas.microsoft.com/office/drawing/2014/main" id="{D565D594-6C52-496E-9AB5-6755851E44E7}"/>
              </a:ext>
            </a:extLst>
          </p:cNvPr>
          <p:cNvSpPr txBox="1"/>
          <p:nvPr/>
        </p:nvSpPr>
        <p:spPr bwMode="auto">
          <a:xfrm>
            <a:off x="4295802" y="1219785"/>
            <a:ext cx="2088232" cy="201274"/>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200" b="1" kern="0" baseline="0">
                <a:latin typeface="+mn-lt"/>
                <a:ea typeface="+mn-ea"/>
                <a:cs typeface="+mn-cs"/>
              </a:rPr>
              <a:t>Shared Memory</a:t>
            </a:r>
            <a:endParaRPr lang="en-US" sz="1200" b="1" kern="0" baseline="0" dirty="0">
              <a:latin typeface="+mn-lt"/>
              <a:ea typeface="+mn-ea"/>
              <a:cs typeface="+mn-cs"/>
            </a:endParaRPr>
          </a:p>
        </p:txBody>
      </p:sp>
      <p:cxnSp>
        <p:nvCxnSpPr>
          <p:cNvPr id="37" name="Connector: Elbow 36">
            <a:extLst>
              <a:ext uri="{FF2B5EF4-FFF2-40B4-BE49-F238E27FC236}">
                <a16:creationId xmlns:a16="http://schemas.microsoft.com/office/drawing/2014/main" id="{0A0C121E-C425-44DB-ADE6-3CFC88C02B6F}"/>
              </a:ext>
            </a:extLst>
          </p:cNvPr>
          <p:cNvCxnSpPr>
            <a:cxnSpLocks/>
            <a:stCxn id="34" idx="3"/>
          </p:cNvCxnSpPr>
          <p:nvPr/>
        </p:nvCxnSpPr>
        <p:spPr>
          <a:xfrm>
            <a:off x="5951984" y="2075777"/>
            <a:ext cx="587184" cy="1217306"/>
          </a:xfrm>
          <a:prstGeom prst="bentConnector2">
            <a:avLst/>
          </a:prstGeom>
          <a:solidFill>
            <a:schemeClr val="tx2"/>
          </a:solidFill>
          <a:ln w="9525">
            <a:noFill/>
            <a:miter lim="800000"/>
            <a:headEnd/>
            <a:tailEnd/>
          </a:ln>
        </p:spPr>
      </p:cxnSp>
      <p:cxnSp>
        <p:nvCxnSpPr>
          <p:cNvPr id="39" name="Connector: Elbow 38">
            <a:extLst>
              <a:ext uri="{FF2B5EF4-FFF2-40B4-BE49-F238E27FC236}">
                <a16:creationId xmlns:a16="http://schemas.microsoft.com/office/drawing/2014/main" id="{C972C4D2-8CC0-4424-994F-8AE1259C9113}"/>
              </a:ext>
            </a:extLst>
          </p:cNvPr>
          <p:cNvCxnSpPr>
            <a:cxnSpLocks/>
          </p:cNvCxnSpPr>
          <p:nvPr/>
        </p:nvCxnSpPr>
        <p:spPr>
          <a:xfrm>
            <a:off x="6005885" y="1902257"/>
            <a:ext cx="1201724" cy="1048680"/>
          </a:xfrm>
          <a:prstGeom prst="bentConnector3">
            <a:avLst/>
          </a:prstGeom>
          <a:ln w="762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1CDA663F-2B3F-49D3-95D9-0746B7EE5919}"/>
              </a:ext>
            </a:extLst>
          </p:cNvPr>
          <p:cNvCxnSpPr>
            <a:cxnSpLocks/>
          </p:cNvCxnSpPr>
          <p:nvPr/>
        </p:nvCxnSpPr>
        <p:spPr>
          <a:xfrm>
            <a:off x="6009577" y="2099319"/>
            <a:ext cx="1222075" cy="1965118"/>
          </a:xfrm>
          <a:prstGeom prst="bentConnector3">
            <a:avLst>
              <a:gd name="adj1" fmla="val 23277"/>
            </a:avLst>
          </a:prstGeom>
          <a:ln w="76200">
            <a:solidFill>
              <a:schemeClr val="accent1">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7E40D444-6F22-4580-8292-55CC1684512E}"/>
              </a:ext>
            </a:extLst>
          </p:cNvPr>
          <p:cNvCxnSpPr>
            <a:cxnSpLocks/>
          </p:cNvCxnSpPr>
          <p:nvPr/>
        </p:nvCxnSpPr>
        <p:spPr>
          <a:xfrm rot="16200000" flipH="1">
            <a:off x="4843946" y="3404196"/>
            <a:ext cx="3521070" cy="1228539"/>
          </a:xfrm>
          <a:prstGeom prst="bentConnector2">
            <a:avLst/>
          </a:prstGeom>
          <a:ln w="76200">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CAEF7744-F98F-4E13-BF40-70A77774357B}"/>
              </a:ext>
            </a:extLst>
          </p:cNvPr>
          <p:cNvCxnSpPr>
            <a:cxnSpLocks/>
          </p:cNvCxnSpPr>
          <p:nvPr/>
        </p:nvCxnSpPr>
        <p:spPr>
          <a:xfrm rot="10800000" flipV="1">
            <a:off x="3337720" y="1899379"/>
            <a:ext cx="958081" cy="1180732"/>
          </a:xfrm>
          <a:prstGeom prst="bentConnector3">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96" name="Connector: Elbow 95">
            <a:extLst>
              <a:ext uri="{FF2B5EF4-FFF2-40B4-BE49-F238E27FC236}">
                <a16:creationId xmlns:a16="http://schemas.microsoft.com/office/drawing/2014/main" id="{0A3894AA-0668-49D1-8512-F5FDD282D0BC}"/>
              </a:ext>
            </a:extLst>
          </p:cNvPr>
          <p:cNvCxnSpPr>
            <a:stCxn id="34" idx="1"/>
            <a:endCxn id="19" idx="3"/>
          </p:cNvCxnSpPr>
          <p:nvPr/>
        </p:nvCxnSpPr>
        <p:spPr>
          <a:xfrm rot="10800000" flipV="1">
            <a:off x="3337722" y="2075777"/>
            <a:ext cx="958079" cy="1829796"/>
          </a:xfrm>
          <a:prstGeom prst="bentConnector3">
            <a:avLst>
              <a:gd name="adj1" fmla="val 25653"/>
            </a:avLst>
          </a:prstGeom>
          <a:ln w="762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9" name="Connector: Elbow 98">
            <a:extLst>
              <a:ext uri="{FF2B5EF4-FFF2-40B4-BE49-F238E27FC236}">
                <a16:creationId xmlns:a16="http://schemas.microsoft.com/office/drawing/2014/main" id="{A31850C3-34C2-458A-9E88-97A5D5B7E953}"/>
              </a:ext>
            </a:extLst>
          </p:cNvPr>
          <p:cNvCxnSpPr>
            <a:cxnSpLocks/>
          </p:cNvCxnSpPr>
          <p:nvPr/>
        </p:nvCxnSpPr>
        <p:spPr>
          <a:xfrm rot="5400000">
            <a:off x="2008124" y="3552233"/>
            <a:ext cx="3545290" cy="981976"/>
          </a:xfrm>
          <a:prstGeom prst="bentConnector3">
            <a:avLst>
              <a:gd name="adj1" fmla="val 99742"/>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DC2D1BE8-3625-4C8C-8587-FB756A48A54A}"/>
              </a:ext>
            </a:extLst>
          </p:cNvPr>
          <p:cNvCxnSpPr>
            <a:cxnSpLocks/>
            <a:stCxn id="20" idx="3"/>
            <a:endCxn id="33" idx="1"/>
          </p:cNvCxnSpPr>
          <p:nvPr/>
        </p:nvCxnSpPr>
        <p:spPr>
          <a:xfrm flipV="1">
            <a:off x="3295131" y="1580837"/>
            <a:ext cx="1018671" cy="3260000"/>
          </a:xfrm>
          <a:prstGeom prst="bentConnector3">
            <a:avLst>
              <a:gd name="adj1" fmla="val 39008"/>
            </a:avLst>
          </a:prstGeom>
          <a:ln w="76200">
            <a:solidFill>
              <a:schemeClr val="bg2"/>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16" name="Connector: Elbow 115">
            <a:extLst>
              <a:ext uri="{FF2B5EF4-FFF2-40B4-BE49-F238E27FC236}">
                <a16:creationId xmlns:a16="http://schemas.microsoft.com/office/drawing/2014/main" id="{17CE101A-3EA4-427E-91CF-F9F0F7F99358}"/>
              </a:ext>
            </a:extLst>
          </p:cNvPr>
          <p:cNvCxnSpPr>
            <a:stCxn id="33" idx="3"/>
            <a:endCxn id="21" idx="1"/>
          </p:cNvCxnSpPr>
          <p:nvPr/>
        </p:nvCxnSpPr>
        <p:spPr>
          <a:xfrm>
            <a:off x="5969986" y="1580837"/>
            <a:ext cx="1183722" cy="3318202"/>
          </a:xfrm>
          <a:prstGeom prst="bentConnector3">
            <a:avLst>
              <a:gd name="adj1" fmla="val 72859"/>
            </a:avLst>
          </a:prstGeom>
          <a:ln w="76200">
            <a:solidFill>
              <a:schemeClr val="bg2"/>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E06931AC-E1DD-498F-8312-4EAA2317CF32}"/>
              </a:ext>
            </a:extLst>
          </p:cNvPr>
          <p:cNvSpPr txBox="1"/>
          <p:nvPr/>
        </p:nvSpPr>
        <p:spPr bwMode="auto">
          <a:xfrm>
            <a:off x="4487618" y="4573221"/>
            <a:ext cx="1155486" cy="866071"/>
          </a:xfrm>
          <a:prstGeom prst="rect">
            <a:avLst/>
          </a:prstGeom>
          <a:noFill/>
          <a:ln w="9525">
            <a:noFill/>
            <a:miter lim="800000"/>
            <a:headEnd/>
            <a:tailEnd/>
          </a:ln>
          <a:effectLst/>
        </p:spPr>
        <p:txBody>
          <a:bodyPr wrap="square" lIns="0" tIns="0" rIns="0" bIns="0" rtlCol="0" anchor="t" anchorCtr="0">
            <a:spAutoFit/>
          </a:bodyPr>
          <a:lstStyle/>
          <a:p>
            <a:pPr defTabSz="576000" eaLnBrk="0" fontAlgn="auto" hangingPunct="0">
              <a:lnSpc>
                <a:spcPct val="120000"/>
              </a:lnSpc>
              <a:spcBef>
                <a:spcPts val="0"/>
              </a:spcBef>
              <a:spcAft>
                <a:spcPts val="0"/>
              </a:spcAft>
              <a:buClr>
                <a:schemeClr val="tx2"/>
              </a:buClr>
            </a:pPr>
            <a:r>
              <a:rPr lang="en-US" sz="1200" b="1" kern="0" baseline="0">
                <a:solidFill>
                  <a:schemeClr val="bg1">
                    <a:lumMod val="50000"/>
                  </a:schemeClr>
                </a:solidFill>
                <a:latin typeface="+mn-lt"/>
                <a:ea typeface="+mn-ea"/>
                <a:cs typeface="+mn-cs"/>
              </a:rPr>
              <a:t>Step 9 :Add random number to message queue</a:t>
            </a:r>
            <a:endParaRPr lang="en-US" sz="1200" b="1" kern="0" baseline="0" dirty="0">
              <a:solidFill>
                <a:schemeClr val="bg1">
                  <a:lumMod val="50000"/>
                </a:schemeClr>
              </a:solidFill>
              <a:latin typeface="+mn-lt"/>
              <a:ea typeface="+mn-ea"/>
              <a:cs typeface="+mn-cs"/>
            </a:endParaRPr>
          </a:p>
        </p:txBody>
      </p:sp>
      <p:pic>
        <p:nvPicPr>
          <p:cNvPr id="121" name="Picture 120">
            <a:extLst>
              <a:ext uri="{FF2B5EF4-FFF2-40B4-BE49-F238E27FC236}">
                <a16:creationId xmlns:a16="http://schemas.microsoft.com/office/drawing/2014/main" id="{2B739ABD-CE7F-476A-88FD-2AD90F3CC1B6}"/>
              </a:ext>
            </a:extLst>
          </p:cNvPr>
          <p:cNvPicPr>
            <a:picLocks noChangeAspect="1"/>
          </p:cNvPicPr>
          <p:nvPr/>
        </p:nvPicPr>
        <p:blipFill>
          <a:blip r:embed="rId3"/>
          <a:stretch>
            <a:fillRect/>
          </a:stretch>
        </p:blipFill>
        <p:spPr>
          <a:xfrm>
            <a:off x="10566242" y="4302544"/>
            <a:ext cx="1615440" cy="1127760"/>
          </a:xfrm>
          <a:prstGeom prst="rect">
            <a:avLst/>
          </a:prstGeom>
        </p:spPr>
      </p:pic>
      <p:sp>
        <p:nvSpPr>
          <p:cNvPr id="122" name="TextBox 121">
            <a:extLst>
              <a:ext uri="{FF2B5EF4-FFF2-40B4-BE49-F238E27FC236}">
                <a16:creationId xmlns:a16="http://schemas.microsoft.com/office/drawing/2014/main" id="{D0CBF115-7066-4E93-B7D0-D9551B3360DB}"/>
              </a:ext>
            </a:extLst>
          </p:cNvPr>
          <p:cNvSpPr txBox="1"/>
          <p:nvPr/>
        </p:nvSpPr>
        <p:spPr bwMode="auto">
          <a:xfrm>
            <a:off x="9153567" y="1059449"/>
            <a:ext cx="3040565" cy="644472"/>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200" b="1" kern="0">
                <a:latin typeface="+mn-lt"/>
              </a:rPr>
              <a:t>Both cores will be in sleep mode </a:t>
            </a:r>
          </a:p>
          <a:p>
            <a:pPr marR="0" algn="l" defTabSz="576000" eaLnBrk="0" fontAlgn="auto" latinLnBrk="0" hangingPunct="0">
              <a:lnSpc>
                <a:spcPct val="120000"/>
              </a:lnSpc>
              <a:spcBef>
                <a:spcPts val="0"/>
              </a:spcBef>
              <a:spcAft>
                <a:spcPts val="0"/>
              </a:spcAft>
              <a:buClr>
                <a:schemeClr val="tx2"/>
              </a:buClr>
              <a:buSzTx/>
              <a:tabLst/>
            </a:pPr>
            <a:r>
              <a:rPr lang="en-US" sz="1200" b="1" kern="0" baseline="0">
                <a:latin typeface="+mn-lt"/>
                <a:ea typeface="+mn-ea"/>
                <a:cs typeface="+mn-cs"/>
              </a:rPr>
              <a:t>CM33 : MCWDT wakes the system </a:t>
            </a:r>
          </a:p>
          <a:p>
            <a:pPr marR="0" algn="l" defTabSz="576000" eaLnBrk="0" fontAlgn="auto" latinLnBrk="0" hangingPunct="0">
              <a:lnSpc>
                <a:spcPct val="120000"/>
              </a:lnSpc>
              <a:spcBef>
                <a:spcPts val="0"/>
              </a:spcBef>
              <a:spcAft>
                <a:spcPts val="0"/>
              </a:spcAft>
              <a:buClr>
                <a:schemeClr val="tx2"/>
              </a:buClr>
              <a:buSzTx/>
              <a:tabLst/>
            </a:pPr>
            <a:r>
              <a:rPr lang="en-US" sz="1200" b="1" kern="0">
                <a:latin typeface="+mn-lt"/>
              </a:rPr>
              <a:t>CM55: Button press wakes the system </a:t>
            </a:r>
            <a:endParaRPr lang="en-US" sz="1200" b="1" kern="0" baseline="0" dirty="0">
              <a:latin typeface="+mn-lt"/>
              <a:ea typeface="+mn-ea"/>
              <a:cs typeface="+mn-cs"/>
            </a:endParaRPr>
          </a:p>
        </p:txBody>
      </p:sp>
    </p:spTree>
    <p:extLst>
      <p:ext uri="{BB962C8B-B14F-4D97-AF65-F5344CB8AC3E}">
        <p14:creationId xmlns:p14="http://schemas.microsoft.com/office/powerpoint/2010/main" val="2957744465"/>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0604AA2-C7AD-4573-A95C-9FE87E08588E}"/>
              </a:ext>
            </a:extLst>
          </p:cNvPr>
          <p:cNvPicPr>
            <a:picLocks noGrp="1" noChangeAspect="1"/>
          </p:cNvPicPr>
          <p:nvPr>
            <p:ph sz="quarter" idx="13" hasCustomPrompt="1"/>
          </p:nvPr>
        </p:nvPicPr>
        <p:blipFill>
          <a:blip r:embed="rId3"/>
          <a:stretch>
            <a:fillRect/>
          </a:stretch>
        </p:blipFill>
        <p:spPr/>
      </p:pic>
      <p:sp>
        <p:nvSpPr>
          <p:cNvPr id="3" name="Title 2">
            <a:extLst>
              <a:ext uri="{FF2B5EF4-FFF2-40B4-BE49-F238E27FC236}">
                <a16:creationId xmlns:a16="http://schemas.microsoft.com/office/drawing/2014/main" id="{70E69A7F-6AD6-4D9A-84EE-3B60C2DCE841}"/>
              </a:ext>
            </a:extLst>
          </p:cNvPr>
          <p:cNvSpPr>
            <a:spLocks noGrp="1"/>
          </p:cNvSpPr>
          <p:nvPr>
            <p:ph type="title" hasCustomPrompt="1"/>
          </p:nvPr>
        </p:nvSpPr>
        <p:spPr/>
        <p:txBody>
          <a:bodyPr/>
          <a:lstStyle/>
          <a:p>
            <a:r>
              <a:t>Flow chart </a:t>
            </a:r>
          </a:p>
        </p:txBody>
      </p:sp>
    </p:spTree>
    <p:extLst>
      <p:ext uri="{BB962C8B-B14F-4D97-AF65-F5344CB8AC3E}">
        <p14:creationId xmlns:p14="http://schemas.microsoft.com/office/powerpoint/2010/main" val="311319320"/>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71C29DE-E841-446E-832D-643FA2916856}"/>
              </a:ext>
            </a:extLst>
          </p:cNvPr>
          <p:cNvSpPr>
            <a:spLocks noGrp="1"/>
          </p:cNvSpPr>
          <p:nvPr>
            <p:ph type="pic" sz="quarter" idx="22"/>
          </p:nvPr>
        </p:nvSpPr>
        <p:spPr/>
        <p:txBody>
          <a:bodyPr/>
          <a:lstStyle/>
          <a:p>
            <a:endParaRPr lang="en-US"/>
          </a:p>
        </p:txBody>
      </p:sp>
      <p:sp>
        <p:nvSpPr>
          <p:cNvPr id="3" name="Subtitle 2">
            <a:extLst>
              <a:ext uri="{FF2B5EF4-FFF2-40B4-BE49-F238E27FC236}">
                <a16:creationId xmlns:a16="http://schemas.microsoft.com/office/drawing/2014/main" id="{C64AE1AD-9F6B-405F-85FF-C7E5C4C86084}"/>
              </a:ext>
            </a:extLst>
          </p:cNvPr>
          <p:cNvSpPr>
            <a:spLocks noGrp="1"/>
          </p:cNvSpPr>
          <p:nvPr>
            <p:ph type="subTitle" idx="1" hasCustomPrompt="1"/>
          </p:nvPr>
        </p:nvSpPr>
        <p:spPr/>
        <p:txBody>
          <a:bodyPr/>
          <a:lstStyle/>
          <a:p>
            <a:r>
              <a:rPr>
                <a:solidFill>
                  <a:srgbClr val="0A8276"/>
                </a:solidFill>
              </a:rPr>
              <a:t>Join with us on our mission to drive decarbonization and digitalization Together.</a:t>
            </a:r>
          </a:p>
          <a:p>
            <a:endParaRPr lang="en-US" dirty="0"/>
          </a:p>
        </p:txBody>
      </p:sp>
      <p:sp>
        <p:nvSpPr>
          <p:cNvPr id="4" name="Title 3">
            <a:extLst>
              <a:ext uri="{FF2B5EF4-FFF2-40B4-BE49-F238E27FC236}">
                <a16:creationId xmlns:a16="http://schemas.microsoft.com/office/drawing/2014/main" id="{2F7058AC-79B7-4DC9-A02C-BA1310423DC9}"/>
              </a:ext>
            </a:extLst>
          </p:cNvPr>
          <p:cNvSpPr>
            <a:spLocks noGrp="1"/>
          </p:cNvSpPr>
          <p:nvPr>
            <p:ph type="title" hasCustomPrompt="1"/>
          </p:nvPr>
        </p:nvSpPr>
        <p:spPr/>
        <p:txBody>
          <a:bodyPr/>
          <a:lstStyle/>
          <a:p>
            <a:r>
              <a:t>Thank you! </a:t>
            </a:r>
            <a:br>
              <a:rPr/>
            </a:br>
            <a:r>
              <a:t>Stay tuned for more trainings… </a:t>
            </a:r>
          </a:p>
        </p:txBody>
      </p:sp>
    </p:spTree>
    <p:extLst>
      <p:ext uri="{BB962C8B-B14F-4D97-AF65-F5344CB8AC3E}">
        <p14:creationId xmlns:p14="http://schemas.microsoft.com/office/powerpoint/2010/main" val="2191479559"/>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INCLMASTER" val="0"/>
  <p:tag name="SLIDESPERROW" val="4"/>
  <p:tag name="THUMBWIDTH" val="220"/>
  <p:tag name="INFINEON_CATEGORY" val="{&quot;CategoryList&quot;:[],&quot;CategoryDictionary&quot;:{}}"/>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YBAQEBAQEBAQEBAQEBAQIAAAAAAAAAAwAAAAMAAAAA/////wQASwwAAAAAAAAAAAAAIAD///////////////8AAAD///////////////8DAAAAAgD///////////////////////////////////////////////////////////////////////////////////////////////////////////////////////////////////////////////////////////////////////////////////////////////////////////////////////////////////////////////////////////////////////////////////////////////////////////////////////////////////////////////////////////////////////////////////////////////////////////////////////////////////////////////////////////////////////////////////////////////////////////////8BACAA////////////////AAAO////////AwAAAAMA////////////////////////////////////////////////////////////////////////////////////////////////////////////////////////////////////////////////////////////////////////////////////////////////////////////////////////////////////////////////////////////////////////////////////////////////////////////////////////////////////////////////////////////////////////////////////////////////////////////////////////////////////////////////////////////////////////////////////////////////////////////////////////AgABAP///////wQAAAACABAAC10GBAEGmsRCrWeMKWDzcgcFAAAAAAADAAAAAAADAAAAAwADAAEA////////BAAAAAMAEAALVNGgrCHzak+1I7mkeTCCYQ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PALAAAAAAAAAAAAACAB////////////////AAAA////////////////BAAAAAMA////////BAAAAAMA////////BAAAAAMA////////BAAAAAMA////////BAAAAAMA////////BAAAAAMA////////////////////////////////////////////////////////////////////////////////////////////////////////////////////////////////////////////////////////////////////////////////////////////////////////////////////////////////////////////////////////////////////////////////////////////////////////////////////////////////////////////////////////////////////////////////////////////////////////////////////////////////AQAgAf///////////////wAADv///////wQAAAACAP///////////////////////////////////////////////////////////////////////////////////////////////////////////////////////////////////////////////////////////////////////////////////////////////////////////////////////////////////////////////////////////////////////////////////////////////////////////////////////////////////////////////////////////////////////////////////////////////////////////////////////////////////////////////////////////////////////////////////////////////////////////////////////wIAAQEDAAAAAgD///////8aAAZMaW5rZWRTaGFwZXNEYXRhUHJvcGVydHlfMAUAAAAAAAQAAAADAAQAAAABAAMABgEDAAAAAwD///////8lAAZMaW5rZWRTaGFwZVByZXNlbnRhdGlvblNldHRpbmdzRGF0YV8wBQAAAAEABAAAAAAABAAAAAIABAAAAAAA////////BAAAAAAA////////BAAAAAAA////////BAAA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ODgAAAAAAAAAAAAD/////gwCDAAAABV9pZAAQAAAABF0GBAEGmsRCrWeMKWDzcgcDRGF0YQAbAAAABExpbmtlZFNoYXBlRGF0YQAFAAAAAAACTmFtZQAZAAAATGlua2VkU2hhcGVzRGF0YVByb3BlcnR5ABBWZXJzaW9uAAAAAAAJTGFzdFdyaXRlAEHvOgOCAQAAAAEA/////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 name="EMPOWER.INTEGRATIONS.LOCALMASTER" val="{&quot;path&quot;:null,&quot;elementId&quot;:&quot;f8120ca7-cceb-428f-a7d0-f20ce9397e1b&quot;,&quot;elementName&quot;:null,&quot;databaseId&quot;:&quot;FDE84254-54DB-49E3-9A0E-CDE72035D530&quot;,&quot;timeStamp&quot;:&quot;2025-06-26T13:03:05&quot;}"/>
</p:tagLst>
</file>

<file path=ppt/tags/tag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xml><?xml version="1.0" encoding="utf-8"?>
<p:tagLst xmlns:a="http://schemas.openxmlformats.org/drawingml/2006/main" xmlns:r="http://schemas.openxmlformats.org/officeDocument/2006/relationships" xmlns:p="http://schemas.openxmlformats.org/presentationml/2006/main">
  <p:tag name="MIO_FALLBACK_LAYOUT" val="6"/>
  <p:tag name="MIO_SHOW_DATE" val="False"/>
  <p:tag name="MIO_SHOW_FOOTER" val="False"/>
  <p:tag name="MIO_SHOW_PAGENUMBER" val="False"/>
  <p:tag name="MIO_AVOID_BLANK_LAYOUT" val="False"/>
  <p:tag name="MIO_CD_LAYOUT_VALID_AREA" val="False"/>
  <p:tag name="MIO_EMBED_FONT" val="False"/>
  <p:tag name="MIO_MATCH_COLOR_SCHEME" val="True"/>
  <p:tag name="MIO_NUMBER_OF_VALID_LAYOUTS" val="20"/>
  <p:tag name="MIO_HDS" val="True"/>
  <p:tag name="MIO_SKIPVERSION" val="01.01.0001 00:00:00"/>
  <p:tag name="MIO_EKGUID" val="f8120ca7-cceb-428f-a7d0-f20ce9397e1b"/>
  <p:tag name="MIO_UPDATE" val="True"/>
  <p:tag name="MIO_VERSION" val="26.06.2025 13:03:05"/>
  <p:tag name="MIO_DBID" val="FDE84254-54DB-49E3-9A0E-CDE72035D530"/>
  <p:tag name="MIO_LASTDOWNLOADED" val="22.10.2025 17:03:41.079"/>
  <p:tag name="MIO_OBJECTNAME" val="Infineon LCD 16:9"/>
  <p:tag name="MIO_CONTENTTAG" val="tZYKi94fO0WkUe8IIAF0WQ=="/>
  <p:tag name="MIO_CDID" val="e2fc2f9e-d5cf-4311-b3a1-0559b8fd1ab8"/>
</p:tagLst>
</file>

<file path=ppt/tags/tag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3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7.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9.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1.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8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5.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8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2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8.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6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7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9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4.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Final_ClaimMIOPlaceholderMapping.19MIOPlaceholderMapping-Infineon 16:9MIOPlaceholderMapping.FinalMIOPlaceholderMapping.18"/>
</p:tagLst>
</file>

<file path=ppt/tags/tag19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4.xml><?xml version="1.0" encoding="utf-8"?>
<p:tagLst xmlns:a="http://schemas.openxmlformats.org/drawingml/2006/main" xmlns:r="http://schemas.openxmlformats.org/officeDocument/2006/relationships" xmlns:p="http://schemas.openxmlformats.org/presentationml/2006/main">
  <p:tag name="MIO_SKIP_CDCHECK" val="True"/>
</p:tagLst>
</file>

<file path=ppt/theme/theme1.xml><?xml version="1.0" encoding="utf-8"?>
<a:theme xmlns:a="http://schemas.openxmlformats.org/drawingml/2006/main" name="Infineon 16:9">
  <a:themeElements>
    <a:clrScheme name="Infineon 2023 - 2">
      <a:dk1>
        <a:srgbClr val="1D1D1D"/>
      </a:dk1>
      <a:lt1>
        <a:srgbClr val="FFFFFF"/>
      </a:lt1>
      <a:dk2>
        <a:srgbClr val="0A8276"/>
      </a:dk2>
      <a:lt2>
        <a:srgbClr val="8D8786"/>
      </a:lt2>
      <a:accent1>
        <a:srgbClr val="0A8276"/>
      </a:accent1>
      <a:accent2>
        <a:srgbClr val="575352"/>
      </a:accent2>
      <a:accent3>
        <a:srgbClr val="F97414"/>
      </a:accent3>
      <a:accent4>
        <a:srgbClr val="9BBA43"/>
      </a:accent4>
      <a:accent5>
        <a:srgbClr val="FCD442"/>
      </a:accent5>
      <a:accent6>
        <a:srgbClr val="9C216E"/>
      </a:accent6>
      <a:hlink>
        <a:srgbClr val="0A8276"/>
      </a:hlink>
      <a:folHlink>
        <a:srgbClr val="0A8276"/>
      </a:folHlink>
    </a:clrScheme>
    <a:fontScheme name="Infineon">
      <a:majorFont>
        <a:latin typeface="Arial"/>
        <a:ea typeface="Arial Unicode MS"/>
        <a:cs typeface="Arial"/>
      </a:majorFont>
      <a:minorFont>
        <a:latin typeface="Arial"/>
        <a:ea typeface="Arial Unicode MS"/>
        <a:cs typeface="Arial"/>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2"/>
        </a:solidFill>
        <a:ln w="9525">
          <a:noFill/>
          <a:miter lim="800000"/>
          <a:headEnd/>
          <a:tailEnd/>
        </a:ln>
      </a:spPr>
      <a:bodyPr wrap="square" lIns="72000" tIns="72000" rIns="72000" bIns="72000" rtlCol="0" anchor="ctr"/>
      <a:lstStyle>
        <a:defPPr algn="ctr" defTabSz="576000" eaLnBrk="0" hangingPunct="0">
          <a:lnSpc>
            <a:spcPct val="120000"/>
          </a:lnSpc>
          <a:defRPr sz="1600" baseline="0" dirty="0">
            <a:solidFill>
              <a:schemeClr val="bg1"/>
            </a:solidFill>
            <a:latin typeface="+mn-lt"/>
            <a:ea typeface="+mn-ea"/>
            <a:cs typeface="+mn-cs"/>
          </a:defRPr>
        </a:defPPr>
      </a:lstStyle>
    </a:spDef>
    <a:lnDef>
      <a:spPr>
        <a:ln w="9525">
          <a:solidFill>
            <a:schemeClr val="bg2"/>
          </a:solidFill>
          <a:tailEnd type="none"/>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effectLst/>
      </a:spPr>
      <a:bodyPr wrap="square" lIns="0" tIns="0" rIns="0" bIns="0" rtlCol="0" anchor="t" anchorCtr="0">
        <a:spAutoFit/>
      </a:bodyPr>
      <a:lstStyle>
        <a:defPPr marL="252000" marR="0" indent="-252000" algn="l"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defRPr sz="1800" kern="0" baseline="0" dirty="0">
            <a:latin typeface="+mn-lt"/>
            <a:ea typeface="+mn-ea"/>
            <a:cs typeface="+mn-cs"/>
          </a:defRPr>
        </a:defPPr>
      </a:lstStyle>
    </a:txDef>
  </a:objectDefaults>
  <a:extraClrSchemeLst/>
  <a:custClrLst>
    <a:custClr name="Ocean 100">
      <a:srgbClr val="0A8276"/>
    </a:custClr>
    <a:custClr name="Ocean 80">
      <a:srgbClr val="3B9B91"/>
    </a:custClr>
    <a:custClr name="Ocean 60">
      <a:srgbClr val="6CB4AD"/>
    </a:custClr>
    <a:custClr name="Ocean 40">
      <a:srgbClr val="B8DEDA"/>
    </a:custClr>
    <a:custClr name="White">
      <a:srgbClr val="FFFFFF"/>
    </a:custClr>
    <a:custClr name="White">
      <a:srgbClr val="FFFFFF"/>
    </a:custClr>
    <a:custClr name="White ">
      <a:srgbClr val="FFFFFF"/>
    </a:custClr>
    <a:custClr name="White ">
      <a:srgbClr val="FFFFFF"/>
    </a:custClr>
    <a:custClr name="White ">
      <a:srgbClr val="FFFFFF"/>
    </a:custClr>
    <a:custClr name="White ">
      <a:srgbClr val="FFFFFF"/>
    </a:custClr>
    <a:custClr name="Lawn Main">
      <a:srgbClr val="9BBA43"/>
    </a:custClr>
    <a:custClr name="Berry Main">
      <a:srgbClr val="9C216E"/>
    </a:custClr>
    <a:custClr name="Engineering Main">
      <a:srgbClr val="575352"/>
    </a:custClr>
    <a:custClr name="Sun Main">
      <a:srgbClr val="F97414"/>
    </a:custClr>
    <a:custClr name="Sand Main">
      <a:srgbClr val="FCD442"/>
    </a:custClr>
    <a:custClr name="White">
      <a:srgbClr val="FFFFFF"/>
    </a:custClr>
    <a:custClr name="White ">
      <a:srgbClr val="FFFFFF"/>
    </a:custClr>
    <a:custClr name="White ">
      <a:srgbClr val="FFFFFF"/>
    </a:custClr>
    <a:custClr name="White ">
      <a:srgbClr val="FFFFFF"/>
    </a:custClr>
    <a:custClr name="White ">
      <a:srgbClr val="FFFFFF"/>
    </a:custClr>
    <a:custClr name="Lawn Light">
      <a:srgbClr val="B9D257"/>
    </a:custClr>
    <a:custClr name="Berry Light">
      <a:srgbClr val="BE3283"/>
    </a:custClr>
    <a:custClr name="Engineering Light">
      <a:srgbClr val="8D8786"/>
    </a:custClr>
    <a:custClr name="Sun Light">
      <a:srgbClr val="FF9737"/>
    </a:custClr>
    <a:custClr name="Sand Light">
      <a:srgbClr val="FBE273"/>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Grey 300 ">
      <a:srgbClr val="DCD5D7"/>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 id="{DD3CE8C4-6EBB-48D9-BB8F-4315F6FFD615}" vid="{004C7EB7-F43D-4135-B9F2-C999680F59B6}"/>
    </a:ext>
  </a:extLst>
</a:theme>
</file>

<file path=ppt/theme/theme2.xml><?xml version="1.0" encoding="utf-8"?>
<a:theme xmlns:a="http://schemas.openxmlformats.org/drawingml/2006/main" name="Larissa-Design">
  <a:themeElements>
    <a:clrScheme name="Infineon">
      <a:dk1>
        <a:srgbClr val="000000"/>
      </a:dk1>
      <a:lt1>
        <a:srgbClr val="FFFFFF"/>
      </a:lt1>
      <a:dk2>
        <a:srgbClr val="FFE054"/>
      </a:dk2>
      <a:lt2>
        <a:srgbClr val="E9E6E6"/>
      </a:lt2>
      <a:accent1>
        <a:srgbClr val="E30034"/>
      </a:accent1>
      <a:accent2>
        <a:srgbClr val="928285"/>
      </a:accent2>
      <a:accent3>
        <a:srgbClr val="84B6A7"/>
      </a:accent3>
      <a:accent4>
        <a:srgbClr val="AEC067"/>
      </a:accent4>
      <a:accent5>
        <a:srgbClr val="EE813C"/>
      </a:accent5>
      <a:accent6>
        <a:srgbClr val="AB377A"/>
      </a:accent6>
      <a:hlink>
        <a:srgbClr val="1122CC"/>
      </a:hlink>
      <a:folHlink>
        <a:srgbClr val="1122CC"/>
      </a:folHlink>
    </a:clrScheme>
    <a:fontScheme name="Infineon Fonts">
      <a:majorFont>
        <a:latin typeface="Verdana"/>
        <a:ea typeface=""/>
        <a:cs typeface="Verdana"/>
      </a:majorFont>
      <a:minorFont>
        <a:latin typeface="Verdana"/>
        <a:ea typeface=""/>
        <a:cs typeface="Verdana"/>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Infineon_ColorTheme_2012">
      <a:dk1>
        <a:srgbClr val="00214A"/>
      </a:dk1>
      <a:lt1>
        <a:srgbClr val="FFFFFF"/>
      </a:lt1>
      <a:dk2>
        <a:srgbClr val="00214A"/>
      </a:dk2>
      <a:lt2>
        <a:srgbClr val="C8D8E6"/>
      </a:lt2>
      <a:accent1>
        <a:srgbClr val="B70D28"/>
      </a:accent1>
      <a:accent2>
        <a:srgbClr val="E3EBF2"/>
      </a:accent2>
      <a:accent3>
        <a:srgbClr val="005DA9"/>
      </a:accent3>
      <a:accent4>
        <a:srgbClr val="969696"/>
      </a:accent4>
      <a:accent5>
        <a:srgbClr val="FDC400"/>
      </a:accent5>
      <a:accent6>
        <a:srgbClr val="009651"/>
      </a:accent6>
      <a:hlink>
        <a:srgbClr val="1122CC"/>
      </a:hlink>
      <a:folHlink>
        <a:srgbClr val="1122CC"/>
      </a:folHlink>
    </a:clrScheme>
    <a:fontScheme name="Infineon Fonts">
      <a:majorFont>
        <a:latin typeface="Verdana"/>
        <a:ea typeface=""/>
        <a:cs typeface="Verdana"/>
      </a:majorFont>
      <a:minorFont>
        <a:latin typeface="Verdana"/>
        <a:ea typeface=""/>
        <a:cs typeface="Verdana"/>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0347378EA1C7B40B791B4A9FAEBC72E" ma:contentTypeVersion="1" ma:contentTypeDescription="Create a new document." ma:contentTypeScope="" ma:versionID="dac419b5e4b08ef6434e405bf3dae512">
  <xsd:schema xmlns:xsd="http://www.w3.org/2001/XMLSchema" xmlns:xs="http://www.w3.org/2001/XMLSchema" xmlns:p="http://schemas.microsoft.com/office/2006/metadata/properties" xmlns:ns2="0ff2502a-f5fc-4900-8b9d-01d591984867" targetNamespace="http://schemas.microsoft.com/office/2006/metadata/properties" ma:root="true" ma:fieldsID="8df1d2d8bf6da93316c8b7386a9c82fd" ns2:_="">
    <xsd:import namespace="0ff2502a-f5fc-4900-8b9d-01d591984867"/>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f2502a-f5fc-4900-8b9d-01d59198486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299A1D5-F553-4264-9022-E0136C61CE27}">
  <ds:schemaRefs>
    <ds:schemaRef ds:uri="http://schemas.openxmlformats.org/package/2006/metadata/core-properties"/>
    <ds:schemaRef ds:uri="http://schemas.microsoft.com/office/2006/documentManagement/types"/>
    <ds:schemaRef ds:uri="http://www.w3.org/XML/1998/namespace"/>
    <ds:schemaRef ds:uri="http://purl.org/dc/dcmitype/"/>
    <ds:schemaRef ds:uri="http://purl.org/dc/terms/"/>
    <ds:schemaRef ds:uri="http://schemas.microsoft.com/office/2006/metadata/properties"/>
    <ds:schemaRef ds:uri="http://schemas.microsoft.com/office/infopath/2007/PartnerControls"/>
    <ds:schemaRef ds:uri="0ff2502a-f5fc-4900-8b9d-01d591984867"/>
    <ds:schemaRef ds:uri="http://purl.org/dc/elements/1.1/"/>
  </ds:schemaRefs>
</ds:datastoreItem>
</file>

<file path=customXml/itemProps2.xml><?xml version="1.0" encoding="utf-8"?>
<ds:datastoreItem xmlns:ds="http://schemas.openxmlformats.org/officeDocument/2006/customXml" ds:itemID="{CA3D29AE-A8A3-402F-BC9A-4FB49B8660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f2502a-f5fc-4900-8b9d-01d5919848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3C6748B-B74E-4BE1-834C-AEBB9BCA18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43346</TotalTime>
  <Words>9411</Words>
  <Application>Microsoft Office PowerPoint</Application>
  <PresentationFormat>Widescreen</PresentationFormat>
  <Paragraphs>1129</Paragraphs>
  <Slides>62</Slides>
  <Notes>60</Notes>
  <HiddenSlides>12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62</vt:i4>
      </vt:variant>
    </vt:vector>
  </HeadingPairs>
  <TitlesOfParts>
    <vt:vector size="70" baseType="lpstr">
      <vt:lpstr>Arial</vt:lpstr>
      <vt:lpstr>Arial Unicode MS</vt:lpstr>
      <vt:lpstr>Calibri</vt:lpstr>
      <vt:lpstr>Source Sans Pro</vt:lpstr>
      <vt:lpstr>Times New Roman</vt:lpstr>
      <vt:lpstr>Verdana</vt:lpstr>
      <vt:lpstr>Wingdings</vt:lpstr>
      <vt:lpstr>Infineon 16:9</vt:lpstr>
      <vt:lpstr>PSOC™ Edge E84 Introductory Training (Level E2)</vt:lpstr>
      <vt:lpstr>Agenda</vt:lpstr>
      <vt:lpstr>PSOC™ Edge E84 Resources </vt:lpstr>
      <vt:lpstr>Firmware / Application Development</vt:lpstr>
      <vt:lpstr>Support for other IDEs</vt:lpstr>
      <vt:lpstr>Tools utilized in this video</vt:lpstr>
      <vt:lpstr>Project Creator </vt:lpstr>
      <vt:lpstr>Understanding the Application Structure </vt:lpstr>
      <vt:lpstr>Library Manager </vt:lpstr>
      <vt:lpstr>Configurators </vt:lpstr>
      <vt:lpstr>Device Configurator  </vt:lpstr>
      <vt:lpstr>Device Configurator contd…</vt:lpstr>
      <vt:lpstr>Device Configurator contd…</vt:lpstr>
      <vt:lpstr>Device Configurator contd…</vt:lpstr>
      <vt:lpstr>Device Configurator contd…</vt:lpstr>
      <vt:lpstr>TrustZone Primer</vt:lpstr>
      <vt:lpstr>TrustZone Primer</vt:lpstr>
      <vt:lpstr>TrustZone Primer</vt:lpstr>
      <vt:lpstr>TrustZone Primer</vt:lpstr>
      <vt:lpstr>TrustZone Primer</vt:lpstr>
      <vt:lpstr>TrustZone Primer</vt:lpstr>
      <vt:lpstr>Access Control tab (New) </vt:lpstr>
      <vt:lpstr>PSOC Edge 84 Security Software Limitations</vt:lpstr>
      <vt:lpstr>PSOC Edge 84 Security Software Limitations</vt:lpstr>
      <vt:lpstr>Security Domain</vt:lpstr>
      <vt:lpstr>Security Domain Assignment</vt:lpstr>
      <vt:lpstr>Linker Script – Memory Map </vt:lpstr>
      <vt:lpstr>External Flash XIP0 (16 MB)</vt:lpstr>
      <vt:lpstr>SRAM0 (512 KB)</vt:lpstr>
      <vt:lpstr>SRAM1 (512 KB)</vt:lpstr>
      <vt:lpstr>System SRAM or SoCMEM (~5 MB)</vt:lpstr>
      <vt:lpstr>DTCM &amp; ITCM </vt:lpstr>
      <vt:lpstr>Linker Scripts </vt:lpstr>
      <vt:lpstr>Memory tab (New) </vt:lpstr>
      <vt:lpstr>Memory tab (New) </vt:lpstr>
      <vt:lpstr>QSPI Configurator</vt:lpstr>
      <vt:lpstr>SMART I/O Configurator</vt:lpstr>
      <vt:lpstr>Application Booting sequence</vt:lpstr>
      <vt:lpstr>Device lifecycle and provisioning</vt:lpstr>
      <vt:lpstr>Edge Protect Configurator </vt:lpstr>
      <vt:lpstr>Firmware/application development : Software Resources</vt:lpstr>
      <vt:lpstr>Firmware/application development : Software Resources</vt:lpstr>
      <vt:lpstr>Firmware/application development : Software Resources</vt:lpstr>
      <vt:lpstr>Firmware/application development : Software Resources</vt:lpstr>
      <vt:lpstr>Firmware/application development :Software Resources</vt:lpstr>
      <vt:lpstr>  FreeRTOS support with ModusToolbox™</vt:lpstr>
      <vt:lpstr>PSOC™ Edge E84 MCU development kit – Top View </vt:lpstr>
      <vt:lpstr>PSOC™ Edge E84 MCU development kit – Back View </vt:lpstr>
      <vt:lpstr>PSOC™ Edge E84 MCU SOM – Top View</vt:lpstr>
      <vt:lpstr>PSOC™ Edge E84 MCU SOM – Bottom View</vt:lpstr>
      <vt:lpstr>Programming/debugging</vt:lpstr>
      <vt:lpstr>Code Example #1: Hello World</vt:lpstr>
      <vt:lpstr>Description of Hello World + Blinky example </vt:lpstr>
      <vt:lpstr>Flow chart</vt:lpstr>
      <vt:lpstr>Code Example #2: IPC queues using HAL</vt:lpstr>
      <vt:lpstr>Overview of IPC </vt:lpstr>
      <vt:lpstr>Block Diagram of IPC HAL</vt:lpstr>
      <vt:lpstr>Queues</vt:lpstr>
      <vt:lpstr>IPC HAL (Hardware Abstraction Layer)</vt:lpstr>
      <vt:lpstr>Description of PSOC™ Edge MCU: IPC queues using HAL</vt:lpstr>
      <vt:lpstr>Flow chart </vt:lpstr>
      <vt:lpstr>Thank you!  Stay tuned for more trainings… </vt:lpstr>
    </vt:vector>
  </TitlesOfParts>
  <Company>Infineon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PSoC™ Edge E84</dc:title>
  <dc:creator>Rama Krishna Padma Mohan Kumar (IFINS CSS ICW APP MCU EC)</dc:creator>
  <cp:lastModifiedBy>Phillips Craig (CSS ICW MCU APP CES)</cp:lastModifiedBy>
  <cp:revision>818</cp:revision>
  <cp:lastPrinted>2023-10-09T12:24:17Z</cp:lastPrinted>
  <dcterms:created xsi:type="dcterms:W3CDTF">2023-08-09T08:50:02Z</dcterms:created>
  <dcterms:modified xsi:type="dcterms:W3CDTF">2025-10-22T22:06:50Z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ID">
    <vt:lpwstr/>
  </property>
  <property fmtid="{D5CDD505-2E9C-101B-9397-08002B2CF9AE}" pid="3" name="DocumentVersion">
    <vt:lpwstr/>
  </property>
  <property fmtid="{D5CDD505-2E9C-101B-9397-08002B2CF9AE}" pid="4" name="Proprietary">
    <vt:lpwstr/>
  </property>
  <property fmtid="{D5CDD505-2E9C-101B-9397-08002B2CF9AE}" pid="5" name="ConfidentialityMarking">
    <vt:lpwstr>restricted</vt:lpwstr>
  </property>
  <property fmtid="{D5CDD505-2E9C-101B-9397-08002B2CF9AE}" pid="6" name="AdditionalMarking">
    <vt:lpwstr/>
  </property>
  <property fmtid="{D5CDD505-2E9C-101B-9397-08002B2CF9AE}" pid="7" name="TemplateCompany">
    <vt:lpwstr>IFX</vt:lpwstr>
  </property>
  <property fmtid="{D5CDD505-2E9C-101B-9397-08002B2CF9AE}" pid="8" name="ContentTypeId">
    <vt:lpwstr>0x01010030347378EA1C7B40B791B4A9FAEBC72E</vt:lpwstr>
  </property>
  <property fmtid="{D5CDD505-2E9C-101B-9397-08002B2CF9AE}" pid="9" name="empower.integration.Classification.DocumentId">
    <vt:lpwstr/>
  </property>
  <property fmtid="{D5CDD505-2E9C-101B-9397-08002B2CF9AE}" pid="10" name="empower.integration.Classification.DocumentVersion">
    <vt:lpwstr/>
  </property>
  <property fmtid="{D5CDD505-2E9C-101B-9397-08002B2CF9AE}" pid="11" name="empower.integration.Classification.DocumentOwner">
    <vt:lpwstr/>
  </property>
  <property fmtid="{D5CDD505-2E9C-101B-9397-08002B2CF9AE}" pid="12" name="empower.integration.Classification.ShowFooter">
    <vt:bool>true</vt:bool>
  </property>
  <property fmtid="{D5CDD505-2E9C-101B-9397-08002B2CF9AE}" pid="13" name="empower.integration.Classification.RestrictionLevel">
    <vt:i4>2</vt:i4>
  </property>
  <property fmtid="{D5CDD505-2E9C-101B-9397-08002B2CF9AE}" pid="14" name="empower.integration.Classification.FooterDate">
    <vt:filetime>2025-03-13T15:01:50Z</vt:filetime>
  </property>
  <property fmtid="{D5CDD505-2E9C-101B-9397-08002B2CF9AE}" pid="15" name="empower.integration.Classification.DateFormat">
    <vt:lpwstr>d MMM yyyy</vt:lpwstr>
  </property>
  <property fmtid="{D5CDD505-2E9C-101B-9397-08002B2CF9AE}" pid="16" name="empower.integration.Classification.IsDraft">
    <vt:bool>false</vt:bool>
  </property>
  <property fmtid="{D5CDD505-2E9C-101B-9397-08002B2CF9AE}" pid="17" name="empower.integration.Classification.IsProprietary">
    <vt:bool>false</vt:bool>
  </property>
  <property fmtid="{D5CDD505-2E9C-101B-9397-08002B2CF9AE}" pid="18" name="empower.integration.Classification.HasAdditionalMarking">
    <vt:bool>false</vt:bool>
  </property>
  <property fmtid="{D5CDD505-2E9C-101B-9397-08002B2CF9AE}" pid="19" name="empower.integration.Classification.AdditionalMarking">
    <vt:lpwstr/>
  </property>
  <property fmtid="{D5CDD505-2E9C-101B-9397-08002B2CF9AE}" pid="20" name="empower.integration.Classification.IsEmpowerClassified">
    <vt:bool>true</vt:bool>
  </property>
  <property fmtid="{D5CDD505-2E9C-101B-9397-08002B2CF9AE}" pid="21" name="empower_migrated_document">
    <vt:lpwstr>true</vt:lpwstr>
  </property>
  <property fmtid="{D5CDD505-2E9C-101B-9397-08002B2CF9AE}" pid="22" name="MSIP_Label_a15a25aa-e944-415d-b7a7-40f6b9180b6b_Enabled">
    <vt:lpwstr>true</vt:lpwstr>
  </property>
  <property fmtid="{D5CDD505-2E9C-101B-9397-08002B2CF9AE}" pid="23" name="MSIP_Label_a15a25aa-e944-415d-b7a7-40f6b9180b6b_SetDate">
    <vt:lpwstr>2023-03-24T13:40:28Z</vt:lpwstr>
  </property>
  <property fmtid="{D5CDD505-2E9C-101B-9397-08002B2CF9AE}" pid="24" name="MSIP_Label_a15a25aa-e944-415d-b7a7-40f6b9180b6b_Method">
    <vt:lpwstr>Standard</vt:lpwstr>
  </property>
  <property fmtid="{D5CDD505-2E9C-101B-9397-08002B2CF9AE}" pid="25" name="MSIP_Label_a15a25aa-e944-415d-b7a7-40f6b9180b6b_Name">
    <vt:lpwstr>a15a25aa-e944-415d-b7a7-40f6b9180b6b</vt:lpwstr>
  </property>
  <property fmtid="{D5CDD505-2E9C-101B-9397-08002B2CF9AE}" pid="26" name="MSIP_Label_a15a25aa-e944-415d-b7a7-40f6b9180b6b_SiteId">
    <vt:lpwstr>eeb8d0e8-3544-41d3-aac6-934c309faf5a</vt:lpwstr>
  </property>
  <property fmtid="{D5CDD505-2E9C-101B-9397-08002B2CF9AE}" pid="27" name="MSIP_Label_a15a25aa-e944-415d-b7a7-40f6b9180b6b_ActionId">
    <vt:lpwstr>73b1d637-b020-4fda-a205-ff5e02ff8705</vt:lpwstr>
  </property>
  <property fmtid="{D5CDD505-2E9C-101B-9397-08002B2CF9AE}" pid="28" name="MSIP_Label_a15a25aa-e944-415d-b7a7-40f6b9180b6b_ContentBits">
    <vt:lpwstr>0</vt:lpwstr>
  </property>
</Properties>
</file>